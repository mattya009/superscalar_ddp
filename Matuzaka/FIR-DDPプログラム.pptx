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1" r:id="rId5"/>
    <p:sldId id="270" r:id="rId6"/>
    <p:sldId id="260" r:id="rId7"/>
    <p:sldId id="262" r:id="rId8"/>
    <p:sldId id="271" r:id="rId9"/>
    <p:sldId id="265" r:id="rId10"/>
    <p:sldId id="266" r:id="rId11"/>
    <p:sldId id="267" r:id="rId12"/>
    <p:sldId id="273" r:id="rId13"/>
    <p:sldId id="274" r:id="rId14"/>
    <p:sldId id="269" r:id="rId15"/>
  </p:sldIdLst>
  <p:sldSz cx="12192000" cy="6858000"/>
  <p:notesSz cx="9866313" cy="673576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64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22" userDrawn="1">
          <p15:clr>
            <a:srgbClr val="A4A3A4"/>
          </p15:clr>
        </p15:guide>
        <p15:guide id="2" pos="31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松坂拓海" initials="松坂拓海" lastIdx="1" clrIdx="0">
    <p:extLst>
      <p:ext uri="{19B8F6BF-5375-455C-9EA6-DF929625EA0E}">
        <p15:presenceInfo xmlns:p15="http://schemas.microsoft.com/office/powerpoint/2012/main" userId="松坂拓海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0235" autoAdjust="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069"/>
        <p:guide pos="647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>
        <p:guide orient="horz" pos="2122"/>
        <p:guide pos="31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588628" y="1"/>
            <a:ext cx="4275402" cy="33795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E738-7966-4A55-A175-3F32615C60F8}" type="datetimeFigureOut">
              <a:rPr kumimoji="1" lang="ja-JP" altLang="en-US" smtClean="0"/>
              <a:t>2025/1/9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913063" y="841375"/>
            <a:ext cx="4040187" cy="2273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86632" y="3241587"/>
            <a:ext cx="7893050" cy="26522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588628" y="6397806"/>
            <a:ext cx="4275402" cy="33795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52862B-4808-4D4A-8E9F-060A3CBB654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9134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CBFD06-16F8-4665-9D64-EB9F4476D3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9424D07-6844-436F-88BA-16B37AC5B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274C8DF-470F-422D-B555-4E57BFCD288C}"/>
              </a:ext>
            </a:extLst>
          </p:cNvPr>
          <p:cNvCxnSpPr/>
          <p:nvPr userDrawn="1"/>
        </p:nvCxnSpPr>
        <p:spPr>
          <a:xfrm>
            <a:off x="1046328" y="3509963"/>
            <a:ext cx="1009934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272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FD3FBF-7C70-4579-946E-3FDAAA909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94" y="136525"/>
            <a:ext cx="11518710" cy="72679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F6D143-81C5-47DE-8A2E-89BFAC12D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194" y="1050878"/>
            <a:ext cx="11518710" cy="5117910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FB7E32-1019-4C1B-8CDD-D8BDC14A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8570B9-C9F8-41FB-B4B6-91EE8A62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dirty="0"/>
              <a:t>M1 </a:t>
            </a:r>
            <a:r>
              <a:rPr kumimoji="1" lang="ja-JP" altLang="en-US" dirty="0"/>
              <a:t>セミナー発表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95B90E-91EC-48D5-A716-4C7F2A6D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/>
            </a:lvl1pPr>
          </a:lstStyle>
          <a:p>
            <a:fld id="{D424D12C-9692-4086-B843-0896D3A9ECC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775AB1D-9A6F-4597-866E-B3A5D4D6A91D}"/>
              </a:ext>
            </a:extLst>
          </p:cNvPr>
          <p:cNvCxnSpPr>
            <a:cxnSpLocks/>
          </p:cNvCxnSpPr>
          <p:nvPr userDrawn="1"/>
        </p:nvCxnSpPr>
        <p:spPr>
          <a:xfrm>
            <a:off x="343270" y="852256"/>
            <a:ext cx="115054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204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2DDFEB-C811-4062-8B93-F78A9901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8E8496-02BA-4B29-9F16-29EF54FF0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E6C60E-7EA7-4D80-8EB5-63A82EDF0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F6A853-739B-4E1B-8F97-74B147A6E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302B21-01C7-43B5-A8C3-E2928642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576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F0D6A7-C881-42C7-8414-8D21A3B5C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0878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0CBCAC0-1296-4F02-8CFD-194FF9653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7B77BD-EC36-4BD9-A99E-AEE725C5A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079B453-0F10-4F03-A6D9-8F5B3FC7D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AD0FAFA-A731-4247-A6FA-7A7102F30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7012F94-4977-4BD3-B1E2-1D097728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4033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C2F9A65-1D88-4D7D-80EE-755A84B92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D304F7-C869-43B3-8529-1E0B3C9BE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34F534-228A-4A3D-8A63-792DDB8B5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BF06B86-FAF1-44F9-9B97-73832710F2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17D01C9-156B-4C15-804E-3BC4892D2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79235E-7DFF-4BF7-8055-B46E0A8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8DC0DDB-B6EA-4407-9142-3D2BB29AC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0356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3635AA-3671-4BBA-8AEC-7D561EE7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0878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DA2704B-2B74-4863-B7DD-E17478B2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D81B5A-9ED0-405F-8A7C-99814F4F4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FEF174-11C0-4A3A-960F-8DAF73BAE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2945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2FD997-5D8C-4F17-91DA-1B68B5D8D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796DF2D-6752-461D-8FE1-4404D8412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EB9C5B3-360F-43B8-886C-6D1F0EA7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9139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A1AD22-7CFF-4DAE-ACAC-D5257591F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1A6935-456C-4CEA-A578-F4CAB86CB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7EBEE3D-A171-435C-8EE4-CBDEF820E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839AE19-B7AB-4059-A637-E9148E83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8EB58E4-25FC-493D-99AF-9480E2FEB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245B7B8-9CBE-47E9-B198-FC7D8FB3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418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F99AF3-4894-4A42-AF2A-2B547D772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268F35F-274F-47F8-A403-21C3AEE772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2B28863-62F2-45A6-B813-2D013F467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B7203D-3A67-4CF0-A8BE-49860055B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3C90BC-15A0-4AAB-B798-3A75FB007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D5CAED8-1D1D-49AB-917A-975ED3B02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4158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A1E550-E9F2-4CA5-98E8-AF1055281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50878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5903292-A1F8-463E-B0B7-C13CFA24A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5D7ABDC-EEEB-4576-B149-FA8960C6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5D1F1D-2341-4E41-9EE6-4B7533F64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757FE0-E024-4520-9370-106EA0FEB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0317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2387397-F5AA-4D2A-BD9C-E4C78111B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E870A2-99DD-4B58-AD3F-FAD39DF5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ABA528-F910-432F-8BBD-C33694E8E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ja-JP"/>
              <a:t>2024/2/29</a:t>
            </a:r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1F0470-A357-4FCF-B601-6BFF5EBAA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/>
              <a:t>M1 </a:t>
            </a:r>
            <a:r>
              <a:rPr kumimoji="1" lang="ja-JP" altLang="en-US"/>
              <a:t>セミナー発表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ABBC06-E58B-4DB7-A564-3DCC8ABD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4D12C-9692-4086-B843-0896D3A9ECC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9675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C255CD-5020-4EE1-9AE6-9F0FCF3AA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703" y="1050878"/>
            <a:ext cx="10830757" cy="51179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11877E7-0A3C-4D84-81B3-A8FE4ED732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35068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/>
              <a:t>2024/2/29</a:t>
            </a:r>
            <a:endParaRPr lang="ja-JP" altLang="en-US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E5EC32-4D59-4518-ADF4-204CD190C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dirty="0"/>
              <a:t>M1 </a:t>
            </a:r>
            <a:r>
              <a:rPr lang="ja-JP" altLang="en-US" dirty="0"/>
              <a:t>セミナー発表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B28BA8-2E1C-4540-B062-893C801054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0"/>
            <a:ext cx="2331868" cy="914351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bg1"/>
                </a:solidFill>
              </a:defRPr>
            </a:lvl1pPr>
          </a:lstStyle>
          <a:p>
            <a:fld id="{D424D12C-9692-4086-B843-0896D3A9ECC1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06A1E01-6087-4EE2-8BDD-0471EF8C9794}"/>
              </a:ext>
            </a:extLst>
          </p:cNvPr>
          <p:cNvCxnSpPr>
            <a:cxnSpLocks/>
          </p:cNvCxnSpPr>
          <p:nvPr userDrawn="1"/>
        </p:nvCxnSpPr>
        <p:spPr>
          <a:xfrm>
            <a:off x="343270" y="852256"/>
            <a:ext cx="1150546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625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28B676D-A4F3-486E-89D1-88497B09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DDP</a:t>
            </a:r>
            <a:r>
              <a:rPr kumimoji="1" lang="ja-JP" altLang="en-US" dirty="0"/>
              <a:t>プログラムの検討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8D33D25-C8CA-4087-A289-DD3812920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133" y="1050878"/>
            <a:ext cx="5832379" cy="5117910"/>
          </a:xfrm>
        </p:spPr>
        <p:txBody>
          <a:bodyPr>
            <a:normAutofit/>
          </a:bodyPr>
          <a:lstStyle/>
          <a:p>
            <a:r>
              <a:rPr kumimoji="1" lang="ja-JP" altLang="en-US" sz="2400" dirty="0"/>
              <a:t>予定しているプログラム</a:t>
            </a:r>
            <a:endParaRPr kumimoji="1" lang="en-US" altLang="ja-JP" sz="2400" dirty="0"/>
          </a:p>
          <a:p>
            <a:pPr lvl="1"/>
            <a:r>
              <a:rPr kumimoji="1" lang="en-US" altLang="ja-JP" sz="2000" dirty="0"/>
              <a:t>FIR</a:t>
            </a:r>
            <a:r>
              <a:rPr kumimoji="1" lang="ja-JP" altLang="en-US" sz="2000" dirty="0"/>
              <a:t>フィルタ</a:t>
            </a:r>
            <a:endParaRPr kumimoji="1" lang="en-US" altLang="ja-JP" sz="2000" dirty="0"/>
          </a:p>
          <a:p>
            <a:pPr lvl="1"/>
            <a:r>
              <a:rPr kumimoji="1" lang="en-US" altLang="ja-JP" sz="2000" dirty="0"/>
              <a:t>13</a:t>
            </a:r>
            <a:r>
              <a:rPr kumimoji="1" lang="ja-JP" altLang="en-US" sz="2000" dirty="0"/>
              <a:t>タップ</a:t>
            </a:r>
            <a:endParaRPr kumimoji="1" lang="en-US" altLang="ja-JP" sz="2000" dirty="0"/>
          </a:p>
          <a:p>
            <a:pPr lvl="1"/>
            <a:r>
              <a:rPr lang="ja-JP" altLang="en-US" sz="2000" dirty="0"/>
              <a:t>参考画像 ⇒</a:t>
            </a:r>
            <a:endParaRPr lang="en-US" altLang="ja-JP" sz="2000" dirty="0"/>
          </a:p>
          <a:p>
            <a:r>
              <a:rPr kumimoji="1" lang="ja-JP" altLang="en-US" sz="2400" dirty="0"/>
              <a:t>参考画像を基に</a:t>
            </a:r>
            <a:r>
              <a:rPr kumimoji="1" lang="en-US" altLang="ja-JP" sz="2400" dirty="0"/>
              <a:t>DDP</a:t>
            </a:r>
            <a:r>
              <a:rPr kumimoji="1" lang="ja-JP" altLang="en-US" sz="2400" dirty="0"/>
              <a:t>プログラムを作成しようとするとうまく考えを組み立てられない（経験則）⇒ステップを踏む</a:t>
            </a:r>
            <a:endParaRPr kumimoji="1" lang="en-US" altLang="ja-JP" sz="2400" dirty="0"/>
          </a:p>
          <a:p>
            <a:pPr marL="914400" lvl="1" indent="-457200">
              <a:buFont typeface="+mj-lt"/>
              <a:buAutoNum type="arabicPeriod"/>
            </a:pPr>
            <a:r>
              <a:rPr kumimoji="1" lang="en-US" altLang="ja-JP" sz="2000" dirty="0"/>
              <a:t>FIR</a:t>
            </a:r>
            <a:r>
              <a:rPr kumimoji="1" lang="ja-JP" altLang="en-US" sz="2000" dirty="0"/>
              <a:t>の動作を確認</a:t>
            </a:r>
            <a:endParaRPr kumimoji="1" lang="en-US" altLang="ja-JP" sz="2000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ja-JP" sz="2000" dirty="0"/>
              <a:t>DDP</a:t>
            </a:r>
            <a:r>
              <a:rPr lang="ja-JP" altLang="en-US" sz="2000" dirty="0"/>
              <a:t>のデータ処理動作と</a:t>
            </a:r>
            <a:r>
              <a:rPr lang="en-US" altLang="ja-JP" sz="2000" dirty="0"/>
              <a:t>FIR</a:t>
            </a:r>
            <a:r>
              <a:rPr lang="ja-JP" altLang="en-US" sz="2000" dirty="0"/>
              <a:t>の動作のイメージをすり合わせる</a:t>
            </a:r>
            <a:endParaRPr lang="en-US" altLang="ja-JP" sz="2000" dirty="0"/>
          </a:p>
          <a:p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9C2F7D1-0A49-44B3-8F8A-083F81D4B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488" y="1050878"/>
            <a:ext cx="5832379" cy="3274910"/>
          </a:xfrm>
          <a:prstGeom prst="rect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20682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717F15-C310-42D4-B2B6-C14E3D1E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DDP</a:t>
            </a:r>
            <a:r>
              <a:rPr kumimoji="1" lang="ja-JP" altLang="en-US" dirty="0"/>
              <a:t>プログラムの検討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986BD4-0732-4276-B7A2-15B1BAD53DDC}"/>
              </a:ext>
            </a:extLst>
          </p:cNvPr>
          <p:cNvSpPr/>
          <p:nvPr/>
        </p:nvSpPr>
        <p:spPr>
          <a:xfrm>
            <a:off x="1171302" y="3492138"/>
            <a:ext cx="9994550" cy="1912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論理和 6">
            <a:extLst>
              <a:ext uri="{FF2B5EF4-FFF2-40B4-BE49-F238E27FC236}">
                <a16:creationId xmlns:a16="http://schemas.microsoft.com/office/drawing/2014/main" id="{DC626FFC-D9BA-4901-892A-0E9A6F73141A}"/>
              </a:ext>
            </a:extLst>
          </p:cNvPr>
          <p:cNvSpPr/>
          <p:nvPr/>
        </p:nvSpPr>
        <p:spPr>
          <a:xfrm>
            <a:off x="289891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3CFADBF8-4EA9-4AAB-9D17-CFF224CB27A0}"/>
              </a:ext>
            </a:extLst>
          </p:cNvPr>
          <p:cNvSpPr/>
          <p:nvPr/>
        </p:nvSpPr>
        <p:spPr>
          <a:xfrm flipV="1">
            <a:off x="2171236" y="4078753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フローチャート: 論理和 8">
            <a:extLst>
              <a:ext uri="{FF2B5EF4-FFF2-40B4-BE49-F238E27FC236}">
                <a16:creationId xmlns:a16="http://schemas.microsoft.com/office/drawing/2014/main" id="{53E2ECD0-C867-4240-8C18-CF99537ADEAA}"/>
              </a:ext>
            </a:extLst>
          </p:cNvPr>
          <p:cNvSpPr/>
          <p:nvPr/>
        </p:nvSpPr>
        <p:spPr>
          <a:xfrm>
            <a:off x="355525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44B8126A-2D2E-4323-812F-B5E146684880}"/>
              </a:ext>
            </a:extLst>
          </p:cNvPr>
          <p:cNvSpPr/>
          <p:nvPr/>
        </p:nvSpPr>
        <p:spPr>
          <a:xfrm flipV="1">
            <a:off x="3483544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フローチャート: 論理和 10">
            <a:extLst>
              <a:ext uri="{FF2B5EF4-FFF2-40B4-BE49-F238E27FC236}">
                <a16:creationId xmlns:a16="http://schemas.microsoft.com/office/drawing/2014/main" id="{51A62F61-8C2D-4DA7-AA20-5458D7F1ADE9}"/>
              </a:ext>
            </a:extLst>
          </p:cNvPr>
          <p:cNvSpPr/>
          <p:nvPr/>
        </p:nvSpPr>
        <p:spPr>
          <a:xfrm>
            <a:off x="486792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C893D494-145D-4D82-9C18-0527C4A68EF8}"/>
              </a:ext>
            </a:extLst>
          </p:cNvPr>
          <p:cNvSpPr/>
          <p:nvPr/>
        </p:nvSpPr>
        <p:spPr>
          <a:xfrm flipV="1">
            <a:off x="5452006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フローチャート: 論理和 13">
            <a:extLst>
              <a:ext uri="{FF2B5EF4-FFF2-40B4-BE49-F238E27FC236}">
                <a16:creationId xmlns:a16="http://schemas.microsoft.com/office/drawing/2014/main" id="{A63991A9-E135-4EDA-BDE4-DC5B4469B5AE}"/>
              </a:ext>
            </a:extLst>
          </p:cNvPr>
          <p:cNvSpPr/>
          <p:nvPr/>
        </p:nvSpPr>
        <p:spPr>
          <a:xfrm>
            <a:off x="552425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AFCAA07E-F9F7-4BE5-A21E-F68FB059CC73}"/>
              </a:ext>
            </a:extLst>
          </p:cNvPr>
          <p:cNvSpPr/>
          <p:nvPr/>
        </p:nvSpPr>
        <p:spPr>
          <a:xfrm flipV="1">
            <a:off x="8076622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DD341B8-1DDF-4FB4-AB4C-948D06055D97}"/>
              </a:ext>
            </a:extLst>
          </p:cNvPr>
          <p:cNvCxnSpPr>
            <a:cxnSpLocks/>
          </p:cNvCxnSpPr>
          <p:nvPr/>
        </p:nvCxnSpPr>
        <p:spPr>
          <a:xfrm>
            <a:off x="2088816" y="3256231"/>
            <a:ext cx="8204211" cy="808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4B07ABF-54CE-4159-94F1-CC5EEC9E0A57}"/>
              </a:ext>
            </a:extLst>
          </p:cNvPr>
          <p:cNvCxnSpPr>
            <a:cxnSpLocks/>
          </p:cNvCxnSpPr>
          <p:nvPr/>
        </p:nvCxnSpPr>
        <p:spPr>
          <a:xfrm>
            <a:off x="2421335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6BDD8BE1-FD3E-4A59-BA1C-B9F08C90F2BD}"/>
              </a:ext>
            </a:extLst>
          </p:cNvPr>
          <p:cNvCxnSpPr>
            <a:cxnSpLocks/>
            <a:stCxn id="8" idx="0"/>
            <a:endCxn id="54" idx="0"/>
          </p:cNvCxnSpPr>
          <p:nvPr/>
        </p:nvCxnSpPr>
        <p:spPr>
          <a:xfrm>
            <a:off x="2421335" y="4414217"/>
            <a:ext cx="0" cy="358621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2273927-9556-4A4B-BD40-834DFBB520FC}"/>
              </a:ext>
            </a:extLst>
          </p:cNvPr>
          <p:cNvSpPr txBox="1"/>
          <p:nvPr/>
        </p:nvSpPr>
        <p:spPr>
          <a:xfrm>
            <a:off x="303283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(1)</a:t>
            </a:r>
            <a:endParaRPr kumimoji="1"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A547AB0-8476-4EF2-88E9-36F51E9A6AE4}"/>
              </a:ext>
            </a:extLst>
          </p:cNvPr>
          <p:cNvSpPr txBox="1"/>
          <p:nvPr/>
        </p:nvSpPr>
        <p:spPr>
          <a:xfrm>
            <a:off x="2441890" y="4225054"/>
            <a:ext cx="578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(0)</a:t>
            </a:r>
            <a:endParaRPr kumimoji="1"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8AA101-16D1-4287-8E6D-DB015731DD70}"/>
              </a:ext>
            </a:extLst>
          </p:cNvPr>
          <p:cNvSpPr txBox="1"/>
          <p:nvPr/>
        </p:nvSpPr>
        <p:spPr>
          <a:xfrm>
            <a:off x="9687395" y="4225054"/>
            <a:ext cx="662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(11)</a:t>
            </a:r>
            <a:endParaRPr kumimoji="1" lang="ja-JP" altLang="en-US" sz="16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C542841-9D6B-4941-8522-9800606D8078}"/>
              </a:ext>
            </a:extLst>
          </p:cNvPr>
          <p:cNvSpPr txBox="1"/>
          <p:nvPr/>
        </p:nvSpPr>
        <p:spPr>
          <a:xfrm>
            <a:off x="10363058" y="4225054"/>
            <a:ext cx="657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(12)</a:t>
            </a:r>
            <a:endParaRPr kumimoji="1" lang="ja-JP" altLang="en-US" sz="16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F82F6C7-6F00-4511-80E5-51B5F9E7B49E}"/>
              </a:ext>
            </a:extLst>
          </p:cNvPr>
          <p:cNvSpPr txBox="1"/>
          <p:nvPr/>
        </p:nvSpPr>
        <p:spPr>
          <a:xfrm>
            <a:off x="1749399" y="2886108"/>
            <a:ext cx="365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S</a:t>
            </a:r>
            <a:r>
              <a:rPr lang="en-US" altLang="ja-JP" sz="1600" baseline="-25000" dirty="0"/>
              <a:t>0</a:t>
            </a:r>
            <a:endParaRPr kumimoji="1" lang="ja-JP" altLang="en-US" sz="1600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E61360C7-95D5-422E-8377-EF74C8225858}"/>
              </a:ext>
            </a:extLst>
          </p:cNvPr>
          <p:cNvSpPr txBox="1"/>
          <p:nvPr/>
        </p:nvSpPr>
        <p:spPr>
          <a:xfrm>
            <a:off x="6972701" y="-702732"/>
            <a:ext cx="7502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S</a:t>
            </a:r>
            <a:r>
              <a:rPr lang="en-US" altLang="ja-JP" sz="1600" baseline="-25000" dirty="0"/>
              <a:t>0</a:t>
            </a:r>
            <a:r>
              <a:rPr kumimoji="1" lang="en-US" altLang="ja-JP" sz="1600" dirty="0"/>
              <a:t>(n)</a:t>
            </a:r>
            <a:endParaRPr kumimoji="1" lang="ja-JP" altLang="en-US" sz="1600" dirty="0"/>
          </a:p>
        </p:txBody>
      </p:sp>
      <p:sp>
        <p:nvSpPr>
          <p:cNvPr id="46" name="フローチャート: 論理和 45">
            <a:extLst>
              <a:ext uri="{FF2B5EF4-FFF2-40B4-BE49-F238E27FC236}">
                <a16:creationId xmlns:a16="http://schemas.microsoft.com/office/drawing/2014/main" id="{7F70FA56-D39C-4AB4-82AC-C2AC0D7F3246}"/>
              </a:ext>
            </a:extLst>
          </p:cNvPr>
          <p:cNvSpPr/>
          <p:nvPr/>
        </p:nvSpPr>
        <p:spPr>
          <a:xfrm>
            <a:off x="421158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7" name="フローチャート: 論理和 46">
            <a:extLst>
              <a:ext uri="{FF2B5EF4-FFF2-40B4-BE49-F238E27FC236}">
                <a16:creationId xmlns:a16="http://schemas.microsoft.com/office/drawing/2014/main" id="{CA5DE039-EB69-4DD6-91AF-EDEF8731921C}"/>
              </a:ext>
            </a:extLst>
          </p:cNvPr>
          <p:cNvSpPr/>
          <p:nvPr/>
        </p:nvSpPr>
        <p:spPr>
          <a:xfrm>
            <a:off x="618059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8" name="フローチャート: 論理和 47">
            <a:extLst>
              <a:ext uri="{FF2B5EF4-FFF2-40B4-BE49-F238E27FC236}">
                <a16:creationId xmlns:a16="http://schemas.microsoft.com/office/drawing/2014/main" id="{114E0D8B-DEE6-45EC-B76C-DA2B24082A6B}"/>
              </a:ext>
            </a:extLst>
          </p:cNvPr>
          <p:cNvSpPr/>
          <p:nvPr/>
        </p:nvSpPr>
        <p:spPr>
          <a:xfrm>
            <a:off x="683692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フローチャート: 論理和 48">
            <a:extLst>
              <a:ext uri="{FF2B5EF4-FFF2-40B4-BE49-F238E27FC236}">
                <a16:creationId xmlns:a16="http://schemas.microsoft.com/office/drawing/2014/main" id="{6755CD02-B8BA-40E1-80E2-5C53D31E1FC7}"/>
              </a:ext>
            </a:extLst>
          </p:cNvPr>
          <p:cNvSpPr/>
          <p:nvPr/>
        </p:nvSpPr>
        <p:spPr>
          <a:xfrm>
            <a:off x="749326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0" name="フローチャート: 論理和 49">
            <a:extLst>
              <a:ext uri="{FF2B5EF4-FFF2-40B4-BE49-F238E27FC236}">
                <a16:creationId xmlns:a16="http://schemas.microsoft.com/office/drawing/2014/main" id="{2A17616D-FCAD-457D-A5C8-1F5B388C8BFF}"/>
              </a:ext>
            </a:extLst>
          </p:cNvPr>
          <p:cNvSpPr/>
          <p:nvPr/>
        </p:nvSpPr>
        <p:spPr>
          <a:xfrm>
            <a:off x="880593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フローチャート: 論理和 50">
            <a:extLst>
              <a:ext uri="{FF2B5EF4-FFF2-40B4-BE49-F238E27FC236}">
                <a16:creationId xmlns:a16="http://schemas.microsoft.com/office/drawing/2014/main" id="{DBF25329-5802-44F2-9C62-EFF4FE32D194}"/>
              </a:ext>
            </a:extLst>
          </p:cNvPr>
          <p:cNvSpPr/>
          <p:nvPr/>
        </p:nvSpPr>
        <p:spPr>
          <a:xfrm>
            <a:off x="946226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フローチャート: 論理和 51">
            <a:extLst>
              <a:ext uri="{FF2B5EF4-FFF2-40B4-BE49-F238E27FC236}">
                <a16:creationId xmlns:a16="http://schemas.microsoft.com/office/drawing/2014/main" id="{8E382460-AF62-47F0-A154-DBD5B3E302C4}"/>
              </a:ext>
            </a:extLst>
          </p:cNvPr>
          <p:cNvSpPr/>
          <p:nvPr/>
        </p:nvSpPr>
        <p:spPr>
          <a:xfrm>
            <a:off x="814959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4" name="フローチャート: 論理和 53">
            <a:extLst>
              <a:ext uri="{FF2B5EF4-FFF2-40B4-BE49-F238E27FC236}">
                <a16:creationId xmlns:a16="http://schemas.microsoft.com/office/drawing/2014/main" id="{35E9ADBE-55B2-48E0-BC06-349F98A46196}"/>
              </a:ext>
            </a:extLst>
          </p:cNvPr>
          <p:cNvSpPr/>
          <p:nvPr/>
        </p:nvSpPr>
        <p:spPr>
          <a:xfrm>
            <a:off x="224258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6E52128D-AB53-4B09-9033-0EE6C48F3B3F}"/>
              </a:ext>
            </a:extLst>
          </p:cNvPr>
          <p:cNvSpPr/>
          <p:nvPr/>
        </p:nvSpPr>
        <p:spPr>
          <a:xfrm flipV="1">
            <a:off x="2827390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E6C9541D-BD79-49AC-91F7-33501AAEA814}"/>
              </a:ext>
            </a:extLst>
          </p:cNvPr>
          <p:cNvSpPr/>
          <p:nvPr/>
        </p:nvSpPr>
        <p:spPr>
          <a:xfrm flipV="1">
            <a:off x="4139698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853059ED-6E43-4623-AF85-510A5885B646}"/>
              </a:ext>
            </a:extLst>
          </p:cNvPr>
          <p:cNvSpPr/>
          <p:nvPr/>
        </p:nvSpPr>
        <p:spPr>
          <a:xfrm flipV="1">
            <a:off x="6108160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B537FDA9-4920-403A-9EA4-9EB595DE9757}"/>
              </a:ext>
            </a:extLst>
          </p:cNvPr>
          <p:cNvSpPr/>
          <p:nvPr/>
        </p:nvSpPr>
        <p:spPr>
          <a:xfrm flipV="1">
            <a:off x="9388930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1EF934AA-7E96-440B-8898-4C02A9113F90}"/>
              </a:ext>
            </a:extLst>
          </p:cNvPr>
          <p:cNvSpPr/>
          <p:nvPr/>
        </p:nvSpPr>
        <p:spPr>
          <a:xfrm flipV="1">
            <a:off x="7420468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E43001A5-6855-4086-9581-20E50555C683}"/>
              </a:ext>
            </a:extLst>
          </p:cNvPr>
          <p:cNvSpPr/>
          <p:nvPr/>
        </p:nvSpPr>
        <p:spPr>
          <a:xfrm flipV="1">
            <a:off x="4795852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A15B028E-7A5B-46FC-9643-59D27D1DC6E1}"/>
              </a:ext>
            </a:extLst>
          </p:cNvPr>
          <p:cNvSpPr/>
          <p:nvPr/>
        </p:nvSpPr>
        <p:spPr>
          <a:xfrm flipV="1">
            <a:off x="6764314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792F7DA0-0166-48E2-BB73-E5B42CF14D86}"/>
              </a:ext>
            </a:extLst>
          </p:cNvPr>
          <p:cNvSpPr/>
          <p:nvPr/>
        </p:nvSpPr>
        <p:spPr>
          <a:xfrm flipV="1">
            <a:off x="8732776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4E13AE78-2F02-4BCF-AA43-3D0E8015101C}"/>
              </a:ext>
            </a:extLst>
          </p:cNvPr>
          <p:cNvSpPr/>
          <p:nvPr/>
        </p:nvSpPr>
        <p:spPr>
          <a:xfrm flipV="1">
            <a:off x="10045087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1104B582-5E87-4064-9400-322957FDB1A9}"/>
              </a:ext>
            </a:extLst>
          </p:cNvPr>
          <p:cNvCxnSpPr>
            <a:cxnSpLocks/>
            <a:stCxn id="67" idx="0"/>
            <a:endCxn id="7" idx="0"/>
          </p:cNvCxnSpPr>
          <p:nvPr/>
        </p:nvCxnSpPr>
        <p:spPr>
          <a:xfrm>
            <a:off x="3077489" y="4402640"/>
            <a:ext cx="181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7EA1766A-1D77-4458-9261-D90CBECD80A6}"/>
              </a:ext>
            </a:extLst>
          </p:cNvPr>
          <p:cNvCxnSpPr>
            <a:cxnSpLocks/>
            <a:stCxn id="10" idx="0"/>
            <a:endCxn id="9" idx="0"/>
          </p:cNvCxnSpPr>
          <p:nvPr/>
        </p:nvCxnSpPr>
        <p:spPr>
          <a:xfrm>
            <a:off x="3733643" y="4402640"/>
            <a:ext cx="362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1F5B152A-1B06-4008-8624-60613CBB323E}"/>
              </a:ext>
            </a:extLst>
          </p:cNvPr>
          <p:cNvCxnSpPr>
            <a:cxnSpLocks/>
            <a:stCxn id="68" idx="0"/>
            <a:endCxn id="46" idx="0"/>
          </p:cNvCxnSpPr>
          <p:nvPr/>
        </p:nvCxnSpPr>
        <p:spPr>
          <a:xfrm>
            <a:off x="4389797" y="4402640"/>
            <a:ext cx="543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3C1DF953-B6CE-4942-AD20-ED83E31399F8}"/>
              </a:ext>
            </a:extLst>
          </p:cNvPr>
          <p:cNvCxnSpPr>
            <a:cxnSpLocks/>
            <a:stCxn id="72" idx="0"/>
            <a:endCxn id="11" idx="0"/>
          </p:cNvCxnSpPr>
          <p:nvPr/>
        </p:nvCxnSpPr>
        <p:spPr>
          <a:xfrm>
            <a:off x="5045951" y="4402640"/>
            <a:ext cx="724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7F06499A-22DE-4272-8132-1B1EA88C4D76}"/>
              </a:ext>
            </a:extLst>
          </p:cNvPr>
          <p:cNvCxnSpPr>
            <a:cxnSpLocks/>
            <a:stCxn id="12" idx="0"/>
            <a:endCxn id="14" idx="0"/>
          </p:cNvCxnSpPr>
          <p:nvPr/>
        </p:nvCxnSpPr>
        <p:spPr>
          <a:xfrm>
            <a:off x="5702105" y="4402640"/>
            <a:ext cx="905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399E29C-20E0-4614-AF69-2A1C16D678FB}"/>
              </a:ext>
            </a:extLst>
          </p:cNvPr>
          <p:cNvCxnSpPr>
            <a:cxnSpLocks/>
            <a:stCxn id="69" idx="0"/>
            <a:endCxn id="47" idx="0"/>
          </p:cNvCxnSpPr>
          <p:nvPr/>
        </p:nvCxnSpPr>
        <p:spPr>
          <a:xfrm>
            <a:off x="6358259" y="4402640"/>
            <a:ext cx="1086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6006EFED-A322-414A-9D66-A5DEF6B735A5}"/>
              </a:ext>
            </a:extLst>
          </p:cNvPr>
          <p:cNvCxnSpPr>
            <a:cxnSpLocks/>
            <a:stCxn id="73" idx="0"/>
            <a:endCxn id="48" idx="0"/>
          </p:cNvCxnSpPr>
          <p:nvPr/>
        </p:nvCxnSpPr>
        <p:spPr>
          <a:xfrm>
            <a:off x="7014413" y="4402640"/>
            <a:ext cx="1267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B60C7448-63B8-46AC-BEF1-9D3EBE5A1AF7}"/>
              </a:ext>
            </a:extLst>
          </p:cNvPr>
          <p:cNvCxnSpPr>
            <a:cxnSpLocks/>
            <a:stCxn id="71" idx="0"/>
            <a:endCxn id="49" idx="0"/>
          </p:cNvCxnSpPr>
          <p:nvPr/>
        </p:nvCxnSpPr>
        <p:spPr>
          <a:xfrm>
            <a:off x="7670567" y="4402640"/>
            <a:ext cx="1448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62C633CC-A726-4554-AD6B-55E1EE93D9E4}"/>
              </a:ext>
            </a:extLst>
          </p:cNvPr>
          <p:cNvCxnSpPr>
            <a:cxnSpLocks/>
            <a:stCxn id="15" idx="0"/>
            <a:endCxn id="52" idx="0"/>
          </p:cNvCxnSpPr>
          <p:nvPr/>
        </p:nvCxnSpPr>
        <p:spPr>
          <a:xfrm>
            <a:off x="8326721" y="4402640"/>
            <a:ext cx="1629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5B715ED1-64E4-4D36-B433-10CF9F27EF0C}"/>
              </a:ext>
            </a:extLst>
          </p:cNvPr>
          <p:cNvCxnSpPr>
            <a:cxnSpLocks/>
            <a:stCxn id="74" idx="0"/>
            <a:endCxn id="50" idx="0"/>
          </p:cNvCxnSpPr>
          <p:nvPr/>
        </p:nvCxnSpPr>
        <p:spPr>
          <a:xfrm>
            <a:off x="8982875" y="4402640"/>
            <a:ext cx="1810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AF94A68D-B4D8-4C00-ACA0-58316FC9A8B2}"/>
              </a:ext>
            </a:extLst>
          </p:cNvPr>
          <p:cNvCxnSpPr>
            <a:cxnSpLocks/>
            <a:stCxn id="70" idx="0"/>
            <a:endCxn id="51" idx="0"/>
          </p:cNvCxnSpPr>
          <p:nvPr/>
        </p:nvCxnSpPr>
        <p:spPr>
          <a:xfrm>
            <a:off x="9639029" y="4402640"/>
            <a:ext cx="1991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0943AA03-9E91-4C05-A747-C1991DFB688E}"/>
              </a:ext>
            </a:extLst>
          </p:cNvPr>
          <p:cNvCxnSpPr>
            <a:cxnSpLocks/>
          </p:cNvCxnSpPr>
          <p:nvPr/>
        </p:nvCxnSpPr>
        <p:spPr>
          <a:xfrm flipH="1">
            <a:off x="260008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51B05726-5689-4D3C-81C2-D6E6593D930B}"/>
              </a:ext>
            </a:extLst>
          </p:cNvPr>
          <p:cNvCxnSpPr>
            <a:cxnSpLocks/>
          </p:cNvCxnSpPr>
          <p:nvPr/>
        </p:nvCxnSpPr>
        <p:spPr>
          <a:xfrm flipH="1">
            <a:off x="325642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D4470548-ACAC-47F3-A7D9-5C615885A3AB}"/>
              </a:ext>
            </a:extLst>
          </p:cNvPr>
          <p:cNvCxnSpPr>
            <a:cxnSpLocks/>
          </p:cNvCxnSpPr>
          <p:nvPr/>
        </p:nvCxnSpPr>
        <p:spPr>
          <a:xfrm flipH="1">
            <a:off x="391275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E45F219-1FB6-47D5-B0B1-03CDC8258B38}"/>
              </a:ext>
            </a:extLst>
          </p:cNvPr>
          <p:cNvCxnSpPr>
            <a:cxnSpLocks/>
          </p:cNvCxnSpPr>
          <p:nvPr/>
        </p:nvCxnSpPr>
        <p:spPr>
          <a:xfrm flipH="1">
            <a:off x="456909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42FCE108-2C43-40ED-9FA3-465A98FFC503}"/>
              </a:ext>
            </a:extLst>
          </p:cNvPr>
          <p:cNvCxnSpPr>
            <a:cxnSpLocks/>
          </p:cNvCxnSpPr>
          <p:nvPr/>
        </p:nvCxnSpPr>
        <p:spPr>
          <a:xfrm flipH="1">
            <a:off x="522542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6CA2B09E-86E3-49F7-A1D3-2A19B750A683}"/>
              </a:ext>
            </a:extLst>
          </p:cNvPr>
          <p:cNvCxnSpPr>
            <a:cxnSpLocks/>
          </p:cNvCxnSpPr>
          <p:nvPr/>
        </p:nvCxnSpPr>
        <p:spPr>
          <a:xfrm flipH="1">
            <a:off x="5910295" y="4940570"/>
            <a:ext cx="270297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F7E71ED-61EB-4E68-99F3-CC562306FF85}"/>
              </a:ext>
            </a:extLst>
          </p:cNvPr>
          <p:cNvCxnSpPr>
            <a:cxnSpLocks/>
          </p:cNvCxnSpPr>
          <p:nvPr/>
        </p:nvCxnSpPr>
        <p:spPr>
          <a:xfrm flipH="1">
            <a:off x="653809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641B6A7F-714E-4726-9CEC-F5CB78221061}"/>
              </a:ext>
            </a:extLst>
          </p:cNvPr>
          <p:cNvCxnSpPr>
            <a:cxnSpLocks/>
          </p:cNvCxnSpPr>
          <p:nvPr/>
        </p:nvCxnSpPr>
        <p:spPr>
          <a:xfrm flipH="1">
            <a:off x="719443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03F2D7D8-3513-4EAA-9D4A-D8FABCBFA15D}"/>
              </a:ext>
            </a:extLst>
          </p:cNvPr>
          <p:cNvCxnSpPr>
            <a:cxnSpLocks/>
          </p:cNvCxnSpPr>
          <p:nvPr/>
        </p:nvCxnSpPr>
        <p:spPr>
          <a:xfrm flipH="1">
            <a:off x="785076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1AAC0AE3-8F18-4E55-BE0B-CF5A07C87126}"/>
              </a:ext>
            </a:extLst>
          </p:cNvPr>
          <p:cNvCxnSpPr>
            <a:cxnSpLocks/>
          </p:cNvCxnSpPr>
          <p:nvPr/>
        </p:nvCxnSpPr>
        <p:spPr>
          <a:xfrm flipH="1">
            <a:off x="850710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C8DB66EA-CFD6-4A31-B0C7-B0AAD4619450}"/>
              </a:ext>
            </a:extLst>
          </p:cNvPr>
          <p:cNvCxnSpPr>
            <a:cxnSpLocks/>
          </p:cNvCxnSpPr>
          <p:nvPr/>
        </p:nvCxnSpPr>
        <p:spPr>
          <a:xfrm flipH="1">
            <a:off x="916343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95A54752-2836-4A25-A583-8A03F195FA6F}"/>
              </a:ext>
            </a:extLst>
          </p:cNvPr>
          <p:cNvSpPr txBox="1"/>
          <p:nvPr/>
        </p:nvSpPr>
        <p:spPr>
          <a:xfrm>
            <a:off x="368659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(2)</a:t>
            </a:r>
            <a:endParaRPr kumimoji="1" lang="ja-JP" altLang="en-US" sz="1600" dirty="0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416601A6-E672-41B0-9AA2-9B12D8A11C08}"/>
              </a:ext>
            </a:extLst>
          </p:cNvPr>
          <p:cNvSpPr txBox="1"/>
          <p:nvPr/>
        </p:nvSpPr>
        <p:spPr>
          <a:xfrm>
            <a:off x="434036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(3)</a:t>
            </a:r>
            <a:endParaRPr kumimoji="1" lang="ja-JP" altLang="en-US" sz="1600" dirty="0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676FF72-E204-4774-8CAF-98FCC2BCAE85}"/>
              </a:ext>
            </a:extLst>
          </p:cNvPr>
          <p:cNvSpPr txBox="1"/>
          <p:nvPr/>
        </p:nvSpPr>
        <p:spPr>
          <a:xfrm>
            <a:off x="499412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(4)</a:t>
            </a:r>
            <a:endParaRPr kumimoji="1" lang="ja-JP" altLang="en-US" sz="1600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72F29B3D-EE4C-4BD9-A5CB-FD8CC51C5E0A}"/>
              </a:ext>
            </a:extLst>
          </p:cNvPr>
          <p:cNvSpPr txBox="1"/>
          <p:nvPr/>
        </p:nvSpPr>
        <p:spPr>
          <a:xfrm>
            <a:off x="564789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(5)</a:t>
            </a:r>
            <a:endParaRPr kumimoji="1" lang="ja-JP" altLang="en-US" sz="1600" dirty="0"/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F648F417-2A50-4DA8-8E81-D4CE7656D1F8}"/>
              </a:ext>
            </a:extLst>
          </p:cNvPr>
          <p:cNvSpPr txBox="1"/>
          <p:nvPr/>
        </p:nvSpPr>
        <p:spPr>
          <a:xfrm>
            <a:off x="630165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(6)</a:t>
            </a:r>
            <a:endParaRPr kumimoji="1" lang="ja-JP" altLang="en-US" sz="1600" dirty="0"/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47401E32-B4C1-41F2-8A59-90B60E19B698}"/>
              </a:ext>
            </a:extLst>
          </p:cNvPr>
          <p:cNvSpPr txBox="1"/>
          <p:nvPr/>
        </p:nvSpPr>
        <p:spPr>
          <a:xfrm>
            <a:off x="695542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(7)</a:t>
            </a:r>
            <a:endParaRPr kumimoji="1" lang="ja-JP" altLang="en-US" sz="1600" dirty="0"/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D6481569-9E34-47DF-B52B-3689C0BFCC2B}"/>
              </a:ext>
            </a:extLst>
          </p:cNvPr>
          <p:cNvSpPr txBox="1"/>
          <p:nvPr/>
        </p:nvSpPr>
        <p:spPr>
          <a:xfrm>
            <a:off x="760918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(8)</a:t>
            </a:r>
            <a:endParaRPr kumimoji="1" lang="ja-JP" altLang="en-US" sz="1600" dirty="0"/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75CAE5F7-6E3C-4E23-B510-DAAACBAA8AD7}"/>
              </a:ext>
            </a:extLst>
          </p:cNvPr>
          <p:cNvSpPr txBox="1"/>
          <p:nvPr/>
        </p:nvSpPr>
        <p:spPr>
          <a:xfrm>
            <a:off x="826295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(9)</a:t>
            </a:r>
            <a:endParaRPr kumimoji="1" lang="ja-JP" altLang="en-US" sz="1600" dirty="0"/>
          </a:p>
        </p:txBody>
      </p: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EC65737D-84E9-48FB-9C2D-05CEDDA3B2E8}"/>
              </a:ext>
            </a:extLst>
          </p:cNvPr>
          <p:cNvSpPr txBox="1"/>
          <p:nvPr/>
        </p:nvSpPr>
        <p:spPr>
          <a:xfrm>
            <a:off x="8916715" y="4225054"/>
            <a:ext cx="757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(10)</a:t>
            </a:r>
            <a:endParaRPr kumimoji="1" lang="ja-JP" altLang="en-US" sz="1600" dirty="0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ABF1F041-D62C-43D5-8551-DFED65E4136D}"/>
              </a:ext>
            </a:extLst>
          </p:cNvPr>
          <p:cNvSpPr txBox="1"/>
          <p:nvPr/>
        </p:nvSpPr>
        <p:spPr>
          <a:xfrm>
            <a:off x="1256836" y="3560030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内の処理</a:t>
            </a:r>
          </a:p>
        </p:txBody>
      </p:sp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51A2A888-50CE-43BD-9038-FC24A4739D47}"/>
              </a:ext>
            </a:extLst>
          </p:cNvPr>
          <p:cNvCxnSpPr>
            <a:cxnSpLocks/>
          </p:cNvCxnSpPr>
          <p:nvPr/>
        </p:nvCxnSpPr>
        <p:spPr>
          <a:xfrm>
            <a:off x="3077486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965A2660-4CC9-4482-B867-BEBC099F79CB}"/>
              </a:ext>
            </a:extLst>
          </p:cNvPr>
          <p:cNvCxnSpPr>
            <a:cxnSpLocks/>
          </p:cNvCxnSpPr>
          <p:nvPr/>
        </p:nvCxnSpPr>
        <p:spPr>
          <a:xfrm>
            <a:off x="3739982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4B7534D8-19B7-4C3C-85FC-7561E37F68E0}"/>
              </a:ext>
            </a:extLst>
          </p:cNvPr>
          <p:cNvCxnSpPr>
            <a:cxnSpLocks/>
          </p:cNvCxnSpPr>
          <p:nvPr/>
        </p:nvCxnSpPr>
        <p:spPr>
          <a:xfrm>
            <a:off x="4396133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B21BCE4B-4A8A-46EE-9BB4-A51CAD4F041E}"/>
              </a:ext>
            </a:extLst>
          </p:cNvPr>
          <p:cNvCxnSpPr>
            <a:cxnSpLocks/>
          </p:cNvCxnSpPr>
          <p:nvPr/>
        </p:nvCxnSpPr>
        <p:spPr>
          <a:xfrm>
            <a:off x="5045953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>
            <a:extLst>
              <a:ext uri="{FF2B5EF4-FFF2-40B4-BE49-F238E27FC236}">
                <a16:creationId xmlns:a16="http://schemas.microsoft.com/office/drawing/2014/main" id="{F135CE5D-75A8-4DD7-845B-D67E179A8822}"/>
              </a:ext>
            </a:extLst>
          </p:cNvPr>
          <p:cNvCxnSpPr>
            <a:cxnSpLocks/>
          </p:cNvCxnSpPr>
          <p:nvPr/>
        </p:nvCxnSpPr>
        <p:spPr>
          <a:xfrm>
            <a:off x="5702104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43533D84-2271-4660-AEB5-363F28FAF222}"/>
              </a:ext>
            </a:extLst>
          </p:cNvPr>
          <p:cNvCxnSpPr>
            <a:cxnSpLocks/>
          </p:cNvCxnSpPr>
          <p:nvPr/>
        </p:nvCxnSpPr>
        <p:spPr>
          <a:xfrm>
            <a:off x="6350843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45FC9600-CA87-49A0-AD68-000A1D7FDC9C}"/>
              </a:ext>
            </a:extLst>
          </p:cNvPr>
          <p:cNvCxnSpPr>
            <a:cxnSpLocks/>
          </p:cNvCxnSpPr>
          <p:nvPr/>
        </p:nvCxnSpPr>
        <p:spPr>
          <a:xfrm>
            <a:off x="7006994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矢印コネクタ 161">
            <a:extLst>
              <a:ext uri="{FF2B5EF4-FFF2-40B4-BE49-F238E27FC236}">
                <a16:creationId xmlns:a16="http://schemas.microsoft.com/office/drawing/2014/main" id="{D334D684-7983-4808-863A-1B1E8337EFC2}"/>
              </a:ext>
            </a:extLst>
          </p:cNvPr>
          <p:cNvCxnSpPr>
            <a:cxnSpLocks/>
          </p:cNvCxnSpPr>
          <p:nvPr/>
        </p:nvCxnSpPr>
        <p:spPr>
          <a:xfrm>
            <a:off x="7669490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310AF442-5A59-4FDB-A356-22D0A838B110}"/>
              </a:ext>
            </a:extLst>
          </p:cNvPr>
          <p:cNvCxnSpPr>
            <a:cxnSpLocks/>
          </p:cNvCxnSpPr>
          <p:nvPr/>
        </p:nvCxnSpPr>
        <p:spPr>
          <a:xfrm>
            <a:off x="8325641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>
            <a:extLst>
              <a:ext uri="{FF2B5EF4-FFF2-40B4-BE49-F238E27FC236}">
                <a16:creationId xmlns:a16="http://schemas.microsoft.com/office/drawing/2014/main" id="{E76A7870-257B-4BF8-B853-F9ED5E32F0D3}"/>
              </a:ext>
            </a:extLst>
          </p:cNvPr>
          <p:cNvCxnSpPr>
            <a:cxnSpLocks/>
          </p:cNvCxnSpPr>
          <p:nvPr/>
        </p:nvCxnSpPr>
        <p:spPr>
          <a:xfrm>
            <a:off x="8975461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64">
            <a:extLst>
              <a:ext uri="{FF2B5EF4-FFF2-40B4-BE49-F238E27FC236}">
                <a16:creationId xmlns:a16="http://schemas.microsoft.com/office/drawing/2014/main" id="{71044CBA-E86B-4BD6-A6F8-163BE4F65284}"/>
              </a:ext>
            </a:extLst>
          </p:cNvPr>
          <p:cNvCxnSpPr>
            <a:cxnSpLocks/>
          </p:cNvCxnSpPr>
          <p:nvPr/>
        </p:nvCxnSpPr>
        <p:spPr>
          <a:xfrm>
            <a:off x="9631612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3F81C571-1BC3-449F-A2D8-995DB7F24AA0}"/>
              </a:ext>
            </a:extLst>
          </p:cNvPr>
          <p:cNvCxnSpPr>
            <a:cxnSpLocks/>
          </p:cNvCxnSpPr>
          <p:nvPr/>
        </p:nvCxnSpPr>
        <p:spPr>
          <a:xfrm>
            <a:off x="10293027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C8D811D-B59A-4700-A272-B77D416E3E87}"/>
              </a:ext>
            </a:extLst>
          </p:cNvPr>
          <p:cNvSpPr/>
          <p:nvPr/>
        </p:nvSpPr>
        <p:spPr>
          <a:xfrm>
            <a:off x="2505264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5AA86FE7-CED5-45CA-B50D-35AD4A6BA3E6}"/>
              </a:ext>
            </a:extLst>
          </p:cNvPr>
          <p:cNvSpPr/>
          <p:nvPr/>
        </p:nvSpPr>
        <p:spPr>
          <a:xfrm>
            <a:off x="3162791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63711355-4D05-4700-9EAE-BB65252ACF3A}"/>
              </a:ext>
            </a:extLst>
          </p:cNvPr>
          <p:cNvSpPr/>
          <p:nvPr/>
        </p:nvSpPr>
        <p:spPr>
          <a:xfrm>
            <a:off x="3820318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858F4FFF-7232-4A46-A68A-3B34705CE26E}"/>
              </a:ext>
            </a:extLst>
          </p:cNvPr>
          <p:cNvSpPr/>
          <p:nvPr/>
        </p:nvSpPr>
        <p:spPr>
          <a:xfrm>
            <a:off x="4477845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39AB57BA-C5D8-4186-AEA2-1AD23C882482}"/>
              </a:ext>
            </a:extLst>
          </p:cNvPr>
          <p:cNvSpPr/>
          <p:nvPr/>
        </p:nvSpPr>
        <p:spPr>
          <a:xfrm>
            <a:off x="5135372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511A173-D7A5-41A5-A3B8-DA2C835A93B1}"/>
              </a:ext>
            </a:extLst>
          </p:cNvPr>
          <p:cNvSpPr/>
          <p:nvPr/>
        </p:nvSpPr>
        <p:spPr>
          <a:xfrm>
            <a:off x="5792899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11B28CFF-4FEA-4AD2-8B2C-D74E744751FD}"/>
              </a:ext>
            </a:extLst>
          </p:cNvPr>
          <p:cNvSpPr/>
          <p:nvPr/>
        </p:nvSpPr>
        <p:spPr>
          <a:xfrm>
            <a:off x="6450426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7AF1D1D6-80CF-4419-9BDD-6A77591D6502}"/>
              </a:ext>
            </a:extLst>
          </p:cNvPr>
          <p:cNvSpPr/>
          <p:nvPr/>
        </p:nvSpPr>
        <p:spPr>
          <a:xfrm>
            <a:off x="7107953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2A887908-C914-4D28-AB5D-166E2B1E481D}"/>
              </a:ext>
            </a:extLst>
          </p:cNvPr>
          <p:cNvSpPr/>
          <p:nvPr/>
        </p:nvSpPr>
        <p:spPr>
          <a:xfrm>
            <a:off x="7765480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E394E589-4B7D-42FD-8CBF-CC9DE49DC1F2}"/>
              </a:ext>
            </a:extLst>
          </p:cNvPr>
          <p:cNvSpPr/>
          <p:nvPr/>
        </p:nvSpPr>
        <p:spPr>
          <a:xfrm>
            <a:off x="8423007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55D74CB7-D8DA-4E8D-BFB4-574A0A2E4F9E}"/>
              </a:ext>
            </a:extLst>
          </p:cNvPr>
          <p:cNvSpPr/>
          <p:nvPr/>
        </p:nvSpPr>
        <p:spPr>
          <a:xfrm>
            <a:off x="9080534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02B04145-BC87-4964-80C7-18C0C1BD588A}"/>
              </a:ext>
            </a:extLst>
          </p:cNvPr>
          <p:cNvSpPr/>
          <p:nvPr/>
        </p:nvSpPr>
        <p:spPr>
          <a:xfrm>
            <a:off x="9738065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92" name="テキスト ボックス 191">
            <a:extLst>
              <a:ext uri="{FF2B5EF4-FFF2-40B4-BE49-F238E27FC236}">
                <a16:creationId xmlns:a16="http://schemas.microsoft.com/office/drawing/2014/main" id="{D089FAB2-0CD2-41F6-9311-338A3D92CEF9}"/>
              </a:ext>
            </a:extLst>
          </p:cNvPr>
          <p:cNvSpPr txBox="1"/>
          <p:nvPr/>
        </p:nvSpPr>
        <p:spPr>
          <a:xfrm>
            <a:off x="3197088" y="2134565"/>
            <a:ext cx="5595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/>
              <a:t>13</a:t>
            </a:r>
            <a:r>
              <a:rPr kumimoji="1" lang="ja-JP" altLang="en-US" sz="2400" dirty="0"/>
              <a:t>タップ</a:t>
            </a:r>
            <a:r>
              <a:rPr kumimoji="1" lang="en-US" altLang="ja-JP" sz="2400" dirty="0"/>
              <a:t>FIR</a:t>
            </a:r>
            <a:r>
              <a:rPr kumimoji="1" lang="ja-JP" altLang="en-US" sz="2400" dirty="0"/>
              <a:t>フィルタ</a:t>
            </a:r>
          </a:p>
        </p:txBody>
      </p: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7894EBA8-3295-4D34-9BED-93334AA51FF0}"/>
              </a:ext>
            </a:extLst>
          </p:cNvPr>
          <p:cNvCxnSpPr>
            <a:cxnSpLocks/>
          </p:cNvCxnSpPr>
          <p:nvPr/>
        </p:nvCxnSpPr>
        <p:spPr>
          <a:xfrm>
            <a:off x="2441890" y="5108302"/>
            <a:ext cx="0" cy="25970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140B0C20-A3D2-4555-B567-5DA501DAC3F1}"/>
              </a:ext>
            </a:extLst>
          </p:cNvPr>
          <p:cNvCxnSpPr>
            <a:cxnSpLocks/>
            <a:stCxn id="76" idx="0"/>
            <a:endCxn id="51" idx="6"/>
          </p:cNvCxnSpPr>
          <p:nvPr/>
        </p:nvCxnSpPr>
        <p:spPr>
          <a:xfrm rot="5400000">
            <a:off x="9788514" y="4433898"/>
            <a:ext cx="537930" cy="475414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454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717F15-C310-42D4-B2B6-C14E3D1E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DDP</a:t>
            </a:r>
            <a:r>
              <a:rPr kumimoji="1" lang="ja-JP" altLang="en-US" dirty="0"/>
              <a:t>プログラムの検討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986BD4-0732-4276-B7A2-15B1BAD53DDC}"/>
              </a:ext>
            </a:extLst>
          </p:cNvPr>
          <p:cNvSpPr/>
          <p:nvPr/>
        </p:nvSpPr>
        <p:spPr>
          <a:xfrm>
            <a:off x="1171301" y="3492138"/>
            <a:ext cx="10116645" cy="1912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論理和 6">
            <a:extLst>
              <a:ext uri="{FF2B5EF4-FFF2-40B4-BE49-F238E27FC236}">
                <a16:creationId xmlns:a16="http://schemas.microsoft.com/office/drawing/2014/main" id="{DC626FFC-D9BA-4901-892A-0E9A6F73141A}"/>
              </a:ext>
            </a:extLst>
          </p:cNvPr>
          <p:cNvSpPr/>
          <p:nvPr/>
        </p:nvSpPr>
        <p:spPr>
          <a:xfrm>
            <a:off x="289891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3CFADBF8-4EA9-4AAB-9D17-CFF224CB27A0}"/>
              </a:ext>
            </a:extLst>
          </p:cNvPr>
          <p:cNvSpPr/>
          <p:nvPr/>
        </p:nvSpPr>
        <p:spPr>
          <a:xfrm flipV="1">
            <a:off x="2171236" y="4078753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フローチャート: 論理和 8">
            <a:extLst>
              <a:ext uri="{FF2B5EF4-FFF2-40B4-BE49-F238E27FC236}">
                <a16:creationId xmlns:a16="http://schemas.microsoft.com/office/drawing/2014/main" id="{53E2ECD0-C867-4240-8C18-CF99537ADEAA}"/>
              </a:ext>
            </a:extLst>
          </p:cNvPr>
          <p:cNvSpPr/>
          <p:nvPr/>
        </p:nvSpPr>
        <p:spPr>
          <a:xfrm>
            <a:off x="355525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44B8126A-2D2E-4323-812F-B5E146684880}"/>
              </a:ext>
            </a:extLst>
          </p:cNvPr>
          <p:cNvSpPr/>
          <p:nvPr/>
        </p:nvSpPr>
        <p:spPr>
          <a:xfrm flipV="1">
            <a:off x="3483544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フローチャート: 論理和 10">
            <a:extLst>
              <a:ext uri="{FF2B5EF4-FFF2-40B4-BE49-F238E27FC236}">
                <a16:creationId xmlns:a16="http://schemas.microsoft.com/office/drawing/2014/main" id="{51A62F61-8C2D-4DA7-AA20-5458D7F1ADE9}"/>
              </a:ext>
            </a:extLst>
          </p:cNvPr>
          <p:cNvSpPr/>
          <p:nvPr/>
        </p:nvSpPr>
        <p:spPr>
          <a:xfrm>
            <a:off x="486792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C893D494-145D-4D82-9C18-0527C4A68EF8}"/>
              </a:ext>
            </a:extLst>
          </p:cNvPr>
          <p:cNvSpPr/>
          <p:nvPr/>
        </p:nvSpPr>
        <p:spPr>
          <a:xfrm flipV="1">
            <a:off x="5452006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フローチャート: 論理和 13">
            <a:extLst>
              <a:ext uri="{FF2B5EF4-FFF2-40B4-BE49-F238E27FC236}">
                <a16:creationId xmlns:a16="http://schemas.microsoft.com/office/drawing/2014/main" id="{A63991A9-E135-4EDA-BDE4-DC5B4469B5AE}"/>
              </a:ext>
            </a:extLst>
          </p:cNvPr>
          <p:cNvSpPr/>
          <p:nvPr/>
        </p:nvSpPr>
        <p:spPr>
          <a:xfrm>
            <a:off x="552425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AFCAA07E-F9F7-4BE5-A21E-F68FB059CC73}"/>
              </a:ext>
            </a:extLst>
          </p:cNvPr>
          <p:cNvSpPr/>
          <p:nvPr/>
        </p:nvSpPr>
        <p:spPr>
          <a:xfrm flipV="1">
            <a:off x="8076622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DD341B8-1DDF-4FB4-AB4C-948D06055D97}"/>
              </a:ext>
            </a:extLst>
          </p:cNvPr>
          <p:cNvCxnSpPr>
            <a:cxnSpLocks/>
          </p:cNvCxnSpPr>
          <p:nvPr/>
        </p:nvCxnSpPr>
        <p:spPr>
          <a:xfrm>
            <a:off x="2088816" y="3256231"/>
            <a:ext cx="8204211" cy="808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4B07ABF-54CE-4159-94F1-CC5EEC9E0A57}"/>
              </a:ext>
            </a:extLst>
          </p:cNvPr>
          <p:cNvCxnSpPr>
            <a:cxnSpLocks/>
          </p:cNvCxnSpPr>
          <p:nvPr/>
        </p:nvCxnSpPr>
        <p:spPr>
          <a:xfrm>
            <a:off x="2421335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6BDD8BE1-FD3E-4A59-BA1C-B9F08C90F2BD}"/>
              </a:ext>
            </a:extLst>
          </p:cNvPr>
          <p:cNvCxnSpPr>
            <a:cxnSpLocks/>
            <a:stCxn id="8" idx="0"/>
            <a:endCxn id="54" idx="0"/>
          </p:cNvCxnSpPr>
          <p:nvPr/>
        </p:nvCxnSpPr>
        <p:spPr>
          <a:xfrm>
            <a:off x="2421335" y="4414217"/>
            <a:ext cx="0" cy="358621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2273927-9556-4A4B-BD40-834DFBB520FC}"/>
              </a:ext>
            </a:extLst>
          </p:cNvPr>
          <p:cNvSpPr txBox="1"/>
          <p:nvPr/>
        </p:nvSpPr>
        <p:spPr>
          <a:xfrm>
            <a:off x="303283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(1)</a:t>
            </a:r>
            <a:endParaRPr kumimoji="1"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A547AB0-8476-4EF2-88E9-36F51E9A6AE4}"/>
              </a:ext>
            </a:extLst>
          </p:cNvPr>
          <p:cNvSpPr txBox="1"/>
          <p:nvPr/>
        </p:nvSpPr>
        <p:spPr>
          <a:xfrm>
            <a:off x="2441890" y="4225054"/>
            <a:ext cx="578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(0)</a:t>
            </a:r>
            <a:endParaRPr kumimoji="1"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8AA101-16D1-4287-8E6D-DB015731DD70}"/>
              </a:ext>
            </a:extLst>
          </p:cNvPr>
          <p:cNvSpPr txBox="1"/>
          <p:nvPr/>
        </p:nvSpPr>
        <p:spPr>
          <a:xfrm>
            <a:off x="9687395" y="4225054"/>
            <a:ext cx="662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(11)</a:t>
            </a:r>
            <a:endParaRPr kumimoji="1" lang="ja-JP" altLang="en-US" sz="16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C542841-9D6B-4941-8522-9800606D8078}"/>
              </a:ext>
            </a:extLst>
          </p:cNvPr>
          <p:cNvSpPr txBox="1"/>
          <p:nvPr/>
        </p:nvSpPr>
        <p:spPr>
          <a:xfrm>
            <a:off x="10363058" y="4225054"/>
            <a:ext cx="657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(12)</a:t>
            </a:r>
            <a:endParaRPr kumimoji="1" lang="ja-JP" altLang="en-US" sz="16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F82F6C7-6F00-4511-80E5-51B5F9E7B49E}"/>
              </a:ext>
            </a:extLst>
          </p:cNvPr>
          <p:cNvSpPr txBox="1"/>
          <p:nvPr/>
        </p:nvSpPr>
        <p:spPr>
          <a:xfrm>
            <a:off x="1749399" y="2886108"/>
            <a:ext cx="365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S</a:t>
            </a:r>
            <a:r>
              <a:rPr lang="en-US" altLang="ja-JP" sz="1600" baseline="-25000" dirty="0"/>
              <a:t>0</a:t>
            </a:r>
            <a:endParaRPr kumimoji="1" lang="ja-JP" altLang="en-US" sz="1600" dirty="0"/>
          </a:p>
        </p:txBody>
      </p:sp>
      <p:sp>
        <p:nvSpPr>
          <p:cNvPr id="46" name="フローチャート: 論理和 45">
            <a:extLst>
              <a:ext uri="{FF2B5EF4-FFF2-40B4-BE49-F238E27FC236}">
                <a16:creationId xmlns:a16="http://schemas.microsoft.com/office/drawing/2014/main" id="{7F70FA56-D39C-4AB4-82AC-C2AC0D7F3246}"/>
              </a:ext>
            </a:extLst>
          </p:cNvPr>
          <p:cNvSpPr/>
          <p:nvPr/>
        </p:nvSpPr>
        <p:spPr>
          <a:xfrm>
            <a:off x="421158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7" name="フローチャート: 論理和 46">
            <a:extLst>
              <a:ext uri="{FF2B5EF4-FFF2-40B4-BE49-F238E27FC236}">
                <a16:creationId xmlns:a16="http://schemas.microsoft.com/office/drawing/2014/main" id="{CA5DE039-EB69-4DD6-91AF-EDEF8731921C}"/>
              </a:ext>
            </a:extLst>
          </p:cNvPr>
          <p:cNvSpPr/>
          <p:nvPr/>
        </p:nvSpPr>
        <p:spPr>
          <a:xfrm>
            <a:off x="618059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8" name="フローチャート: 論理和 47">
            <a:extLst>
              <a:ext uri="{FF2B5EF4-FFF2-40B4-BE49-F238E27FC236}">
                <a16:creationId xmlns:a16="http://schemas.microsoft.com/office/drawing/2014/main" id="{114E0D8B-DEE6-45EC-B76C-DA2B24082A6B}"/>
              </a:ext>
            </a:extLst>
          </p:cNvPr>
          <p:cNvSpPr/>
          <p:nvPr/>
        </p:nvSpPr>
        <p:spPr>
          <a:xfrm>
            <a:off x="683692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フローチャート: 論理和 48">
            <a:extLst>
              <a:ext uri="{FF2B5EF4-FFF2-40B4-BE49-F238E27FC236}">
                <a16:creationId xmlns:a16="http://schemas.microsoft.com/office/drawing/2014/main" id="{6755CD02-B8BA-40E1-80E2-5C53D31E1FC7}"/>
              </a:ext>
            </a:extLst>
          </p:cNvPr>
          <p:cNvSpPr/>
          <p:nvPr/>
        </p:nvSpPr>
        <p:spPr>
          <a:xfrm>
            <a:off x="749326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0" name="フローチャート: 論理和 49">
            <a:extLst>
              <a:ext uri="{FF2B5EF4-FFF2-40B4-BE49-F238E27FC236}">
                <a16:creationId xmlns:a16="http://schemas.microsoft.com/office/drawing/2014/main" id="{2A17616D-FCAD-457D-A5C8-1F5B388C8BFF}"/>
              </a:ext>
            </a:extLst>
          </p:cNvPr>
          <p:cNvSpPr/>
          <p:nvPr/>
        </p:nvSpPr>
        <p:spPr>
          <a:xfrm>
            <a:off x="880593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フローチャート: 論理和 50">
            <a:extLst>
              <a:ext uri="{FF2B5EF4-FFF2-40B4-BE49-F238E27FC236}">
                <a16:creationId xmlns:a16="http://schemas.microsoft.com/office/drawing/2014/main" id="{DBF25329-5802-44F2-9C62-EFF4FE32D194}"/>
              </a:ext>
            </a:extLst>
          </p:cNvPr>
          <p:cNvSpPr/>
          <p:nvPr/>
        </p:nvSpPr>
        <p:spPr>
          <a:xfrm>
            <a:off x="946226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フローチャート: 論理和 51">
            <a:extLst>
              <a:ext uri="{FF2B5EF4-FFF2-40B4-BE49-F238E27FC236}">
                <a16:creationId xmlns:a16="http://schemas.microsoft.com/office/drawing/2014/main" id="{8E382460-AF62-47F0-A154-DBD5B3E302C4}"/>
              </a:ext>
            </a:extLst>
          </p:cNvPr>
          <p:cNvSpPr/>
          <p:nvPr/>
        </p:nvSpPr>
        <p:spPr>
          <a:xfrm>
            <a:off x="814959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4" name="フローチャート: 論理和 53">
            <a:extLst>
              <a:ext uri="{FF2B5EF4-FFF2-40B4-BE49-F238E27FC236}">
                <a16:creationId xmlns:a16="http://schemas.microsoft.com/office/drawing/2014/main" id="{35E9ADBE-55B2-48E0-BC06-349F98A46196}"/>
              </a:ext>
            </a:extLst>
          </p:cNvPr>
          <p:cNvSpPr/>
          <p:nvPr/>
        </p:nvSpPr>
        <p:spPr>
          <a:xfrm>
            <a:off x="224258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6E52128D-AB53-4B09-9033-0EE6C48F3B3F}"/>
              </a:ext>
            </a:extLst>
          </p:cNvPr>
          <p:cNvSpPr/>
          <p:nvPr/>
        </p:nvSpPr>
        <p:spPr>
          <a:xfrm flipV="1">
            <a:off x="2827390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E6C9541D-BD79-49AC-91F7-33501AAEA814}"/>
              </a:ext>
            </a:extLst>
          </p:cNvPr>
          <p:cNvSpPr/>
          <p:nvPr/>
        </p:nvSpPr>
        <p:spPr>
          <a:xfrm flipV="1">
            <a:off x="4139698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853059ED-6E43-4623-AF85-510A5885B646}"/>
              </a:ext>
            </a:extLst>
          </p:cNvPr>
          <p:cNvSpPr/>
          <p:nvPr/>
        </p:nvSpPr>
        <p:spPr>
          <a:xfrm flipV="1">
            <a:off x="6108160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B537FDA9-4920-403A-9EA4-9EB595DE9757}"/>
              </a:ext>
            </a:extLst>
          </p:cNvPr>
          <p:cNvSpPr/>
          <p:nvPr/>
        </p:nvSpPr>
        <p:spPr>
          <a:xfrm flipV="1">
            <a:off x="9388930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1EF934AA-7E96-440B-8898-4C02A9113F90}"/>
              </a:ext>
            </a:extLst>
          </p:cNvPr>
          <p:cNvSpPr/>
          <p:nvPr/>
        </p:nvSpPr>
        <p:spPr>
          <a:xfrm flipV="1">
            <a:off x="7420468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E43001A5-6855-4086-9581-20E50555C683}"/>
              </a:ext>
            </a:extLst>
          </p:cNvPr>
          <p:cNvSpPr/>
          <p:nvPr/>
        </p:nvSpPr>
        <p:spPr>
          <a:xfrm flipV="1">
            <a:off x="4795852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A15B028E-7A5B-46FC-9643-59D27D1DC6E1}"/>
              </a:ext>
            </a:extLst>
          </p:cNvPr>
          <p:cNvSpPr/>
          <p:nvPr/>
        </p:nvSpPr>
        <p:spPr>
          <a:xfrm flipV="1">
            <a:off x="6764314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792F7DA0-0166-48E2-BB73-E5B42CF14D86}"/>
              </a:ext>
            </a:extLst>
          </p:cNvPr>
          <p:cNvSpPr/>
          <p:nvPr/>
        </p:nvSpPr>
        <p:spPr>
          <a:xfrm flipV="1">
            <a:off x="8732776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4E13AE78-2F02-4BCF-AA43-3D0E8015101C}"/>
              </a:ext>
            </a:extLst>
          </p:cNvPr>
          <p:cNvSpPr/>
          <p:nvPr/>
        </p:nvSpPr>
        <p:spPr>
          <a:xfrm flipV="1">
            <a:off x="10045087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1104B582-5E87-4064-9400-322957FDB1A9}"/>
              </a:ext>
            </a:extLst>
          </p:cNvPr>
          <p:cNvCxnSpPr>
            <a:cxnSpLocks/>
            <a:stCxn id="67" idx="0"/>
            <a:endCxn id="7" idx="0"/>
          </p:cNvCxnSpPr>
          <p:nvPr/>
        </p:nvCxnSpPr>
        <p:spPr>
          <a:xfrm>
            <a:off x="3077489" y="4402640"/>
            <a:ext cx="181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7EA1766A-1D77-4458-9261-D90CBECD80A6}"/>
              </a:ext>
            </a:extLst>
          </p:cNvPr>
          <p:cNvCxnSpPr>
            <a:cxnSpLocks/>
            <a:stCxn id="10" idx="0"/>
            <a:endCxn id="9" idx="0"/>
          </p:cNvCxnSpPr>
          <p:nvPr/>
        </p:nvCxnSpPr>
        <p:spPr>
          <a:xfrm>
            <a:off x="3733643" y="4402640"/>
            <a:ext cx="362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1F5B152A-1B06-4008-8624-60613CBB323E}"/>
              </a:ext>
            </a:extLst>
          </p:cNvPr>
          <p:cNvCxnSpPr>
            <a:cxnSpLocks/>
            <a:stCxn id="68" idx="0"/>
            <a:endCxn id="46" idx="0"/>
          </p:cNvCxnSpPr>
          <p:nvPr/>
        </p:nvCxnSpPr>
        <p:spPr>
          <a:xfrm>
            <a:off x="4389797" y="4402640"/>
            <a:ext cx="543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3C1DF953-B6CE-4942-AD20-ED83E31399F8}"/>
              </a:ext>
            </a:extLst>
          </p:cNvPr>
          <p:cNvCxnSpPr>
            <a:cxnSpLocks/>
            <a:stCxn id="72" idx="0"/>
            <a:endCxn id="11" idx="0"/>
          </p:cNvCxnSpPr>
          <p:nvPr/>
        </p:nvCxnSpPr>
        <p:spPr>
          <a:xfrm>
            <a:off x="5045951" y="4402640"/>
            <a:ext cx="724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7F06499A-22DE-4272-8132-1B1EA88C4D76}"/>
              </a:ext>
            </a:extLst>
          </p:cNvPr>
          <p:cNvCxnSpPr>
            <a:cxnSpLocks/>
            <a:stCxn id="12" idx="0"/>
            <a:endCxn id="14" idx="0"/>
          </p:cNvCxnSpPr>
          <p:nvPr/>
        </p:nvCxnSpPr>
        <p:spPr>
          <a:xfrm>
            <a:off x="5702105" y="4402640"/>
            <a:ext cx="905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399E29C-20E0-4614-AF69-2A1C16D678FB}"/>
              </a:ext>
            </a:extLst>
          </p:cNvPr>
          <p:cNvCxnSpPr>
            <a:cxnSpLocks/>
            <a:stCxn id="69" idx="0"/>
            <a:endCxn id="47" idx="0"/>
          </p:cNvCxnSpPr>
          <p:nvPr/>
        </p:nvCxnSpPr>
        <p:spPr>
          <a:xfrm>
            <a:off x="6358259" y="4402640"/>
            <a:ext cx="1086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6006EFED-A322-414A-9D66-A5DEF6B735A5}"/>
              </a:ext>
            </a:extLst>
          </p:cNvPr>
          <p:cNvCxnSpPr>
            <a:cxnSpLocks/>
            <a:stCxn id="73" idx="0"/>
            <a:endCxn id="48" idx="0"/>
          </p:cNvCxnSpPr>
          <p:nvPr/>
        </p:nvCxnSpPr>
        <p:spPr>
          <a:xfrm>
            <a:off x="7014413" y="4402640"/>
            <a:ext cx="1267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B60C7448-63B8-46AC-BEF1-9D3EBE5A1AF7}"/>
              </a:ext>
            </a:extLst>
          </p:cNvPr>
          <p:cNvCxnSpPr>
            <a:cxnSpLocks/>
            <a:stCxn id="71" idx="0"/>
            <a:endCxn id="49" idx="0"/>
          </p:cNvCxnSpPr>
          <p:nvPr/>
        </p:nvCxnSpPr>
        <p:spPr>
          <a:xfrm>
            <a:off x="7670567" y="4402640"/>
            <a:ext cx="1448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62C633CC-A726-4554-AD6B-55E1EE93D9E4}"/>
              </a:ext>
            </a:extLst>
          </p:cNvPr>
          <p:cNvCxnSpPr>
            <a:cxnSpLocks/>
            <a:stCxn id="15" idx="0"/>
            <a:endCxn id="52" idx="0"/>
          </p:cNvCxnSpPr>
          <p:nvPr/>
        </p:nvCxnSpPr>
        <p:spPr>
          <a:xfrm>
            <a:off x="8326721" y="4402640"/>
            <a:ext cx="1629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5B715ED1-64E4-4D36-B433-10CF9F27EF0C}"/>
              </a:ext>
            </a:extLst>
          </p:cNvPr>
          <p:cNvCxnSpPr>
            <a:cxnSpLocks/>
            <a:stCxn id="74" idx="0"/>
            <a:endCxn id="50" idx="0"/>
          </p:cNvCxnSpPr>
          <p:nvPr/>
        </p:nvCxnSpPr>
        <p:spPr>
          <a:xfrm>
            <a:off x="8982875" y="4402640"/>
            <a:ext cx="1810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AF94A68D-B4D8-4C00-ACA0-58316FC9A8B2}"/>
              </a:ext>
            </a:extLst>
          </p:cNvPr>
          <p:cNvCxnSpPr>
            <a:cxnSpLocks/>
            <a:stCxn id="70" idx="0"/>
            <a:endCxn id="51" idx="0"/>
          </p:cNvCxnSpPr>
          <p:nvPr/>
        </p:nvCxnSpPr>
        <p:spPr>
          <a:xfrm>
            <a:off x="9639029" y="4402640"/>
            <a:ext cx="1991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0943AA03-9E91-4C05-A747-C1991DFB688E}"/>
              </a:ext>
            </a:extLst>
          </p:cNvPr>
          <p:cNvCxnSpPr>
            <a:cxnSpLocks/>
          </p:cNvCxnSpPr>
          <p:nvPr/>
        </p:nvCxnSpPr>
        <p:spPr>
          <a:xfrm flipH="1">
            <a:off x="260008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51B05726-5689-4D3C-81C2-D6E6593D930B}"/>
              </a:ext>
            </a:extLst>
          </p:cNvPr>
          <p:cNvCxnSpPr>
            <a:cxnSpLocks/>
          </p:cNvCxnSpPr>
          <p:nvPr/>
        </p:nvCxnSpPr>
        <p:spPr>
          <a:xfrm flipH="1">
            <a:off x="325642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D4470548-ACAC-47F3-A7D9-5C615885A3AB}"/>
              </a:ext>
            </a:extLst>
          </p:cNvPr>
          <p:cNvCxnSpPr>
            <a:cxnSpLocks/>
          </p:cNvCxnSpPr>
          <p:nvPr/>
        </p:nvCxnSpPr>
        <p:spPr>
          <a:xfrm flipH="1">
            <a:off x="391275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E45F219-1FB6-47D5-B0B1-03CDC8258B38}"/>
              </a:ext>
            </a:extLst>
          </p:cNvPr>
          <p:cNvCxnSpPr>
            <a:cxnSpLocks/>
          </p:cNvCxnSpPr>
          <p:nvPr/>
        </p:nvCxnSpPr>
        <p:spPr>
          <a:xfrm flipH="1">
            <a:off x="456909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42FCE108-2C43-40ED-9FA3-465A98FFC503}"/>
              </a:ext>
            </a:extLst>
          </p:cNvPr>
          <p:cNvCxnSpPr>
            <a:cxnSpLocks/>
          </p:cNvCxnSpPr>
          <p:nvPr/>
        </p:nvCxnSpPr>
        <p:spPr>
          <a:xfrm flipH="1">
            <a:off x="522542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6CA2B09E-86E3-49F7-A1D3-2A19B750A683}"/>
              </a:ext>
            </a:extLst>
          </p:cNvPr>
          <p:cNvCxnSpPr>
            <a:cxnSpLocks/>
          </p:cNvCxnSpPr>
          <p:nvPr/>
        </p:nvCxnSpPr>
        <p:spPr>
          <a:xfrm flipH="1">
            <a:off x="5910295" y="4940570"/>
            <a:ext cx="270297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F7E71ED-61EB-4E68-99F3-CC562306FF85}"/>
              </a:ext>
            </a:extLst>
          </p:cNvPr>
          <p:cNvCxnSpPr>
            <a:cxnSpLocks/>
          </p:cNvCxnSpPr>
          <p:nvPr/>
        </p:nvCxnSpPr>
        <p:spPr>
          <a:xfrm flipH="1">
            <a:off x="653809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641B6A7F-714E-4726-9CEC-F5CB78221061}"/>
              </a:ext>
            </a:extLst>
          </p:cNvPr>
          <p:cNvCxnSpPr>
            <a:cxnSpLocks/>
          </p:cNvCxnSpPr>
          <p:nvPr/>
        </p:nvCxnSpPr>
        <p:spPr>
          <a:xfrm flipH="1">
            <a:off x="719443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03F2D7D8-3513-4EAA-9D4A-D8FABCBFA15D}"/>
              </a:ext>
            </a:extLst>
          </p:cNvPr>
          <p:cNvCxnSpPr>
            <a:cxnSpLocks/>
          </p:cNvCxnSpPr>
          <p:nvPr/>
        </p:nvCxnSpPr>
        <p:spPr>
          <a:xfrm flipH="1">
            <a:off x="785076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1AAC0AE3-8F18-4E55-BE0B-CF5A07C87126}"/>
              </a:ext>
            </a:extLst>
          </p:cNvPr>
          <p:cNvCxnSpPr>
            <a:cxnSpLocks/>
          </p:cNvCxnSpPr>
          <p:nvPr/>
        </p:nvCxnSpPr>
        <p:spPr>
          <a:xfrm flipH="1">
            <a:off x="850710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C8DB66EA-CFD6-4A31-B0C7-B0AAD4619450}"/>
              </a:ext>
            </a:extLst>
          </p:cNvPr>
          <p:cNvCxnSpPr>
            <a:cxnSpLocks/>
          </p:cNvCxnSpPr>
          <p:nvPr/>
        </p:nvCxnSpPr>
        <p:spPr>
          <a:xfrm flipH="1">
            <a:off x="916343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95A54752-2836-4A25-A583-8A03F195FA6F}"/>
              </a:ext>
            </a:extLst>
          </p:cNvPr>
          <p:cNvSpPr txBox="1"/>
          <p:nvPr/>
        </p:nvSpPr>
        <p:spPr>
          <a:xfrm>
            <a:off x="368659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(2)</a:t>
            </a:r>
            <a:endParaRPr kumimoji="1" lang="ja-JP" altLang="en-US" sz="1600" dirty="0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416601A6-E672-41B0-9AA2-9B12D8A11C08}"/>
              </a:ext>
            </a:extLst>
          </p:cNvPr>
          <p:cNvSpPr txBox="1"/>
          <p:nvPr/>
        </p:nvSpPr>
        <p:spPr>
          <a:xfrm>
            <a:off x="434036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(3)</a:t>
            </a:r>
            <a:endParaRPr kumimoji="1" lang="ja-JP" altLang="en-US" sz="1600" dirty="0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676FF72-E204-4774-8CAF-98FCC2BCAE85}"/>
              </a:ext>
            </a:extLst>
          </p:cNvPr>
          <p:cNvSpPr txBox="1"/>
          <p:nvPr/>
        </p:nvSpPr>
        <p:spPr>
          <a:xfrm>
            <a:off x="499412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(4)</a:t>
            </a:r>
            <a:endParaRPr kumimoji="1" lang="ja-JP" altLang="en-US" sz="1600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72F29B3D-EE4C-4BD9-A5CB-FD8CC51C5E0A}"/>
              </a:ext>
            </a:extLst>
          </p:cNvPr>
          <p:cNvSpPr txBox="1"/>
          <p:nvPr/>
        </p:nvSpPr>
        <p:spPr>
          <a:xfrm>
            <a:off x="564789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(5)</a:t>
            </a:r>
            <a:endParaRPr kumimoji="1" lang="ja-JP" altLang="en-US" sz="1600" dirty="0"/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F648F417-2A50-4DA8-8E81-D4CE7656D1F8}"/>
              </a:ext>
            </a:extLst>
          </p:cNvPr>
          <p:cNvSpPr txBox="1"/>
          <p:nvPr/>
        </p:nvSpPr>
        <p:spPr>
          <a:xfrm>
            <a:off x="630165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(6)</a:t>
            </a:r>
            <a:endParaRPr kumimoji="1" lang="ja-JP" altLang="en-US" sz="1600" dirty="0"/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47401E32-B4C1-41F2-8A59-90B60E19B698}"/>
              </a:ext>
            </a:extLst>
          </p:cNvPr>
          <p:cNvSpPr txBox="1"/>
          <p:nvPr/>
        </p:nvSpPr>
        <p:spPr>
          <a:xfrm>
            <a:off x="695542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(7)</a:t>
            </a:r>
            <a:endParaRPr kumimoji="1" lang="ja-JP" altLang="en-US" sz="1600" dirty="0"/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D6481569-9E34-47DF-B52B-3689C0BFCC2B}"/>
              </a:ext>
            </a:extLst>
          </p:cNvPr>
          <p:cNvSpPr txBox="1"/>
          <p:nvPr/>
        </p:nvSpPr>
        <p:spPr>
          <a:xfrm>
            <a:off x="760918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(8)</a:t>
            </a:r>
            <a:endParaRPr kumimoji="1" lang="ja-JP" altLang="en-US" sz="1600" dirty="0"/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75CAE5F7-6E3C-4E23-B510-DAAACBAA8AD7}"/>
              </a:ext>
            </a:extLst>
          </p:cNvPr>
          <p:cNvSpPr txBox="1"/>
          <p:nvPr/>
        </p:nvSpPr>
        <p:spPr>
          <a:xfrm>
            <a:off x="826295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(9)</a:t>
            </a:r>
            <a:endParaRPr kumimoji="1" lang="ja-JP" altLang="en-US" sz="1600" dirty="0"/>
          </a:p>
        </p:txBody>
      </p: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EC65737D-84E9-48FB-9C2D-05CEDDA3B2E8}"/>
              </a:ext>
            </a:extLst>
          </p:cNvPr>
          <p:cNvSpPr txBox="1"/>
          <p:nvPr/>
        </p:nvSpPr>
        <p:spPr>
          <a:xfrm>
            <a:off x="8916715" y="4225054"/>
            <a:ext cx="757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(10)</a:t>
            </a:r>
            <a:endParaRPr kumimoji="1" lang="ja-JP" altLang="en-US" sz="1600" dirty="0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ABF1F041-D62C-43D5-8551-DFED65E4136D}"/>
              </a:ext>
            </a:extLst>
          </p:cNvPr>
          <p:cNvSpPr txBox="1"/>
          <p:nvPr/>
        </p:nvSpPr>
        <p:spPr>
          <a:xfrm>
            <a:off x="1256836" y="3560030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内の処理</a:t>
            </a:r>
          </a:p>
        </p:txBody>
      </p:sp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51A2A888-50CE-43BD-9038-FC24A4739D47}"/>
              </a:ext>
            </a:extLst>
          </p:cNvPr>
          <p:cNvCxnSpPr>
            <a:cxnSpLocks/>
          </p:cNvCxnSpPr>
          <p:nvPr/>
        </p:nvCxnSpPr>
        <p:spPr>
          <a:xfrm>
            <a:off x="3077486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965A2660-4CC9-4482-B867-BEBC099F79CB}"/>
              </a:ext>
            </a:extLst>
          </p:cNvPr>
          <p:cNvCxnSpPr>
            <a:cxnSpLocks/>
          </p:cNvCxnSpPr>
          <p:nvPr/>
        </p:nvCxnSpPr>
        <p:spPr>
          <a:xfrm>
            <a:off x="3739982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4B7534D8-19B7-4C3C-85FC-7561E37F68E0}"/>
              </a:ext>
            </a:extLst>
          </p:cNvPr>
          <p:cNvCxnSpPr>
            <a:cxnSpLocks/>
          </p:cNvCxnSpPr>
          <p:nvPr/>
        </p:nvCxnSpPr>
        <p:spPr>
          <a:xfrm>
            <a:off x="4396133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B21BCE4B-4A8A-46EE-9BB4-A51CAD4F041E}"/>
              </a:ext>
            </a:extLst>
          </p:cNvPr>
          <p:cNvCxnSpPr>
            <a:cxnSpLocks/>
          </p:cNvCxnSpPr>
          <p:nvPr/>
        </p:nvCxnSpPr>
        <p:spPr>
          <a:xfrm>
            <a:off x="5045953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>
            <a:extLst>
              <a:ext uri="{FF2B5EF4-FFF2-40B4-BE49-F238E27FC236}">
                <a16:creationId xmlns:a16="http://schemas.microsoft.com/office/drawing/2014/main" id="{F135CE5D-75A8-4DD7-845B-D67E179A8822}"/>
              </a:ext>
            </a:extLst>
          </p:cNvPr>
          <p:cNvCxnSpPr>
            <a:cxnSpLocks/>
          </p:cNvCxnSpPr>
          <p:nvPr/>
        </p:nvCxnSpPr>
        <p:spPr>
          <a:xfrm>
            <a:off x="5702104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43533D84-2271-4660-AEB5-363F28FAF222}"/>
              </a:ext>
            </a:extLst>
          </p:cNvPr>
          <p:cNvCxnSpPr>
            <a:cxnSpLocks/>
          </p:cNvCxnSpPr>
          <p:nvPr/>
        </p:nvCxnSpPr>
        <p:spPr>
          <a:xfrm>
            <a:off x="6350843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45FC9600-CA87-49A0-AD68-000A1D7FDC9C}"/>
              </a:ext>
            </a:extLst>
          </p:cNvPr>
          <p:cNvCxnSpPr>
            <a:cxnSpLocks/>
          </p:cNvCxnSpPr>
          <p:nvPr/>
        </p:nvCxnSpPr>
        <p:spPr>
          <a:xfrm>
            <a:off x="7006994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矢印コネクタ 161">
            <a:extLst>
              <a:ext uri="{FF2B5EF4-FFF2-40B4-BE49-F238E27FC236}">
                <a16:creationId xmlns:a16="http://schemas.microsoft.com/office/drawing/2014/main" id="{D334D684-7983-4808-863A-1B1E8337EFC2}"/>
              </a:ext>
            </a:extLst>
          </p:cNvPr>
          <p:cNvCxnSpPr>
            <a:cxnSpLocks/>
          </p:cNvCxnSpPr>
          <p:nvPr/>
        </p:nvCxnSpPr>
        <p:spPr>
          <a:xfrm>
            <a:off x="7669490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310AF442-5A59-4FDB-A356-22D0A838B110}"/>
              </a:ext>
            </a:extLst>
          </p:cNvPr>
          <p:cNvCxnSpPr>
            <a:cxnSpLocks/>
          </p:cNvCxnSpPr>
          <p:nvPr/>
        </p:nvCxnSpPr>
        <p:spPr>
          <a:xfrm>
            <a:off x="8325641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>
            <a:extLst>
              <a:ext uri="{FF2B5EF4-FFF2-40B4-BE49-F238E27FC236}">
                <a16:creationId xmlns:a16="http://schemas.microsoft.com/office/drawing/2014/main" id="{E76A7870-257B-4BF8-B853-F9ED5E32F0D3}"/>
              </a:ext>
            </a:extLst>
          </p:cNvPr>
          <p:cNvCxnSpPr>
            <a:cxnSpLocks/>
          </p:cNvCxnSpPr>
          <p:nvPr/>
        </p:nvCxnSpPr>
        <p:spPr>
          <a:xfrm>
            <a:off x="8975461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64">
            <a:extLst>
              <a:ext uri="{FF2B5EF4-FFF2-40B4-BE49-F238E27FC236}">
                <a16:creationId xmlns:a16="http://schemas.microsoft.com/office/drawing/2014/main" id="{71044CBA-E86B-4BD6-A6F8-163BE4F65284}"/>
              </a:ext>
            </a:extLst>
          </p:cNvPr>
          <p:cNvCxnSpPr>
            <a:cxnSpLocks/>
          </p:cNvCxnSpPr>
          <p:nvPr/>
        </p:nvCxnSpPr>
        <p:spPr>
          <a:xfrm>
            <a:off x="9631612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3F81C571-1BC3-449F-A2D8-995DB7F24AA0}"/>
              </a:ext>
            </a:extLst>
          </p:cNvPr>
          <p:cNvCxnSpPr>
            <a:cxnSpLocks/>
          </p:cNvCxnSpPr>
          <p:nvPr/>
        </p:nvCxnSpPr>
        <p:spPr>
          <a:xfrm>
            <a:off x="10293027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C8D811D-B59A-4700-A272-B77D416E3E87}"/>
              </a:ext>
            </a:extLst>
          </p:cNvPr>
          <p:cNvSpPr/>
          <p:nvPr/>
        </p:nvSpPr>
        <p:spPr>
          <a:xfrm>
            <a:off x="2505264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5AA86FE7-CED5-45CA-B50D-35AD4A6BA3E6}"/>
              </a:ext>
            </a:extLst>
          </p:cNvPr>
          <p:cNvSpPr/>
          <p:nvPr/>
        </p:nvSpPr>
        <p:spPr>
          <a:xfrm>
            <a:off x="3162791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63711355-4D05-4700-9EAE-BB65252ACF3A}"/>
              </a:ext>
            </a:extLst>
          </p:cNvPr>
          <p:cNvSpPr/>
          <p:nvPr/>
        </p:nvSpPr>
        <p:spPr>
          <a:xfrm>
            <a:off x="3820318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858F4FFF-7232-4A46-A68A-3B34705CE26E}"/>
              </a:ext>
            </a:extLst>
          </p:cNvPr>
          <p:cNvSpPr/>
          <p:nvPr/>
        </p:nvSpPr>
        <p:spPr>
          <a:xfrm>
            <a:off x="4477845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39AB57BA-C5D8-4186-AEA2-1AD23C882482}"/>
              </a:ext>
            </a:extLst>
          </p:cNvPr>
          <p:cNvSpPr/>
          <p:nvPr/>
        </p:nvSpPr>
        <p:spPr>
          <a:xfrm>
            <a:off x="5135372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511A173-D7A5-41A5-A3B8-DA2C835A93B1}"/>
              </a:ext>
            </a:extLst>
          </p:cNvPr>
          <p:cNvSpPr/>
          <p:nvPr/>
        </p:nvSpPr>
        <p:spPr>
          <a:xfrm>
            <a:off x="5792899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11B28CFF-4FEA-4AD2-8B2C-D74E744751FD}"/>
              </a:ext>
            </a:extLst>
          </p:cNvPr>
          <p:cNvSpPr/>
          <p:nvPr/>
        </p:nvSpPr>
        <p:spPr>
          <a:xfrm>
            <a:off x="6450426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7AF1D1D6-80CF-4419-9BDD-6A77591D6502}"/>
              </a:ext>
            </a:extLst>
          </p:cNvPr>
          <p:cNvSpPr/>
          <p:nvPr/>
        </p:nvSpPr>
        <p:spPr>
          <a:xfrm>
            <a:off x="7107953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2A887908-C914-4D28-AB5D-166E2B1E481D}"/>
              </a:ext>
            </a:extLst>
          </p:cNvPr>
          <p:cNvSpPr/>
          <p:nvPr/>
        </p:nvSpPr>
        <p:spPr>
          <a:xfrm>
            <a:off x="7765480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E394E589-4B7D-42FD-8CBF-CC9DE49DC1F2}"/>
              </a:ext>
            </a:extLst>
          </p:cNvPr>
          <p:cNvSpPr/>
          <p:nvPr/>
        </p:nvSpPr>
        <p:spPr>
          <a:xfrm>
            <a:off x="8423007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55D74CB7-D8DA-4E8D-BFB4-574A0A2E4F9E}"/>
              </a:ext>
            </a:extLst>
          </p:cNvPr>
          <p:cNvSpPr/>
          <p:nvPr/>
        </p:nvSpPr>
        <p:spPr>
          <a:xfrm>
            <a:off x="9080534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02B04145-BC87-4964-80C7-18C0C1BD588A}"/>
              </a:ext>
            </a:extLst>
          </p:cNvPr>
          <p:cNvSpPr/>
          <p:nvPr/>
        </p:nvSpPr>
        <p:spPr>
          <a:xfrm>
            <a:off x="9738065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3" name="テキスト ボックス 182">
            <a:extLst>
              <a:ext uri="{FF2B5EF4-FFF2-40B4-BE49-F238E27FC236}">
                <a16:creationId xmlns:a16="http://schemas.microsoft.com/office/drawing/2014/main" id="{1844BB31-902F-4310-B253-7EB8DF79E55D}"/>
              </a:ext>
            </a:extLst>
          </p:cNvPr>
          <p:cNvSpPr txBox="1"/>
          <p:nvPr/>
        </p:nvSpPr>
        <p:spPr>
          <a:xfrm>
            <a:off x="794817" y="1543963"/>
            <a:ext cx="4073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/>
              <a:t>①</a:t>
            </a:r>
            <a:r>
              <a:rPr lang="en-US" altLang="ja-JP" sz="1600" dirty="0"/>
              <a:t>τ</a:t>
            </a:r>
            <a:r>
              <a:rPr lang="ja-JP" altLang="en-US" sz="1600" dirty="0"/>
              <a:t>時間分</a:t>
            </a:r>
            <a:r>
              <a:rPr kumimoji="1" lang="en-US" altLang="ja-JP" sz="1600" u="sng" dirty="0"/>
              <a:t>Wait</a:t>
            </a:r>
          </a:p>
          <a:p>
            <a:pPr algn="ctr"/>
            <a:r>
              <a:rPr lang="ja-JP" altLang="en-US" sz="1600" dirty="0"/>
              <a:t>⇒</a:t>
            </a:r>
            <a:r>
              <a:rPr lang="en-US" altLang="ja-JP" sz="1600" dirty="0"/>
              <a:t>(DDP)</a:t>
            </a:r>
            <a:r>
              <a:rPr lang="ja-JP" altLang="en-US" sz="1600" dirty="0"/>
              <a:t>次の入力パケットまでが</a:t>
            </a:r>
            <a:r>
              <a:rPr lang="en-US" altLang="ja-JP" sz="1600" dirty="0"/>
              <a:t>τ</a:t>
            </a:r>
            <a:r>
              <a:rPr lang="ja-JP" altLang="en-US" sz="1600" dirty="0"/>
              <a:t>時間</a:t>
            </a:r>
            <a:endParaRPr kumimoji="1" lang="en-US" altLang="ja-JP" sz="1600" u="sng" dirty="0"/>
          </a:p>
          <a:p>
            <a:pPr algn="ctr"/>
            <a:r>
              <a:rPr kumimoji="1" lang="ja-JP" altLang="en-US" sz="1600" dirty="0"/>
              <a:t>⇒</a:t>
            </a:r>
            <a:r>
              <a:rPr kumimoji="1" lang="en-US" altLang="ja-JP" sz="1600" dirty="0"/>
              <a:t>S</a:t>
            </a:r>
            <a:r>
              <a:rPr kumimoji="1" lang="en-US" altLang="ja-JP" sz="1600" baseline="-25000" dirty="0"/>
              <a:t>0</a:t>
            </a:r>
            <a:r>
              <a:rPr kumimoji="1" lang="en-US" altLang="ja-JP" sz="1600" dirty="0"/>
              <a:t>(n)</a:t>
            </a:r>
            <a:r>
              <a:rPr kumimoji="1" lang="ja-JP" altLang="en-US" sz="1600" dirty="0"/>
              <a:t>この間に</a:t>
            </a:r>
            <a:r>
              <a:rPr kumimoji="1" lang="en-US" altLang="ja-JP" sz="1600" dirty="0"/>
              <a:t>DDP</a:t>
            </a:r>
            <a:r>
              <a:rPr kumimoji="1" lang="ja-JP" altLang="en-US" sz="1600" dirty="0"/>
              <a:t>内をタップ数分周回</a:t>
            </a:r>
            <a:endParaRPr kumimoji="1" lang="en-US" altLang="ja-JP" sz="1600" dirty="0"/>
          </a:p>
        </p:txBody>
      </p: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4FB2AB0E-01E1-406F-8B4A-CB720C7D9D7C}"/>
              </a:ext>
            </a:extLst>
          </p:cNvPr>
          <p:cNvCxnSpPr>
            <a:cxnSpLocks/>
            <a:stCxn id="183" idx="2"/>
            <a:endCxn id="19" idx="0"/>
          </p:cNvCxnSpPr>
          <p:nvPr/>
        </p:nvCxnSpPr>
        <p:spPr>
          <a:xfrm flipH="1">
            <a:off x="2755363" y="2374960"/>
            <a:ext cx="76007" cy="483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57CAA793-189F-4026-B170-F06AB06B3DEB}"/>
              </a:ext>
            </a:extLst>
          </p:cNvPr>
          <p:cNvCxnSpPr>
            <a:cxnSpLocks/>
          </p:cNvCxnSpPr>
          <p:nvPr/>
        </p:nvCxnSpPr>
        <p:spPr>
          <a:xfrm flipH="1">
            <a:off x="2416496" y="5139256"/>
            <a:ext cx="4334" cy="548930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B9F15B49-D1C9-4A07-A254-0102D77D42C6}"/>
              </a:ext>
            </a:extLst>
          </p:cNvPr>
          <p:cNvSpPr txBox="1"/>
          <p:nvPr/>
        </p:nvSpPr>
        <p:spPr>
          <a:xfrm>
            <a:off x="10472569" y="5006446"/>
            <a:ext cx="6576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出力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45E32AB7-AF7A-450D-B417-3F2548093C00}"/>
              </a:ext>
            </a:extLst>
          </p:cNvPr>
          <p:cNvSpPr txBox="1"/>
          <p:nvPr/>
        </p:nvSpPr>
        <p:spPr>
          <a:xfrm>
            <a:off x="5102773" y="1086222"/>
            <a:ext cx="59179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/>
              <a:t>②係数は</a:t>
            </a:r>
            <a:r>
              <a:rPr kumimoji="1" lang="en-US" altLang="ja-JP" sz="1600" dirty="0"/>
              <a:t>1~-1</a:t>
            </a:r>
            <a:r>
              <a:rPr kumimoji="1" lang="ja-JP" altLang="en-US" sz="1600" dirty="0"/>
              <a:t>の値をとるため、小数・負数を含む</a:t>
            </a:r>
            <a:endParaRPr kumimoji="1" lang="en-US" altLang="ja-JP" sz="1600" dirty="0"/>
          </a:p>
          <a:p>
            <a:pPr algn="ctr"/>
            <a:r>
              <a:rPr kumimoji="1" lang="ja-JP" altLang="en-US" sz="1600" dirty="0"/>
              <a:t>小数：固定小数点数、負数：？？？？で対応符号</a:t>
            </a:r>
            <a:endParaRPr kumimoji="1" lang="en-US" altLang="ja-JP" sz="1600" dirty="0"/>
          </a:p>
          <a:p>
            <a:pPr algn="ctr"/>
            <a:r>
              <a:rPr lang="ja-JP" altLang="en-US" sz="1600" dirty="0"/>
              <a:t>⇒乗算：出力データ幅が入力データ幅を合わせた大きさになる</a:t>
            </a:r>
            <a:endParaRPr lang="en-US" altLang="ja-JP" sz="1600" dirty="0"/>
          </a:p>
          <a:p>
            <a:pPr algn="ctr"/>
            <a:r>
              <a:rPr kumimoji="1" lang="ja-JP" altLang="en-US" sz="1600" dirty="0"/>
              <a:t>⇒出力データのうち上位</a:t>
            </a:r>
            <a:r>
              <a:rPr kumimoji="1" lang="en-US" altLang="ja-JP" sz="1600" dirty="0"/>
              <a:t>Bit</a:t>
            </a:r>
            <a:r>
              <a:rPr kumimoji="1" lang="ja-JP" altLang="en-US" sz="1600" dirty="0"/>
              <a:t>を出力</a:t>
            </a:r>
            <a:endParaRPr kumimoji="1" lang="en-US" altLang="ja-JP" sz="1600" dirty="0"/>
          </a:p>
          <a:p>
            <a:pPr algn="ctr"/>
            <a:r>
              <a:rPr lang="ja-JP" altLang="en-US" sz="1600" dirty="0"/>
              <a:t>計算順：</a:t>
            </a:r>
            <a:r>
              <a:rPr lang="en-US" altLang="ja-JP" sz="1600" dirty="0"/>
              <a:t>1.</a:t>
            </a:r>
            <a:r>
              <a:rPr lang="ja-JP" altLang="en-US" sz="1600" dirty="0"/>
              <a:t>乗算（上位</a:t>
            </a:r>
            <a:r>
              <a:rPr lang="en-US" altLang="ja-JP" sz="1600" dirty="0"/>
              <a:t>Bit</a:t>
            </a:r>
            <a:r>
              <a:rPr lang="ja-JP" altLang="en-US" sz="1600" dirty="0"/>
              <a:t>出力）</a:t>
            </a:r>
            <a:r>
              <a:rPr lang="en-US" altLang="ja-JP" sz="1600" dirty="0"/>
              <a:t>2</a:t>
            </a:r>
            <a:r>
              <a:rPr lang="ja-JP" altLang="en-US" sz="1600" dirty="0" err="1"/>
              <a:t>．</a:t>
            </a:r>
            <a:r>
              <a:rPr lang="ja-JP" altLang="en-US" sz="1600" dirty="0"/>
              <a:t>１</a:t>
            </a:r>
            <a:r>
              <a:rPr lang="en-US" altLang="ja-JP" sz="1600" dirty="0"/>
              <a:t>Bit</a:t>
            </a:r>
            <a:r>
              <a:rPr lang="ja-JP" altLang="en-US" sz="1600" dirty="0"/>
              <a:t>左シフト</a:t>
            </a:r>
            <a:endParaRPr lang="en-US" altLang="ja-JP" sz="1600" dirty="0"/>
          </a:p>
        </p:txBody>
      </p: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D10F3971-486F-4141-A789-52C6E37DA9B4}"/>
              </a:ext>
            </a:extLst>
          </p:cNvPr>
          <p:cNvCxnSpPr>
            <a:cxnSpLocks/>
            <a:stCxn id="109" idx="1"/>
            <a:endCxn id="8" idx="5"/>
          </p:cNvCxnSpPr>
          <p:nvPr/>
        </p:nvCxnSpPr>
        <p:spPr>
          <a:xfrm flipH="1">
            <a:off x="2546384" y="1747942"/>
            <a:ext cx="2556389" cy="2498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11830D91-9505-4DB2-A732-9A63860BDEFC}"/>
              </a:ext>
            </a:extLst>
          </p:cNvPr>
          <p:cNvSpPr txBox="1"/>
          <p:nvPr/>
        </p:nvSpPr>
        <p:spPr>
          <a:xfrm>
            <a:off x="6472179" y="5632210"/>
            <a:ext cx="4073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/>
              <a:t>③</a:t>
            </a:r>
            <a:r>
              <a:rPr kumimoji="1" lang="en-US" altLang="ja-JP" sz="1600" dirty="0"/>
              <a:t>DDP</a:t>
            </a:r>
            <a:r>
              <a:rPr kumimoji="1" lang="ja-JP" altLang="en-US" sz="1600" dirty="0"/>
              <a:t>内で、整合チェックをする</a:t>
            </a:r>
            <a:endParaRPr kumimoji="1" lang="en-US" altLang="ja-JP" sz="1600" dirty="0"/>
          </a:p>
          <a:p>
            <a:pPr algn="ctr"/>
            <a:r>
              <a:rPr lang="ja-JP" altLang="en-US" sz="1600" dirty="0"/>
              <a:t>（プログラムベース）</a:t>
            </a:r>
            <a:endParaRPr kumimoji="1" lang="en-US" altLang="ja-JP" sz="1600" dirty="0"/>
          </a:p>
        </p:txBody>
      </p:sp>
      <p:cxnSp>
        <p:nvCxnSpPr>
          <p:cNvPr id="103" name="コネクタ: カギ線 102">
            <a:extLst>
              <a:ext uri="{FF2B5EF4-FFF2-40B4-BE49-F238E27FC236}">
                <a16:creationId xmlns:a16="http://schemas.microsoft.com/office/drawing/2014/main" id="{7580A1DB-7563-4E1F-94A5-3196BA492024}"/>
              </a:ext>
            </a:extLst>
          </p:cNvPr>
          <p:cNvCxnSpPr>
            <a:cxnSpLocks/>
          </p:cNvCxnSpPr>
          <p:nvPr/>
        </p:nvCxnSpPr>
        <p:spPr>
          <a:xfrm rot="5400000">
            <a:off x="9788514" y="4433898"/>
            <a:ext cx="537930" cy="475414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673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2D00817-BA29-4D99-8D6C-DED108730E1E}"/>
              </a:ext>
            </a:extLst>
          </p:cNvPr>
          <p:cNvSpPr/>
          <p:nvPr/>
        </p:nvSpPr>
        <p:spPr>
          <a:xfrm>
            <a:off x="1171301" y="5387236"/>
            <a:ext cx="10116645" cy="9945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6717F15-C310-42D4-B2B6-C14E3D1E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DDP</a:t>
            </a:r>
            <a:r>
              <a:rPr kumimoji="1" lang="ja-JP" altLang="en-US" dirty="0"/>
              <a:t>プログラムの検討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986BD4-0732-4276-B7A2-15B1BAD53DDC}"/>
              </a:ext>
            </a:extLst>
          </p:cNvPr>
          <p:cNvSpPr/>
          <p:nvPr/>
        </p:nvSpPr>
        <p:spPr>
          <a:xfrm>
            <a:off x="1171301" y="3492138"/>
            <a:ext cx="10116645" cy="1912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論理和 6">
            <a:extLst>
              <a:ext uri="{FF2B5EF4-FFF2-40B4-BE49-F238E27FC236}">
                <a16:creationId xmlns:a16="http://schemas.microsoft.com/office/drawing/2014/main" id="{DC626FFC-D9BA-4901-892A-0E9A6F73141A}"/>
              </a:ext>
            </a:extLst>
          </p:cNvPr>
          <p:cNvSpPr/>
          <p:nvPr/>
        </p:nvSpPr>
        <p:spPr>
          <a:xfrm>
            <a:off x="289891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3CFADBF8-4EA9-4AAB-9D17-CFF224CB27A0}"/>
              </a:ext>
            </a:extLst>
          </p:cNvPr>
          <p:cNvSpPr/>
          <p:nvPr/>
        </p:nvSpPr>
        <p:spPr>
          <a:xfrm flipV="1">
            <a:off x="2171236" y="4078753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フローチャート: 論理和 8">
            <a:extLst>
              <a:ext uri="{FF2B5EF4-FFF2-40B4-BE49-F238E27FC236}">
                <a16:creationId xmlns:a16="http://schemas.microsoft.com/office/drawing/2014/main" id="{53E2ECD0-C867-4240-8C18-CF99537ADEAA}"/>
              </a:ext>
            </a:extLst>
          </p:cNvPr>
          <p:cNvSpPr/>
          <p:nvPr/>
        </p:nvSpPr>
        <p:spPr>
          <a:xfrm>
            <a:off x="355525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44B8126A-2D2E-4323-812F-B5E146684880}"/>
              </a:ext>
            </a:extLst>
          </p:cNvPr>
          <p:cNvSpPr/>
          <p:nvPr/>
        </p:nvSpPr>
        <p:spPr>
          <a:xfrm flipV="1">
            <a:off x="3483544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フローチャート: 論理和 10">
            <a:extLst>
              <a:ext uri="{FF2B5EF4-FFF2-40B4-BE49-F238E27FC236}">
                <a16:creationId xmlns:a16="http://schemas.microsoft.com/office/drawing/2014/main" id="{51A62F61-8C2D-4DA7-AA20-5458D7F1ADE9}"/>
              </a:ext>
            </a:extLst>
          </p:cNvPr>
          <p:cNvSpPr/>
          <p:nvPr/>
        </p:nvSpPr>
        <p:spPr>
          <a:xfrm>
            <a:off x="486792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C893D494-145D-4D82-9C18-0527C4A68EF8}"/>
              </a:ext>
            </a:extLst>
          </p:cNvPr>
          <p:cNvSpPr/>
          <p:nvPr/>
        </p:nvSpPr>
        <p:spPr>
          <a:xfrm flipV="1">
            <a:off x="5452006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フローチャート: 論理和 13">
            <a:extLst>
              <a:ext uri="{FF2B5EF4-FFF2-40B4-BE49-F238E27FC236}">
                <a16:creationId xmlns:a16="http://schemas.microsoft.com/office/drawing/2014/main" id="{A63991A9-E135-4EDA-BDE4-DC5B4469B5AE}"/>
              </a:ext>
            </a:extLst>
          </p:cNvPr>
          <p:cNvSpPr/>
          <p:nvPr/>
        </p:nvSpPr>
        <p:spPr>
          <a:xfrm>
            <a:off x="552425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AFCAA07E-F9F7-4BE5-A21E-F68FB059CC73}"/>
              </a:ext>
            </a:extLst>
          </p:cNvPr>
          <p:cNvSpPr/>
          <p:nvPr/>
        </p:nvSpPr>
        <p:spPr>
          <a:xfrm flipV="1">
            <a:off x="8076622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DD341B8-1DDF-4FB4-AB4C-948D06055D97}"/>
              </a:ext>
            </a:extLst>
          </p:cNvPr>
          <p:cNvCxnSpPr>
            <a:cxnSpLocks/>
          </p:cNvCxnSpPr>
          <p:nvPr/>
        </p:nvCxnSpPr>
        <p:spPr>
          <a:xfrm>
            <a:off x="2088816" y="3256231"/>
            <a:ext cx="8204211" cy="808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4B07ABF-54CE-4159-94F1-CC5EEC9E0A57}"/>
              </a:ext>
            </a:extLst>
          </p:cNvPr>
          <p:cNvCxnSpPr>
            <a:cxnSpLocks/>
          </p:cNvCxnSpPr>
          <p:nvPr/>
        </p:nvCxnSpPr>
        <p:spPr>
          <a:xfrm>
            <a:off x="2421335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6BDD8BE1-FD3E-4A59-BA1C-B9F08C90F2BD}"/>
              </a:ext>
            </a:extLst>
          </p:cNvPr>
          <p:cNvCxnSpPr>
            <a:cxnSpLocks/>
            <a:stCxn id="8" idx="0"/>
            <a:endCxn id="54" idx="0"/>
          </p:cNvCxnSpPr>
          <p:nvPr/>
        </p:nvCxnSpPr>
        <p:spPr>
          <a:xfrm>
            <a:off x="2421335" y="4414217"/>
            <a:ext cx="0" cy="358621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2273927-9556-4A4B-BD40-834DFBB520FC}"/>
              </a:ext>
            </a:extLst>
          </p:cNvPr>
          <p:cNvSpPr txBox="1"/>
          <p:nvPr/>
        </p:nvSpPr>
        <p:spPr>
          <a:xfrm>
            <a:off x="303283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(1)</a:t>
            </a:r>
            <a:endParaRPr kumimoji="1"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A547AB0-8476-4EF2-88E9-36F51E9A6AE4}"/>
              </a:ext>
            </a:extLst>
          </p:cNvPr>
          <p:cNvSpPr txBox="1"/>
          <p:nvPr/>
        </p:nvSpPr>
        <p:spPr>
          <a:xfrm>
            <a:off x="2441890" y="4225054"/>
            <a:ext cx="578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(0)</a:t>
            </a:r>
            <a:endParaRPr kumimoji="1"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8AA101-16D1-4287-8E6D-DB015731DD70}"/>
              </a:ext>
            </a:extLst>
          </p:cNvPr>
          <p:cNvSpPr txBox="1"/>
          <p:nvPr/>
        </p:nvSpPr>
        <p:spPr>
          <a:xfrm>
            <a:off x="9687395" y="4225054"/>
            <a:ext cx="662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(11)</a:t>
            </a:r>
            <a:endParaRPr kumimoji="1" lang="ja-JP" altLang="en-US" sz="16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C542841-9D6B-4941-8522-9800606D8078}"/>
              </a:ext>
            </a:extLst>
          </p:cNvPr>
          <p:cNvSpPr txBox="1"/>
          <p:nvPr/>
        </p:nvSpPr>
        <p:spPr>
          <a:xfrm>
            <a:off x="10363058" y="4225054"/>
            <a:ext cx="657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(12)</a:t>
            </a:r>
            <a:endParaRPr kumimoji="1" lang="ja-JP" altLang="en-US" sz="16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F82F6C7-6F00-4511-80E5-51B5F9E7B49E}"/>
              </a:ext>
            </a:extLst>
          </p:cNvPr>
          <p:cNvSpPr txBox="1"/>
          <p:nvPr/>
        </p:nvSpPr>
        <p:spPr>
          <a:xfrm>
            <a:off x="1749399" y="2886108"/>
            <a:ext cx="365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S</a:t>
            </a:r>
            <a:r>
              <a:rPr lang="en-US" altLang="ja-JP" sz="1600" baseline="-25000" dirty="0"/>
              <a:t>0</a:t>
            </a:r>
            <a:endParaRPr kumimoji="1" lang="ja-JP" altLang="en-US" sz="1600" dirty="0"/>
          </a:p>
        </p:txBody>
      </p:sp>
      <p:sp>
        <p:nvSpPr>
          <p:cNvPr id="46" name="フローチャート: 論理和 45">
            <a:extLst>
              <a:ext uri="{FF2B5EF4-FFF2-40B4-BE49-F238E27FC236}">
                <a16:creationId xmlns:a16="http://schemas.microsoft.com/office/drawing/2014/main" id="{7F70FA56-D39C-4AB4-82AC-C2AC0D7F3246}"/>
              </a:ext>
            </a:extLst>
          </p:cNvPr>
          <p:cNvSpPr/>
          <p:nvPr/>
        </p:nvSpPr>
        <p:spPr>
          <a:xfrm>
            <a:off x="421158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7" name="フローチャート: 論理和 46">
            <a:extLst>
              <a:ext uri="{FF2B5EF4-FFF2-40B4-BE49-F238E27FC236}">
                <a16:creationId xmlns:a16="http://schemas.microsoft.com/office/drawing/2014/main" id="{CA5DE039-EB69-4DD6-91AF-EDEF8731921C}"/>
              </a:ext>
            </a:extLst>
          </p:cNvPr>
          <p:cNvSpPr/>
          <p:nvPr/>
        </p:nvSpPr>
        <p:spPr>
          <a:xfrm>
            <a:off x="618059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8" name="フローチャート: 論理和 47">
            <a:extLst>
              <a:ext uri="{FF2B5EF4-FFF2-40B4-BE49-F238E27FC236}">
                <a16:creationId xmlns:a16="http://schemas.microsoft.com/office/drawing/2014/main" id="{114E0D8B-DEE6-45EC-B76C-DA2B24082A6B}"/>
              </a:ext>
            </a:extLst>
          </p:cNvPr>
          <p:cNvSpPr/>
          <p:nvPr/>
        </p:nvSpPr>
        <p:spPr>
          <a:xfrm>
            <a:off x="683692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フローチャート: 論理和 48">
            <a:extLst>
              <a:ext uri="{FF2B5EF4-FFF2-40B4-BE49-F238E27FC236}">
                <a16:creationId xmlns:a16="http://schemas.microsoft.com/office/drawing/2014/main" id="{6755CD02-B8BA-40E1-80E2-5C53D31E1FC7}"/>
              </a:ext>
            </a:extLst>
          </p:cNvPr>
          <p:cNvSpPr/>
          <p:nvPr/>
        </p:nvSpPr>
        <p:spPr>
          <a:xfrm>
            <a:off x="749326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0" name="フローチャート: 論理和 49">
            <a:extLst>
              <a:ext uri="{FF2B5EF4-FFF2-40B4-BE49-F238E27FC236}">
                <a16:creationId xmlns:a16="http://schemas.microsoft.com/office/drawing/2014/main" id="{2A17616D-FCAD-457D-A5C8-1F5B388C8BFF}"/>
              </a:ext>
            </a:extLst>
          </p:cNvPr>
          <p:cNvSpPr/>
          <p:nvPr/>
        </p:nvSpPr>
        <p:spPr>
          <a:xfrm>
            <a:off x="880593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フローチャート: 論理和 50">
            <a:extLst>
              <a:ext uri="{FF2B5EF4-FFF2-40B4-BE49-F238E27FC236}">
                <a16:creationId xmlns:a16="http://schemas.microsoft.com/office/drawing/2014/main" id="{DBF25329-5802-44F2-9C62-EFF4FE32D194}"/>
              </a:ext>
            </a:extLst>
          </p:cNvPr>
          <p:cNvSpPr/>
          <p:nvPr/>
        </p:nvSpPr>
        <p:spPr>
          <a:xfrm>
            <a:off x="946226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フローチャート: 論理和 51">
            <a:extLst>
              <a:ext uri="{FF2B5EF4-FFF2-40B4-BE49-F238E27FC236}">
                <a16:creationId xmlns:a16="http://schemas.microsoft.com/office/drawing/2014/main" id="{8E382460-AF62-47F0-A154-DBD5B3E302C4}"/>
              </a:ext>
            </a:extLst>
          </p:cNvPr>
          <p:cNvSpPr/>
          <p:nvPr/>
        </p:nvSpPr>
        <p:spPr>
          <a:xfrm>
            <a:off x="8149597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4" name="フローチャート: 論理和 53">
            <a:extLst>
              <a:ext uri="{FF2B5EF4-FFF2-40B4-BE49-F238E27FC236}">
                <a16:creationId xmlns:a16="http://schemas.microsoft.com/office/drawing/2014/main" id="{35E9ADBE-55B2-48E0-BC06-349F98A46196}"/>
              </a:ext>
            </a:extLst>
          </p:cNvPr>
          <p:cNvSpPr/>
          <p:nvPr/>
        </p:nvSpPr>
        <p:spPr>
          <a:xfrm>
            <a:off x="2242582" y="4772838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6E52128D-AB53-4B09-9033-0EE6C48F3B3F}"/>
              </a:ext>
            </a:extLst>
          </p:cNvPr>
          <p:cNvSpPr/>
          <p:nvPr/>
        </p:nvSpPr>
        <p:spPr>
          <a:xfrm flipV="1">
            <a:off x="2827390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E6C9541D-BD79-49AC-91F7-33501AAEA814}"/>
              </a:ext>
            </a:extLst>
          </p:cNvPr>
          <p:cNvSpPr/>
          <p:nvPr/>
        </p:nvSpPr>
        <p:spPr>
          <a:xfrm flipV="1">
            <a:off x="4139698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853059ED-6E43-4623-AF85-510A5885B646}"/>
              </a:ext>
            </a:extLst>
          </p:cNvPr>
          <p:cNvSpPr/>
          <p:nvPr/>
        </p:nvSpPr>
        <p:spPr>
          <a:xfrm flipV="1">
            <a:off x="6108160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B537FDA9-4920-403A-9EA4-9EB595DE9757}"/>
              </a:ext>
            </a:extLst>
          </p:cNvPr>
          <p:cNvSpPr/>
          <p:nvPr/>
        </p:nvSpPr>
        <p:spPr>
          <a:xfrm flipV="1">
            <a:off x="9388930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1EF934AA-7E96-440B-8898-4C02A9113F90}"/>
              </a:ext>
            </a:extLst>
          </p:cNvPr>
          <p:cNvSpPr/>
          <p:nvPr/>
        </p:nvSpPr>
        <p:spPr>
          <a:xfrm flipV="1">
            <a:off x="7420468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E43001A5-6855-4086-9581-20E50555C683}"/>
              </a:ext>
            </a:extLst>
          </p:cNvPr>
          <p:cNvSpPr/>
          <p:nvPr/>
        </p:nvSpPr>
        <p:spPr>
          <a:xfrm flipV="1">
            <a:off x="4795852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A15B028E-7A5B-46FC-9643-59D27D1DC6E1}"/>
              </a:ext>
            </a:extLst>
          </p:cNvPr>
          <p:cNvSpPr/>
          <p:nvPr/>
        </p:nvSpPr>
        <p:spPr>
          <a:xfrm flipV="1">
            <a:off x="6764314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792F7DA0-0166-48E2-BB73-E5B42CF14D86}"/>
              </a:ext>
            </a:extLst>
          </p:cNvPr>
          <p:cNvSpPr/>
          <p:nvPr/>
        </p:nvSpPr>
        <p:spPr>
          <a:xfrm flipV="1">
            <a:off x="8732776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4E13AE78-2F02-4BCF-AA43-3D0E8015101C}"/>
              </a:ext>
            </a:extLst>
          </p:cNvPr>
          <p:cNvSpPr/>
          <p:nvPr/>
        </p:nvSpPr>
        <p:spPr>
          <a:xfrm flipV="1">
            <a:off x="10045087" y="4067176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1104B582-5E87-4064-9400-322957FDB1A9}"/>
              </a:ext>
            </a:extLst>
          </p:cNvPr>
          <p:cNvCxnSpPr>
            <a:cxnSpLocks/>
            <a:stCxn id="67" idx="0"/>
            <a:endCxn id="7" idx="0"/>
          </p:cNvCxnSpPr>
          <p:nvPr/>
        </p:nvCxnSpPr>
        <p:spPr>
          <a:xfrm>
            <a:off x="3077489" y="4402640"/>
            <a:ext cx="181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7EA1766A-1D77-4458-9261-D90CBECD80A6}"/>
              </a:ext>
            </a:extLst>
          </p:cNvPr>
          <p:cNvCxnSpPr>
            <a:cxnSpLocks/>
            <a:stCxn id="10" idx="0"/>
            <a:endCxn id="9" idx="0"/>
          </p:cNvCxnSpPr>
          <p:nvPr/>
        </p:nvCxnSpPr>
        <p:spPr>
          <a:xfrm>
            <a:off x="3733643" y="4402640"/>
            <a:ext cx="362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1F5B152A-1B06-4008-8624-60613CBB323E}"/>
              </a:ext>
            </a:extLst>
          </p:cNvPr>
          <p:cNvCxnSpPr>
            <a:cxnSpLocks/>
            <a:stCxn id="68" idx="0"/>
            <a:endCxn id="46" idx="0"/>
          </p:cNvCxnSpPr>
          <p:nvPr/>
        </p:nvCxnSpPr>
        <p:spPr>
          <a:xfrm>
            <a:off x="4389797" y="4402640"/>
            <a:ext cx="543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3C1DF953-B6CE-4942-AD20-ED83E31399F8}"/>
              </a:ext>
            </a:extLst>
          </p:cNvPr>
          <p:cNvCxnSpPr>
            <a:cxnSpLocks/>
            <a:stCxn id="72" idx="0"/>
            <a:endCxn id="11" idx="0"/>
          </p:cNvCxnSpPr>
          <p:nvPr/>
        </p:nvCxnSpPr>
        <p:spPr>
          <a:xfrm>
            <a:off x="5045951" y="4402640"/>
            <a:ext cx="724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7F06499A-22DE-4272-8132-1B1EA88C4D76}"/>
              </a:ext>
            </a:extLst>
          </p:cNvPr>
          <p:cNvCxnSpPr>
            <a:cxnSpLocks/>
            <a:stCxn id="12" idx="0"/>
            <a:endCxn id="14" idx="0"/>
          </p:cNvCxnSpPr>
          <p:nvPr/>
        </p:nvCxnSpPr>
        <p:spPr>
          <a:xfrm>
            <a:off x="5702105" y="4402640"/>
            <a:ext cx="905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399E29C-20E0-4614-AF69-2A1C16D678FB}"/>
              </a:ext>
            </a:extLst>
          </p:cNvPr>
          <p:cNvCxnSpPr>
            <a:cxnSpLocks/>
            <a:stCxn id="69" idx="0"/>
            <a:endCxn id="47" idx="0"/>
          </p:cNvCxnSpPr>
          <p:nvPr/>
        </p:nvCxnSpPr>
        <p:spPr>
          <a:xfrm>
            <a:off x="6358259" y="4402640"/>
            <a:ext cx="1086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6006EFED-A322-414A-9D66-A5DEF6B735A5}"/>
              </a:ext>
            </a:extLst>
          </p:cNvPr>
          <p:cNvCxnSpPr>
            <a:cxnSpLocks/>
            <a:stCxn id="73" idx="0"/>
            <a:endCxn id="48" idx="0"/>
          </p:cNvCxnSpPr>
          <p:nvPr/>
        </p:nvCxnSpPr>
        <p:spPr>
          <a:xfrm>
            <a:off x="7014413" y="4402640"/>
            <a:ext cx="1267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B60C7448-63B8-46AC-BEF1-9D3EBE5A1AF7}"/>
              </a:ext>
            </a:extLst>
          </p:cNvPr>
          <p:cNvCxnSpPr>
            <a:cxnSpLocks/>
            <a:stCxn id="71" idx="0"/>
            <a:endCxn id="49" idx="0"/>
          </p:cNvCxnSpPr>
          <p:nvPr/>
        </p:nvCxnSpPr>
        <p:spPr>
          <a:xfrm>
            <a:off x="7670567" y="4402640"/>
            <a:ext cx="1448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62C633CC-A726-4554-AD6B-55E1EE93D9E4}"/>
              </a:ext>
            </a:extLst>
          </p:cNvPr>
          <p:cNvCxnSpPr>
            <a:cxnSpLocks/>
            <a:stCxn id="15" idx="0"/>
            <a:endCxn id="52" idx="0"/>
          </p:cNvCxnSpPr>
          <p:nvPr/>
        </p:nvCxnSpPr>
        <p:spPr>
          <a:xfrm>
            <a:off x="8326721" y="4402640"/>
            <a:ext cx="1629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5B715ED1-64E4-4D36-B433-10CF9F27EF0C}"/>
              </a:ext>
            </a:extLst>
          </p:cNvPr>
          <p:cNvCxnSpPr>
            <a:cxnSpLocks/>
            <a:stCxn id="74" idx="0"/>
            <a:endCxn id="50" idx="0"/>
          </p:cNvCxnSpPr>
          <p:nvPr/>
        </p:nvCxnSpPr>
        <p:spPr>
          <a:xfrm>
            <a:off x="8982875" y="4402640"/>
            <a:ext cx="1810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AF94A68D-B4D8-4C00-ACA0-58316FC9A8B2}"/>
              </a:ext>
            </a:extLst>
          </p:cNvPr>
          <p:cNvCxnSpPr>
            <a:cxnSpLocks/>
            <a:stCxn id="70" idx="0"/>
            <a:endCxn id="51" idx="0"/>
          </p:cNvCxnSpPr>
          <p:nvPr/>
        </p:nvCxnSpPr>
        <p:spPr>
          <a:xfrm>
            <a:off x="9639029" y="4402640"/>
            <a:ext cx="1991" cy="37019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0943AA03-9E91-4C05-A747-C1991DFB688E}"/>
              </a:ext>
            </a:extLst>
          </p:cNvPr>
          <p:cNvCxnSpPr>
            <a:cxnSpLocks/>
          </p:cNvCxnSpPr>
          <p:nvPr/>
        </p:nvCxnSpPr>
        <p:spPr>
          <a:xfrm flipH="1">
            <a:off x="260008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51B05726-5689-4D3C-81C2-D6E6593D930B}"/>
              </a:ext>
            </a:extLst>
          </p:cNvPr>
          <p:cNvCxnSpPr>
            <a:cxnSpLocks/>
          </p:cNvCxnSpPr>
          <p:nvPr/>
        </p:nvCxnSpPr>
        <p:spPr>
          <a:xfrm flipH="1">
            <a:off x="325642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D4470548-ACAC-47F3-A7D9-5C615885A3AB}"/>
              </a:ext>
            </a:extLst>
          </p:cNvPr>
          <p:cNvCxnSpPr>
            <a:cxnSpLocks/>
          </p:cNvCxnSpPr>
          <p:nvPr/>
        </p:nvCxnSpPr>
        <p:spPr>
          <a:xfrm flipH="1">
            <a:off x="391275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E45F219-1FB6-47D5-B0B1-03CDC8258B38}"/>
              </a:ext>
            </a:extLst>
          </p:cNvPr>
          <p:cNvCxnSpPr>
            <a:cxnSpLocks/>
          </p:cNvCxnSpPr>
          <p:nvPr/>
        </p:nvCxnSpPr>
        <p:spPr>
          <a:xfrm flipH="1">
            <a:off x="456909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42FCE108-2C43-40ED-9FA3-465A98FFC503}"/>
              </a:ext>
            </a:extLst>
          </p:cNvPr>
          <p:cNvCxnSpPr>
            <a:cxnSpLocks/>
          </p:cNvCxnSpPr>
          <p:nvPr/>
        </p:nvCxnSpPr>
        <p:spPr>
          <a:xfrm flipH="1">
            <a:off x="522542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6CA2B09E-86E3-49F7-A1D3-2A19B750A683}"/>
              </a:ext>
            </a:extLst>
          </p:cNvPr>
          <p:cNvCxnSpPr>
            <a:cxnSpLocks/>
          </p:cNvCxnSpPr>
          <p:nvPr/>
        </p:nvCxnSpPr>
        <p:spPr>
          <a:xfrm flipH="1">
            <a:off x="5910295" y="4940570"/>
            <a:ext cx="270297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F7E71ED-61EB-4E68-99F3-CC562306FF85}"/>
              </a:ext>
            </a:extLst>
          </p:cNvPr>
          <p:cNvCxnSpPr>
            <a:cxnSpLocks/>
          </p:cNvCxnSpPr>
          <p:nvPr/>
        </p:nvCxnSpPr>
        <p:spPr>
          <a:xfrm flipH="1">
            <a:off x="653809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641B6A7F-714E-4726-9CEC-F5CB78221061}"/>
              </a:ext>
            </a:extLst>
          </p:cNvPr>
          <p:cNvCxnSpPr>
            <a:cxnSpLocks/>
          </p:cNvCxnSpPr>
          <p:nvPr/>
        </p:nvCxnSpPr>
        <p:spPr>
          <a:xfrm flipH="1">
            <a:off x="719443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03F2D7D8-3513-4EAA-9D4A-D8FABCBFA15D}"/>
              </a:ext>
            </a:extLst>
          </p:cNvPr>
          <p:cNvCxnSpPr>
            <a:cxnSpLocks/>
          </p:cNvCxnSpPr>
          <p:nvPr/>
        </p:nvCxnSpPr>
        <p:spPr>
          <a:xfrm flipH="1">
            <a:off x="785076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1AAC0AE3-8F18-4E55-BE0B-CF5A07C87126}"/>
              </a:ext>
            </a:extLst>
          </p:cNvPr>
          <p:cNvCxnSpPr>
            <a:cxnSpLocks/>
          </p:cNvCxnSpPr>
          <p:nvPr/>
        </p:nvCxnSpPr>
        <p:spPr>
          <a:xfrm flipH="1">
            <a:off x="8507102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C8DB66EA-CFD6-4A31-B0C7-B0AAD4619450}"/>
              </a:ext>
            </a:extLst>
          </p:cNvPr>
          <p:cNvCxnSpPr>
            <a:cxnSpLocks/>
          </p:cNvCxnSpPr>
          <p:nvPr/>
        </p:nvCxnSpPr>
        <p:spPr>
          <a:xfrm flipH="1">
            <a:off x="9163437" y="4940570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95A54752-2836-4A25-A583-8A03F195FA6F}"/>
              </a:ext>
            </a:extLst>
          </p:cNvPr>
          <p:cNvSpPr txBox="1"/>
          <p:nvPr/>
        </p:nvSpPr>
        <p:spPr>
          <a:xfrm>
            <a:off x="368659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(2)</a:t>
            </a:r>
            <a:endParaRPr kumimoji="1" lang="ja-JP" altLang="en-US" sz="1600" dirty="0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416601A6-E672-41B0-9AA2-9B12D8A11C08}"/>
              </a:ext>
            </a:extLst>
          </p:cNvPr>
          <p:cNvSpPr txBox="1"/>
          <p:nvPr/>
        </p:nvSpPr>
        <p:spPr>
          <a:xfrm>
            <a:off x="434036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(3)</a:t>
            </a:r>
            <a:endParaRPr kumimoji="1" lang="ja-JP" altLang="en-US" sz="1600" dirty="0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676FF72-E204-4774-8CAF-98FCC2BCAE85}"/>
              </a:ext>
            </a:extLst>
          </p:cNvPr>
          <p:cNvSpPr txBox="1"/>
          <p:nvPr/>
        </p:nvSpPr>
        <p:spPr>
          <a:xfrm>
            <a:off x="499412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(4)</a:t>
            </a:r>
            <a:endParaRPr kumimoji="1" lang="ja-JP" altLang="en-US" sz="1600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72F29B3D-EE4C-4BD9-A5CB-FD8CC51C5E0A}"/>
              </a:ext>
            </a:extLst>
          </p:cNvPr>
          <p:cNvSpPr txBox="1"/>
          <p:nvPr/>
        </p:nvSpPr>
        <p:spPr>
          <a:xfrm>
            <a:off x="564789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(5)</a:t>
            </a:r>
            <a:endParaRPr kumimoji="1" lang="ja-JP" altLang="en-US" sz="1600" dirty="0"/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F648F417-2A50-4DA8-8E81-D4CE7656D1F8}"/>
              </a:ext>
            </a:extLst>
          </p:cNvPr>
          <p:cNvSpPr txBox="1"/>
          <p:nvPr/>
        </p:nvSpPr>
        <p:spPr>
          <a:xfrm>
            <a:off x="630165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(6)</a:t>
            </a:r>
            <a:endParaRPr kumimoji="1" lang="ja-JP" altLang="en-US" sz="1600" dirty="0"/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47401E32-B4C1-41F2-8A59-90B60E19B698}"/>
              </a:ext>
            </a:extLst>
          </p:cNvPr>
          <p:cNvSpPr txBox="1"/>
          <p:nvPr/>
        </p:nvSpPr>
        <p:spPr>
          <a:xfrm>
            <a:off x="695542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(7)</a:t>
            </a:r>
            <a:endParaRPr kumimoji="1" lang="ja-JP" altLang="en-US" sz="1600" dirty="0"/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D6481569-9E34-47DF-B52B-3689C0BFCC2B}"/>
              </a:ext>
            </a:extLst>
          </p:cNvPr>
          <p:cNvSpPr txBox="1"/>
          <p:nvPr/>
        </p:nvSpPr>
        <p:spPr>
          <a:xfrm>
            <a:off x="7609185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(8)</a:t>
            </a:r>
            <a:endParaRPr kumimoji="1" lang="ja-JP" altLang="en-US" sz="1600" dirty="0"/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75CAE5F7-6E3C-4E23-B510-DAAACBAA8AD7}"/>
              </a:ext>
            </a:extLst>
          </p:cNvPr>
          <p:cNvSpPr txBox="1"/>
          <p:nvPr/>
        </p:nvSpPr>
        <p:spPr>
          <a:xfrm>
            <a:off x="8262950" y="4225054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(9)</a:t>
            </a:r>
            <a:endParaRPr kumimoji="1" lang="ja-JP" altLang="en-US" sz="1600" dirty="0"/>
          </a:p>
        </p:txBody>
      </p: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EC65737D-84E9-48FB-9C2D-05CEDDA3B2E8}"/>
              </a:ext>
            </a:extLst>
          </p:cNvPr>
          <p:cNvSpPr txBox="1"/>
          <p:nvPr/>
        </p:nvSpPr>
        <p:spPr>
          <a:xfrm>
            <a:off x="8916715" y="4225054"/>
            <a:ext cx="757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(10)</a:t>
            </a:r>
            <a:endParaRPr kumimoji="1" lang="ja-JP" altLang="en-US" sz="1600" dirty="0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ABF1F041-D62C-43D5-8551-DFED65E4136D}"/>
              </a:ext>
            </a:extLst>
          </p:cNvPr>
          <p:cNvSpPr txBox="1"/>
          <p:nvPr/>
        </p:nvSpPr>
        <p:spPr>
          <a:xfrm>
            <a:off x="1256836" y="3560030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で</a:t>
            </a:r>
            <a:endParaRPr kumimoji="1" lang="en-US" altLang="ja-JP" dirty="0"/>
          </a:p>
          <a:p>
            <a:pPr algn="ctr"/>
            <a:r>
              <a:rPr lang="ja-JP" altLang="en-US" dirty="0"/>
              <a:t>計算</a:t>
            </a:r>
            <a:endParaRPr kumimoji="1" lang="ja-JP" altLang="en-US" dirty="0"/>
          </a:p>
        </p:txBody>
      </p:sp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51A2A888-50CE-43BD-9038-FC24A4739D47}"/>
              </a:ext>
            </a:extLst>
          </p:cNvPr>
          <p:cNvCxnSpPr>
            <a:cxnSpLocks/>
          </p:cNvCxnSpPr>
          <p:nvPr/>
        </p:nvCxnSpPr>
        <p:spPr>
          <a:xfrm>
            <a:off x="3077486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965A2660-4CC9-4482-B867-BEBC099F79CB}"/>
              </a:ext>
            </a:extLst>
          </p:cNvPr>
          <p:cNvCxnSpPr>
            <a:cxnSpLocks/>
          </p:cNvCxnSpPr>
          <p:nvPr/>
        </p:nvCxnSpPr>
        <p:spPr>
          <a:xfrm>
            <a:off x="3739982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4B7534D8-19B7-4C3C-85FC-7561E37F68E0}"/>
              </a:ext>
            </a:extLst>
          </p:cNvPr>
          <p:cNvCxnSpPr>
            <a:cxnSpLocks/>
          </p:cNvCxnSpPr>
          <p:nvPr/>
        </p:nvCxnSpPr>
        <p:spPr>
          <a:xfrm>
            <a:off x="4396133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B21BCE4B-4A8A-46EE-9BB4-A51CAD4F041E}"/>
              </a:ext>
            </a:extLst>
          </p:cNvPr>
          <p:cNvCxnSpPr>
            <a:cxnSpLocks/>
          </p:cNvCxnSpPr>
          <p:nvPr/>
        </p:nvCxnSpPr>
        <p:spPr>
          <a:xfrm>
            <a:off x="5045953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>
            <a:extLst>
              <a:ext uri="{FF2B5EF4-FFF2-40B4-BE49-F238E27FC236}">
                <a16:creationId xmlns:a16="http://schemas.microsoft.com/office/drawing/2014/main" id="{F135CE5D-75A8-4DD7-845B-D67E179A8822}"/>
              </a:ext>
            </a:extLst>
          </p:cNvPr>
          <p:cNvCxnSpPr>
            <a:cxnSpLocks/>
          </p:cNvCxnSpPr>
          <p:nvPr/>
        </p:nvCxnSpPr>
        <p:spPr>
          <a:xfrm>
            <a:off x="5702104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43533D84-2271-4660-AEB5-363F28FAF222}"/>
              </a:ext>
            </a:extLst>
          </p:cNvPr>
          <p:cNvCxnSpPr>
            <a:cxnSpLocks/>
          </p:cNvCxnSpPr>
          <p:nvPr/>
        </p:nvCxnSpPr>
        <p:spPr>
          <a:xfrm>
            <a:off x="6350843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45FC9600-CA87-49A0-AD68-000A1D7FDC9C}"/>
              </a:ext>
            </a:extLst>
          </p:cNvPr>
          <p:cNvCxnSpPr>
            <a:cxnSpLocks/>
          </p:cNvCxnSpPr>
          <p:nvPr/>
        </p:nvCxnSpPr>
        <p:spPr>
          <a:xfrm>
            <a:off x="7006994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矢印コネクタ 161">
            <a:extLst>
              <a:ext uri="{FF2B5EF4-FFF2-40B4-BE49-F238E27FC236}">
                <a16:creationId xmlns:a16="http://schemas.microsoft.com/office/drawing/2014/main" id="{D334D684-7983-4808-863A-1B1E8337EFC2}"/>
              </a:ext>
            </a:extLst>
          </p:cNvPr>
          <p:cNvCxnSpPr>
            <a:cxnSpLocks/>
          </p:cNvCxnSpPr>
          <p:nvPr/>
        </p:nvCxnSpPr>
        <p:spPr>
          <a:xfrm>
            <a:off x="7669490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310AF442-5A59-4FDB-A356-22D0A838B110}"/>
              </a:ext>
            </a:extLst>
          </p:cNvPr>
          <p:cNvCxnSpPr>
            <a:cxnSpLocks/>
          </p:cNvCxnSpPr>
          <p:nvPr/>
        </p:nvCxnSpPr>
        <p:spPr>
          <a:xfrm>
            <a:off x="8325641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>
            <a:extLst>
              <a:ext uri="{FF2B5EF4-FFF2-40B4-BE49-F238E27FC236}">
                <a16:creationId xmlns:a16="http://schemas.microsoft.com/office/drawing/2014/main" id="{E76A7870-257B-4BF8-B853-F9ED5E32F0D3}"/>
              </a:ext>
            </a:extLst>
          </p:cNvPr>
          <p:cNvCxnSpPr>
            <a:cxnSpLocks/>
          </p:cNvCxnSpPr>
          <p:nvPr/>
        </p:nvCxnSpPr>
        <p:spPr>
          <a:xfrm>
            <a:off x="8975461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64">
            <a:extLst>
              <a:ext uri="{FF2B5EF4-FFF2-40B4-BE49-F238E27FC236}">
                <a16:creationId xmlns:a16="http://schemas.microsoft.com/office/drawing/2014/main" id="{71044CBA-E86B-4BD6-A6F8-163BE4F65284}"/>
              </a:ext>
            </a:extLst>
          </p:cNvPr>
          <p:cNvCxnSpPr>
            <a:cxnSpLocks/>
          </p:cNvCxnSpPr>
          <p:nvPr/>
        </p:nvCxnSpPr>
        <p:spPr>
          <a:xfrm>
            <a:off x="9631612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3F81C571-1BC3-449F-A2D8-995DB7F24AA0}"/>
              </a:ext>
            </a:extLst>
          </p:cNvPr>
          <p:cNvCxnSpPr>
            <a:cxnSpLocks/>
          </p:cNvCxnSpPr>
          <p:nvPr/>
        </p:nvCxnSpPr>
        <p:spPr>
          <a:xfrm>
            <a:off x="10293027" y="3264316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C8D811D-B59A-4700-A272-B77D416E3E87}"/>
              </a:ext>
            </a:extLst>
          </p:cNvPr>
          <p:cNvSpPr/>
          <p:nvPr/>
        </p:nvSpPr>
        <p:spPr>
          <a:xfrm>
            <a:off x="2505264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5AA86FE7-CED5-45CA-B50D-35AD4A6BA3E6}"/>
              </a:ext>
            </a:extLst>
          </p:cNvPr>
          <p:cNvSpPr/>
          <p:nvPr/>
        </p:nvSpPr>
        <p:spPr>
          <a:xfrm>
            <a:off x="3162791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63711355-4D05-4700-9EAE-BB65252ACF3A}"/>
              </a:ext>
            </a:extLst>
          </p:cNvPr>
          <p:cNvSpPr/>
          <p:nvPr/>
        </p:nvSpPr>
        <p:spPr>
          <a:xfrm>
            <a:off x="3820318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858F4FFF-7232-4A46-A68A-3B34705CE26E}"/>
              </a:ext>
            </a:extLst>
          </p:cNvPr>
          <p:cNvSpPr/>
          <p:nvPr/>
        </p:nvSpPr>
        <p:spPr>
          <a:xfrm>
            <a:off x="4477845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39AB57BA-C5D8-4186-AEA2-1AD23C882482}"/>
              </a:ext>
            </a:extLst>
          </p:cNvPr>
          <p:cNvSpPr/>
          <p:nvPr/>
        </p:nvSpPr>
        <p:spPr>
          <a:xfrm>
            <a:off x="5135372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511A173-D7A5-41A5-A3B8-DA2C835A93B1}"/>
              </a:ext>
            </a:extLst>
          </p:cNvPr>
          <p:cNvSpPr/>
          <p:nvPr/>
        </p:nvSpPr>
        <p:spPr>
          <a:xfrm>
            <a:off x="5792899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11B28CFF-4FEA-4AD2-8B2C-D74E744751FD}"/>
              </a:ext>
            </a:extLst>
          </p:cNvPr>
          <p:cNvSpPr/>
          <p:nvPr/>
        </p:nvSpPr>
        <p:spPr>
          <a:xfrm>
            <a:off x="6450426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7AF1D1D6-80CF-4419-9BDD-6A77591D6502}"/>
              </a:ext>
            </a:extLst>
          </p:cNvPr>
          <p:cNvSpPr/>
          <p:nvPr/>
        </p:nvSpPr>
        <p:spPr>
          <a:xfrm>
            <a:off x="7107953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2A887908-C914-4D28-AB5D-166E2B1E481D}"/>
              </a:ext>
            </a:extLst>
          </p:cNvPr>
          <p:cNvSpPr/>
          <p:nvPr/>
        </p:nvSpPr>
        <p:spPr>
          <a:xfrm>
            <a:off x="7765480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E394E589-4B7D-42FD-8CBF-CC9DE49DC1F2}"/>
              </a:ext>
            </a:extLst>
          </p:cNvPr>
          <p:cNvSpPr/>
          <p:nvPr/>
        </p:nvSpPr>
        <p:spPr>
          <a:xfrm>
            <a:off x="8423007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55D74CB7-D8DA-4E8D-BFB4-574A0A2E4F9E}"/>
              </a:ext>
            </a:extLst>
          </p:cNvPr>
          <p:cNvSpPr/>
          <p:nvPr/>
        </p:nvSpPr>
        <p:spPr>
          <a:xfrm>
            <a:off x="9080534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02B04145-BC87-4964-80C7-18C0C1BD588A}"/>
              </a:ext>
            </a:extLst>
          </p:cNvPr>
          <p:cNvSpPr/>
          <p:nvPr/>
        </p:nvSpPr>
        <p:spPr>
          <a:xfrm>
            <a:off x="9738065" y="2858631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83" name="テキスト ボックス 182">
            <a:extLst>
              <a:ext uri="{FF2B5EF4-FFF2-40B4-BE49-F238E27FC236}">
                <a16:creationId xmlns:a16="http://schemas.microsoft.com/office/drawing/2014/main" id="{1844BB31-902F-4310-B253-7EB8DF79E55D}"/>
              </a:ext>
            </a:extLst>
          </p:cNvPr>
          <p:cNvSpPr txBox="1"/>
          <p:nvPr/>
        </p:nvSpPr>
        <p:spPr>
          <a:xfrm>
            <a:off x="794817" y="1543963"/>
            <a:ext cx="4073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/>
              <a:t>①</a:t>
            </a:r>
            <a:r>
              <a:rPr lang="en-US" altLang="ja-JP" sz="1600" dirty="0"/>
              <a:t>τ</a:t>
            </a:r>
            <a:r>
              <a:rPr lang="ja-JP" altLang="en-US" sz="1600" dirty="0"/>
              <a:t>時間分</a:t>
            </a:r>
            <a:r>
              <a:rPr kumimoji="1" lang="en-US" altLang="ja-JP" sz="1600" u="sng" dirty="0"/>
              <a:t>Wait</a:t>
            </a:r>
          </a:p>
          <a:p>
            <a:pPr algn="ctr"/>
            <a:r>
              <a:rPr lang="ja-JP" altLang="en-US" sz="1600" dirty="0"/>
              <a:t>⇒</a:t>
            </a:r>
            <a:r>
              <a:rPr lang="en-US" altLang="ja-JP" sz="1600" dirty="0"/>
              <a:t>(DDP)</a:t>
            </a:r>
            <a:r>
              <a:rPr lang="ja-JP" altLang="en-US" sz="1600" dirty="0"/>
              <a:t>次の入力パケットまでが</a:t>
            </a:r>
            <a:r>
              <a:rPr lang="en-US" altLang="ja-JP" sz="1600" dirty="0"/>
              <a:t>τ</a:t>
            </a:r>
            <a:r>
              <a:rPr lang="ja-JP" altLang="en-US" sz="1600" dirty="0"/>
              <a:t>時間</a:t>
            </a:r>
            <a:endParaRPr kumimoji="1" lang="en-US" altLang="ja-JP" sz="1600" u="sng" dirty="0"/>
          </a:p>
          <a:p>
            <a:pPr algn="ctr"/>
            <a:r>
              <a:rPr kumimoji="1" lang="ja-JP" altLang="en-US" sz="1600" dirty="0"/>
              <a:t>⇒</a:t>
            </a:r>
            <a:r>
              <a:rPr kumimoji="1" lang="en-US" altLang="ja-JP" sz="1600" dirty="0"/>
              <a:t>S</a:t>
            </a:r>
            <a:r>
              <a:rPr kumimoji="1" lang="en-US" altLang="ja-JP" sz="1600" baseline="-25000" dirty="0"/>
              <a:t>0</a:t>
            </a:r>
            <a:r>
              <a:rPr kumimoji="1" lang="en-US" altLang="ja-JP" sz="1600" dirty="0"/>
              <a:t>(n)</a:t>
            </a:r>
            <a:r>
              <a:rPr kumimoji="1" lang="ja-JP" altLang="en-US" sz="1600" dirty="0"/>
              <a:t>この間に</a:t>
            </a:r>
            <a:r>
              <a:rPr kumimoji="1" lang="en-US" altLang="ja-JP" sz="1600" dirty="0"/>
              <a:t>DDP</a:t>
            </a:r>
            <a:r>
              <a:rPr kumimoji="1" lang="ja-JP" altLang="en-US" sz="1600" dirty="0"/>
              <a:t>内をタップ数分周回</a:t>
            </a:r>
            <a:endParaRPr kumimoji="1" lang="en-US" altLang="ja-JP" sz="1600" dirty="0"/>
          </a:p>
        </p:txBody>
      </p:sp>
      <p:cxnSp>
        <p:nvCxnSpPr>
          <p:cNvPr id="185" name="直線コネクタ 184">
            <a:extLst>
              <a:ext uri="{FF2B5EF4-FFF2-40B4-BE49-F238E27FC236}">
                <a16:creationId xmlns:a16="http://schemas.microsoft.com/office/drawing/2014/main" id="{4FB2AB0E-01E1-406F-8B4A-CB720C7D9D7C}"/>
              </a:ext>
            </a:extLst>
          </p:cNvPr>
          <p:cNvCxnSpPr>
            <a:cxnSpLocks/>
            <a:stCxn id="183" idx="2"/>
            <a:endCxn id="19" idx="0"/>
          </p:cNvCxnSpPr>
          <p:nvPr/>
        </p:nvCxnSpPr>
        <p:spPr>
          <a:xfrm flipH="1">
            <a:off x="2755363" y="2374960"/>
            <a:ext cx="76007" cy="4836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B9F15B49-D1C9-4A07-A254-0102D77D42C6}"/>
              </a:ext>
            </a:extLst>
          </p:cNvPr>
          <p:cNvSpPr txBox="1"/>
          <p:nvPr/>
        </p:nvSpPr>
        <p:spPr>
          <a:xfrm>
            <a:off x="10592973" y="5195224"/>
            <a:ext cx="6576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出力</a:t>
            </a:r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45E32AB7-AF7A-450D-B417-3F2548093C00}"/>
              </a:ext>
            </a:extLst>
          </p:cNvPr>
          <p:cNvSpPr txBox="1"/>
          <p:nvPr/>
        </p:nvSpPr>
        <p:spPr>
          <a:xfrm>
            <a:off x="5102773" y="1086222"/>
            <a:ext cx="59179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/>
              <a:t>②係数は</a:t>
            </a:r>
            <a:r>
              <a:rPr kumimoji="1" lang="en-US" altLang="ja-JP" sz="1600" dirty="0"/>
              <a:t>1~-1</a:t>
            </a:r>
            <a:r>
              <a:rPr kumimoji="1" lang="ja-JP" altLang="en-US" sz="1600" dirty="0"/>
              <a:t>の値をとるため、小数・負数を含む</a:t>
            </a:r>
            <a:endParaRPr kumimoji="1" lang="en-US" altLang="ja-JP" sz="1600" dirty="0"/>
          </a:p>
          <a:p>
            <a:pPr algn="ctr"/>
            <a:r>
              <a:rPr kumimoji="1" lang="ja-JP" altLang="en-US" sz="1600" dirty="0"/>
              <a:t>小数：固定小数点数、負数：？？？？で対応符号</a:t>
            </a:r>
            <a:endParaRPr kumimoji="1" lang="en-US" altLang="ja-JP" sz="1600" dirty="0"/>
          </a:p>
          <a:p>
            <a:pPr algn="ctr"/>
            <a:r>
              <a:rPr lang="ja-JP" altLang="en-US" sz="1600" dirty="0"/>
              <a:t>⇒乗算：出力データ幅が入力データ幅を合わせた大きさになる</a:t>
            </a:r>
            <a:endParaRPr lang="en-US" altLang="ja-JP" sz="1600" dirty="0"/>
          </a:p>
          <a:p>
            <a:pPr algn="ctr"/>
            <a:r>
              <a:rPr kumimoji="1" lang="ja-JP" altLang="en-US" sz="1600" dirty="0"/>
              <a:t>⇒出力データのうち上位</a:t>
            </a:r>
            <a:r>
              <a:rPr kumimoji="1" lang="en-US" altLang="ja-JP" sz="1600" dirty="0"/>
              <a:t>Bit</a:t>
            </a:r>
            <a:r>
              <a:rPr kumimoji="1" lang="ja-JP" altLang="en-US" sz="1600" dirty="0"/>
              <a:t>を出力</a:t>
            </a:r>
            <a:endParaRPr kumimoji="1" lang="en-US" altLang="ja-JP" sz="1600" dirty="0"/>
          </a:p>
          <a:p>
            <a:pPr algn="ctr"/>
            <a:r>
              <a:rPr lang="ja-JP" altLang="en-US" sz="1600" dirty="0"/>
              <a:t>計算順：</a:t>
            </a:r>
            <a:r>
              <a:rPr lang="en-US" altLang="ja-JP" sz="1600" dirty="0"/>
              <a:t>1.</a:t>
            </a:r>
            <a:r>
              <a:rPr lang="ja-JP" altLang="en-US" sz="1600" dirty="0"/>
              <a:t>乗算（上位</a:t>
            </a:r>
            <a:r>
              <a:rPr lang="en-US" altLang="ja-JP" sz="1600" dirty="0"/>
              <a:t>Bit</a:t>
            </a:r>
            <a:r>
              <a:rPr lang="ja-JP" altLang="en-US" sz="1600" dirty="0"/>
              <a:t>出力）</a:t>
            </a:r>
            <a:r>
              <a:rPr lang="en-US" altLang="ja-JP" sz="1600" dirty="0"/>
              <a:t>2</a:t>
            </a:r>
            <a:r>
              <a:rPr lang="ja-JP" altLang="en-US" sz="1600" dirty="0" err="1"/>
              <a:t>．</a:t>
            </a:r>
            <a:r>
              <a:rPr lang="ja-JP" altLang="en-US" sz="1600" dirty="0"/>
              <a:t>１</a:t>
            </a:r>
            <a:r>
              <a:rPr lang="en-US" altLang="ja-JP" sz="1600" dirty="0"/>
              <a:t>Bit</a:t>
            </a:r>
            <a:r>
              <a:rPr lang="ja-JP" altLang="en-US" sz="1600" dirty="0"/>
              <a:t>左シフト</a:t>
            </a:r>
            <a:endParaRPr lang="en-US" altLang="ja-JP" sz="1600" dirty="0"/>
          </a:p>
        </p:txBody>
      </p: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D10F3971-486F-4141-A789-52C6E37DA9B4}"/>
              </a:ext>
            </a:extLst>
          </p:cNvPr>
          <p:cNvCxnSpPr>
            <a:cxnSpLocks/>
            <a:stCxn id="109" idx="1"/>
            <a:endCxn id="8" idx="5"/>
          </p:cNvCxnSpPr>
          <p:nvPr/>
        </p:nvCxnSpPr>
        <p:spPr>
          <a:xfrm flipH="1">
            <a:off x="2546384" y="1747942"/>
            <a:ext cx="2556389" cy="24985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11830D91-9505-4DB2-A732-9A63860BDEFC}"/>
              </a:ext>
            </a:extLst>
          </p:cNvPr>
          <p:cNvSpPr txBox="1"/>
          <p:nvPr/>
        </p:nvSpPr>
        <p:spPr>
          <a:xfrm>
            <a:off x="3327587" y="6545222"/>
            <a:ext cx="5876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/>
              <a:t>③</a:t>
            </a:r>
            <a:r>
              <a:rPr kumimoji="1" lang="en-US" altLang="ja-JP" sz="1600" dirty="0"/>
              <a:t>DDP</a:t>
            </a:r>
            <a:r>
              <a:rPr kumimoji="1" lang="ja-JP" altLang="en-US" sz="1600" dirty="0"/>
              <a:t>内で、整合チェックをする</a:t>
            </a:r>
            <a:r>
              <a:rPr lang="ja-JP" altLang="en-US" sz="1600" dirty="0"/>
              <a:t>（プログラムベース）</a:t>
            </a:r>
            <a:endParaRPr kumimoji="1" lang="en-US" altLang="ja-JP" sz="1600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78B5B0A6-3FD0-4F47-B665-1266CE4D49BA}"/>
              </a:ext>
            </a:extLst>
          </p:cNvPr>
          <p:cNvSpPr txBox="1"/>
          <p:nvPr/>
        </p:nvSpPr>
        <p:spPr>
          <a:xfrm>
            <a:off x="1256836" y="5494050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で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確認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FD7DB2-BEF7-43EE-B57E-0E366FFD052E}"/>
              </a:ext>
            </a:extLst>
          </p:cNvPr>
          <p:cNvSpPr/>
          <p:nvPr/>
        </p:nvSpPr>
        <p:spPr>
          <a:xfrm>
            <a:off x="2522561" y="5514064"/>
            <a:ext cx="1539611" cy="7339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DMEM</a:t>
            </a: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事前に</a:t>
            </a:r>
            <a:r>
              <a:rPr lang="en-US" altLang="ja-JP" sz="1400" dirty="0">
                <a:solidFill>
                  <a:schemeClr val="tx1"/>
                </a:solidFill>
              </a:rPr>
              <a:t>Python</a:t>
            </a:r>
            <a:r>
              <a:rPr lang="ja-JP" altLang="en-US" sz="1400" dirty="0">
                <a:solidFill>
                  <a:schemeClr val="tx1"/>
                </a:solidFill>
              </a:rPr>
              <a:t>で処理した結果値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10" name="直線矢印コネクタ 109">
            <a:extLst>
              <a:ext uri="{FF2B5EF4-FFF2-40B4-BE49-F238E27FC236}">
                <a16:creationId xmlns:a16="http://schemas.microsoft.com/office/drawing/2014/main" id="{E4E88BAB-1D1B-4FC1-AED6-1CF2BC84FC2C}"/>
              </a:ext>
            </a:extLst>
          </p:cNvPr>
          <p:cNvCxnSpPr>
            <a:cxnSpLocks/>
          </p:cNvCxnSpPr>
          <p:nvPr/>
        </p:nvCxnSpPr>
        <p:spPr>
          <a:xfrm>
            <a:off x="4068209" y="5881047"/>
            <a:ext cx="122784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C1E7C750-9078-46D5-9FD8-8998DF2246CB}"/>
              </a:ext>
            </a:extLst>
          </p:cNvPr>
          <p:cNvSpPr/>
          <p:nvPr/>
        </p:nvSpPr>
        <p:spPr>
          <a:xfrm>
            <a:off x="5326194" y="5514064"/>
            <a:ext cx="1539611" cy="7339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比較</a:t>
            </a: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30A83CF8-392E-4968-B845-DFA6179C1A41}"/>
              </a:ext>
            </a:extLst>
          </p:cNvPr>
          <p:cNvCxnSpPr>
            <a:cxnSpLocks/>
            <a:stCxn id="54" idx="4"/>
            <a:endCxn id="113" idx="0"/>
          </p:cNvCxnSpPr>
          <p:nvPr/>
        </p:nvCxnSpPr>
        <p:spPr>
          <a:xfrm rot="16200000" flipH="1">
            <a:off x="4055786" y="3473850"/>
            <a:ext cx="405762" cy="3674665"/>
          </a:xfrm>
          <a:prstGeom prst="bentConnector3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EB92992-2517-471E-8045-655706E90594}"/>
              </a:ext>
            </a:extLst>
          </p:cNvPr>
          <p:cNvCxnSpPr>
            <a:cxnSpLocks/>
            <a:stCxn id="113" idx="3"/>
            <a:endCxn id="24" idx="1"/>
          </p:cNvCxnSpPr>
          <p:nvPr/>
        </p:nvCxnSpPr>
        <p:spPr>
          <a:xfrm flipV="1">
            <a:off x="6865805" y="5649020"/>
            <a:ext cx="519614" cy="23202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35D827CD-50FB-49C9-A59E-7ED9432D88AA}"/>
              </a:ext>
            </a:extLst>
          </p:cNvPr>
          <p:cNvCxnSpPr>
            <a:cxnSpLocks/>
            <a:stCxn id="113" idx="3"/>
            <a:endCxn id="119" idx="1"/>
          </p:cNvCxnSpPr>
          <p:nvPr/>
        </p:nvCxnSpPr>
        <p:spPr>
          <a:xfrm>
            <a:off x="6865805" y="5881047"/>
            <a:ext cx="519613" cy="2172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E0F7A8D-D53E-403C-B345-C07BBD5A632D}"/>
              </a:ext>
            </a:extLst>
          </p:cNvPr>
          <p:cNvSpPr txBox="1"/>
          <p:nvPr/>
        </p:nvSpPr>
        <p:spPr>
          <a:xfrm>
            <a:off x="7385419" y="5464354"/>
            <a:ext cx="5003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＝ </a:t>
            </a: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41C76114-1EFF-4B67-8496-1F58481C25D2}"/>
              </a:ext>
            </a:extLst>
          </p:cNvPr>
          <p:cNvSpPr txBox="1"/>
          <p:nvPr/>
        </p:nvSpPr>
        <p:spPr>
          <a:xfrm>
            <a:off x="7385418" y="5913590"/>
            <a:ext cx="5003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≠ </a:t>
            </a: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577ADFAF-7D48-4EF0-B2DE-74E6EF1AF38F}"/>
              </a:ext>
            </a:extLst>
          </p:cNvPr>
          <p:cNvCxnSpPr>
            <a:cxnSpLocks/>
          </p:cNvCxnSpPr>
          <p:nvPr/>
        </p:nvCxnSpPr>
        <p:spPr>
          <a:xfrm>
            <a:off x="7885801" y="5649020"/>
            <a:ext cx="3906149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43057E55-4970-4455-B0D2-5DD3F2DD3E87}"/>
              </a:ext>
            </a:extLst>
          </p:cNvPr>
          <p:cNvCxnSpPr>
            <a:cxnSpLocks/>
            <a:stCxn id="119" idx="3"/>
          </p:cNvCxnSpPr>
          <p:nvPr/>
        </p:nvCxnSpPr>
        <p:spPr>
          <a:xfrm>
            <a:off x="7885801" y="6098256"/>
            <a:ext cx="3921758" cy="1436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8F637BD-A002-434F-B962-DCD499DEC6F5}"/>
              </a:ext>
            </a:extLst>
          </p:cNvPr>
          <p:cNvSpPr txBox="1"/>
          <p:nvPr/>
        </p:nvSpPr>
        <p:spPr>
          <a:xfrm>
            <a:off x="11318091" y="5291189"/>
            <a:ext cx="38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０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F9D5F51E-0760-4279-8D30-A14AFD6A5568}"/>
              </a:ext>
            </a:extLst>
          </p:cNvPr>
          <p:cNvSpPr txBox="1"/>
          <p:nvPr/>
        </p:nvSpPr>
        <p:spPr>
          <a:xfrm>
            <a:off x="11329114" y="5751933"/>
            <a:ext cx="38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cxnSp>
        <p:nvCxnSpPr>
          <p:cNvPr id="117" name="コネクタ: カギ線 116">
            <a:extLst>
              <a:ext uri="{FF2B5EF4-FFF2-40B4-BE49-F238E27FC236}">
                <a16:creationId xmlns:a16="http://schemas.microsoft.com/office/drawing/2014/main" id="{3E965EAA-C75F-40CD-81E4-DAE7BC1B80B8}"/>
              </a:ext>
            </a:extLst>
          </p:cNvPr>
          <p:cNvCxnSpPr>
            <a:cxnSpLocks/>
          </p:cNvCxnSpPr>
          <p:nvPr/>
        </p:nvCxnSpPr>
        <p:spPr>
          <a:xfrm rot="5400000">
            <a:off x="9788514" y="4433898"/>
            <a:ext cx="537930" cy="475414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7775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2D00817-BA29-4D99-8D6C-DED108730E1E}"/>
              </a:ext>
            </a:extLst>
          </p:cNvPr>
          <p:cNvSpPr/>
          <p:nvPr/>
        </p:nvSpPr>
        <p:spPr>
          <a:xfrm>
            <a:off x="1171301" y="4806211"/>
            <a:ext cx="10116645" cy="9945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6717F15-C310-42D4-B2B6-C14E3D1E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DDP</a:t>
            </a:r>
            <a:r>
              <a:rPr kumimoji="1" lang="ja-JP" altLang="en-US" dirty="0"/>
              <a:t>プログラムの検討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986BD4-0732-4276-B7A2-15B1BAD53DDC}"/>
              </a:ext>
            </a:extLst>
          </p:cNvPr>
          <p:cNvSpPr/>
          <p:nvPr/>
        </p:nvSpPr>
        <p:spPr>
          <a:xfrm>
            <a:off x="1171300" y="2097539"/>
            <a:ext cx="10116645" cy="27258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論理和 6">
            <a:extLst>
              <a:ext uri="{FF2B5EF4-FFF2-40B4-BE49-F238E27FC236}">
                <a16:creationId xmlns:a16="http://schemas.microsoft.com/office/drawing/2014/main" id="{DC626FFC-D9BA-4901-892A-0E9A6F73141A}"/>
              </a:ext>
            </a:extLst>
          </p:cNvPr>
          <p:cNvSpPr/>
          <p:nvPr/>
        </p:nvSpPr>
        <p:spPr>
          <a:xfrm>
            <a:off x="289891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3CFADBF8-4EA9-4AAB-9D17-CFF224CB27A0}"/>
              </a:ext>
            </a:extLst>
          </p:cNvPr>
          <p:cNvSpPr/>
          <p:nvPr/>
        </p:nvSpPr>
        <p:spPr>
          <a:xfrm flipV="1">
            <a:off x="2171236" y="2640478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フローチャート: 論理和 8">
            <a:extLst>
              <a:ext uri="{FF2B5EF4-FFF2-40B4-BE49-F238E27FC236}">
                <a16:creationId xmlns:a16="http://schemas.microsoft.com/office/drawing/2014/main" id="{53E2ECD0-C867-4240-8C18-CF99537ADEAA}"/>
              </a:ext>
            </a:extLst>
          </p:cNvPr>
          <p:cNvSpPr/>
          <p:nvPr/>
        </p:nvSpPr>
        <p:spPr>
          <a:xfrm>
            <a:off x="355525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44B8126A-2D2E-4323-812F-B5E146684880}"/>
              </a:ext>
            </a:extLst>
          </p:cNvPr>
          <p:cNvSpPr/>
          <p:nvPr/>
        </p:nvSpPr>
        <p:spPr>
          <a:xfrm flipV="1">
            <a:off x="3483544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フローチャート: 論理和 10">
            <a:extLst>
              <a:ext uri="{FF2B5EF4-FFF2-40B4-BE49-F238E27FC236}">
                <a16:creationId xmlns:a16="http://schemas.microsoft.com/office/drawing/2014/main" id="{51A62F61-8C2D-4DA7-AA20-5458D7F1ADE9}"/>
              </a:ext>
            </a:extLst>
          </p:cNvPr>
          <p:cNvSpPr/>
          <p:nvPr/>
        </p:nvSpPr>
        <p:spPr>
          <a:xfrm>
            <a:off x="486792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C893D494-145D-4D82-9C18-0527C4A68EF8}"/>
              </a:ext>
            </a:extLst>
          </p:cNvPr>
          <p:cNvSpPr/>
          <p:nvPr/>
        </p:nvSpPr>
        <p:spPr>
          <a:xfrm flipV="1">
            <a:off x="5452006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フローチャート: 論理和 13">
            <a:extLst>
              <a:ext uri="{FF2B5EF4-FFF2-40B4-BE49-F238E27FC236}">
                <a16:creationId xmlns:a16="http://schemas.microsoft.com/office/drawing/2014/main" id="{A63991A9-E135-4EDA-BDE4-DC5B4469B5AE}"/>
              </a:ext>
            </a:extLst>
          </p:cNvPr>
          <p:cNvSpPr/>
          <p:nvPr/>
        </p:nvSpPr>
        <p:spPr>
          <a:xfrm>
            <a:off x="552425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AFCAA07E-F9F7-4BE5-A21E-F68FB059CC73}"/>
              </a:ext>
            </a:extLst>
          </p:cNvPr>
          <p:cNvSpPr/>
          <p:nvPr/>
        </p:nvSpPr>
        <p:spPr>
          <a:xfrm flipV="1">
            <a:off x="8076622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DD341B8-1DDF-4FB4-AB4C-948D06055D97}"/>
              </a:ext>
            </a:extLst>
          </p:cNvPr>
          <p:cNvCxnSpPr>
            <a:cxnSpLocks/>
          </p:cNvCxnSpPr>
          <p:nvPr/>
        </p:nvCxnSpPr>
        <p:spPr>
          <a:xfrm>
            <a:off x="2088816" y="1817956"/>
            <a:ext cx="8204211" cy="808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4B07ABF-54CE-4159-94F1-CC5EEC9E0A57}"/>
              </a:ext>
            </a:extLst>
          </p:cNvPr>
          <p:cNvCxnSpPr>
            <a:cxnSpLocks/>
          </p:cNvCxnSpPr>
          <p:nvPr/>
        </p:nvCxnSpPr>
        <p:spPr>
          <a:xfrm>
            <a:off x="2421335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6BDD8BE1-FD3E-4A59-BA1C-B9F08C90F2BD}"/>
              </a:ext>
            </a:extLst>
          </p:cNvPr>
          <p:cNvCxnSpPr>
            <a:cxnSpLocks/>
            <a:stCxn id="8" idx="0"/>
            <a:endCxn id="5" idx="0"/>
          </p:cNvCxnSpPr>
          <p:nvPr/>
        </p:nvCxnSpPr>
        <p:spPr>
          <a:xfrm flipH="1">
            <a:off x="2421334" y="2975942"/>
            <a:ext cx="1" cy="528441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2273927-9556-4A4B-BD40-834DFBB520FC}"/>
              </a:ext>
            </a:extLst>
          </p:cNvPr>
          <p:cNvSpPr txBox="1"/>
          <p:nvPr/>
        </p:nvSpPr>
        <p:spPr>
          <a:xfrm>
            <a:off x="303283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(1)</a:t>
            </a:r>
            <a:endParaRPr kumimoji="1"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A547AB0-8476-4EF2-88E9-36F51E9A6AE4}"/>
              </a:ext>
            </a:extLst>
          </p:cNvPr>
          <p:cNvSpPr txBox="1"/>
          <p:nvPr/>
        </p:nvSpPr>
        <p:spPr>
          <a:xfrm>
            <a:off x="2441890" y="2786779"/>
            <a:ext cx="578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(0)</a:t>
            </a:r>
            <a:endParaRPr kumimoji="1"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8AA101-16D1-4287-8E6D-DB015731DD70}"/>
              </a:ext>
            </a:extLst>
          </p:cNvPr>
          <p:cNvSpPr txBox="1"/>
          <p:nvPr/>
        </p:nvSpPr>
        <p:spPr>
          <a:xfrm>
            <a:off x="9687395" y="2786779"/>
            <a:ext cx="662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(11)</a:t>
            </a:r>
            <a:endParaRPr kumimoji="1" lang="ja-JP" altLang="en-US" sz="16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C542841-9D6B-4941-8522-9800606D8078}"/>
              </a:ext>
            </a:extLst>
          </p:cNvPr>
          <p:cNvSpPr txBox="1"/>
          <p:nvPr/>
        </p:nvSpPr>
        <p:spPr>
          <a:xfrm>
            <a:off x="10363058" y="2786779"/>
            <a:ext cx="657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(12)</a:t>
            </a:r>
            <a:endParaRPr kumimoji="1" lang="ja-JP" altLang="en-US" sz="16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F82F6C7-6F00-4511-80E5-51B5F9E7B49E}"/>
              </a:ext>
            </a:extLst>
          </p:cNvPr>
          <p:cNvSpPr txBox="1"/>
          <p:nvPr/>
        </p:nvSpPr>
        <p:spPr>
          <a:xfrm>
            <a:off x="1749399" y="1447833"/>
            <a:ext cx="365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S</a:t>
            </a:r>
            <a:r>
              <a:rPr lang="en-US" altLang="ja-JP" sz="1600" baseline="-25000" dirty="0"/>
              <a:t>0</a:t>
            </a:r>
            <a:endParaRPr kumimoji="1" lang="ja-JP" altLang="en-US" sz="1600" dirty="0"/>
          </a:p>
        </p:txBody>
      </p:sp>
      <p:sp>
        <p:nvSpPr>
          <p:cNvPr id="46" name="フローチャート: 論理和 45">
            <a:extLst>
              <a:ext uri="{FF2B5EF4-FFF2-40B4-BE49-F238E27FC236}">
                <a16:creationId xmlns:a16="http://schemas.microsoft.com/office/drawing/2014/main" id="{7F70FA56-D39C-4AB4-82AC-C2AC0D7F3246}"/>
              </a:ext>
            </a:extLst>
          </p:cNvPr>
          <p:cNvSpPr/>
          <p:nvPr/>
        </p:nvSpPr>
        <p:spPr>
          <a:xfrm>
            <a:off x="421158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7" name="フローチャート: 論理和 46">
            <a:extLst>
              <a:ext uri="{FF2B5EF4-FFF2-40B4-BE49-F238E27FC236}">
                <a16:creationId xmlns:a16="http://schemas.microsoft.com/office/drawing/2014/main" id="{CA5DE039-EB69-4DD6-91AF-EDEF8731921C}"/>
              </a:ext>
            </a:extLst>
          </p:cNvPr>
          <p:cNvSpPr/>
          <p:nvPr/>
        </p:nvSpPr>
        <p:spPr>
          <a:xfrm>
            <a:off x="618059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8" name="フローチャート: 論理和 47">
            <a:extLst>
              <a:ext uri="{FF2B5EF4-FFF2-40B4-BE49-F238E27FC236}">
                <a16:creationId xmlns:a16="http://schemas.microsoft.com/office/drawing/2014/main" id="{114E0D8B-DEE6-45EC-B76C-DA2B24082A6B}"/>
              </a:ext>
            </a:extLst>
          </p:cNvPr>
          <p:cNvSpPr/>
          <p:nvPr/>
        </p:nvSpPr>
        <p:spPr>
          <a:xfrm>
            <a:off x="683692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フローチャート: 論理和 48">
            <a:extLst>
              <a:ext uri="{FF2B5EF4-FFF2-40B4-BE49-F238E27FC236}">
                <a16:creationId xmlns:a16="http://schemas.microsoft.com/office/drawing/2014/main" id="{6755CD02-B8BA-40E1-80E2-5C53D31E1FC7}"/>
              </a:ext>
            </a:extLst>
          </p:cNvPr>
          <p:cNvSpPr/>
          <p:nvPr/>
        </p:nvSpPr>
        <p:spPr>
          <a:xfrm>
            <a:off x="749326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0" name="フローチャート: 論理和 49">
            <a:extLst>
              <a:ext uri="{FF2B5EF4-FFF2-40B4-BE49-F238E27FC236}">
                <a16:creationId xmlns:a16="http://schemas.microsoft.com/office/drawing/2014/main" id="{2A17616D-FCAD-457D-A5C8-1F5B388C8BFF}"/>
              </a:ext>
            </a:extLst>
          </p:cNvPr>
          <p:cNvSpPr/>
          <p:nvPr/>
        </p:nvSpPr>
        <p:spPr>
          <a:xfrm>
            <a:off x="880593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フローチャート: 論理和 50">
            <a:extLst>
              <a:ext uri="{FF2B5EF4-FFF2-40B4-BE49-F238E27FC236}">
                <a16:creationId xmlns:a16="http://schemas.microsoft.com/office/drawing/2014/main" id="{DBF25329-5802-44F2-9C62-EFF4FE32D194}"/>
              </a:ext>
            </a:extLst>
          </p:cNvPr>
          <p:cNvSpPr/>
          <p:nvPr/>
        </p:nvSpPr>
        <p:spPr>
          <a:xfrm>
            <a:off x="946226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フローチャート: 論理和 51">
            <a:extLst>
              <a:ext uri="{FF2B5EF4-FFF2-40B4-BE49-F238E27FC236}">
                <a16:creationId xmlns:a16="http://schemas.microsoft.com/office/drawing/2014/main" id="{8E382460-AF62-47F0-A154-DBD5B3E302C4}"/>
              </a:ext>
            </a:extLst>
          </p:cNvPr>
          <p:cNvSpPr/>
          <p:nvPr/>
        </p:nvSpPr>
        <p:spPr>
          <a:xfrm>
            <a:off x="814959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4" name="フローチャート: 論理和 53">
            <a:extLst>
              <a:ext uri="{FF2B5EF4-FFF2-40B4-BE49-F238E27FC236}">
                <a16:creationId xmlns:a16="http://schemas.microsoft.com/office/drawing/2014/main" id="{35E9ADBE-55B2-48E0-BC06-349F98A46196}"/>
              </a:ext>
            </a:extLst>
          </p:cNvPr>
          <p:cNvSpPr/>
          <p:nvPr/>
        </p:nvSpPr>
        <p:spPr>
          <a:xfrm>
            <a:off x="224258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6E52128D-AB53-4B09-9033-0EE6C48F3B3F}"/>
              </a:ext>
            </a:extLst>
          </p:cNvPr>
          <p:cNvSpPr/>
          <p:nvPr/>
        </p:nvSpPr>
        <p:spPr>
          <a:xfrm flipV="1">
            <a:off x="282739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E6C9541D-BD79-49AC-91F7-33501AAEA814}"/>
              </a:ext>
            </a:extLst>
          </p:cNvPr>
          <p:cNvSpPr/>
          <p:nvPr/>
        </p:nvSpPr>
        <p:spPr>
          <a:xfrm flipV="1">
            <a:off x="4139698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853059ED-6E43-4623-AF85-510A5885B646}"/>
              </a:ext>
            </a:extLst>
          </p:cNvPr>
          <p:cNvSpPr/>
          <p:nvPr/>
        </p:nvSpPr>
        <p:spPr>
          <a:xfrm flipV="1">
            <a:off x="610816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B537FDA9-4920-403A-9EA4-9EB595DE9757}"/>
              </a:ext>
            </a:extLst>
          </p:cNvPr>
          <p:cNvSpPr/>
          <p:nvPr/>
        </p:nvSpPr>
        <p:spPr>
          <a:xfrm flipV="1">
            <a:off x="938893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1EF934AA-7E96-440B-8898-4C02A9113F90}"/>
              </a:ext>
            </a:extLst>
          </p:cNvPr>
          <p:cNvSpPr/>
          <p:nvPr/>
        </p:nvSpPr>
        <p:spPr>
          <a:xfrm flipV="1">
            <a:off x="7420468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E43001A5-6855-4086-9581-20E50555C683}"/>
              </a:ext>
            </a:extLst>
          </p:cNvPr>
          <p:cNvSpPr/>
          <p:nvPr/>
        </p:nvSpPr>
        <p:spPr>
          <a:xfrm flipV="1">
            <a:off x="4795852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A15B028E-7A5B-46FC-9643-59D27D1DC6E1}"/>
              </a:ext>
            </a:extLst>
          </p:cNvPr>
          <p:cNvSpPr/>
          <p:nvPr/>
        </p:nvSpPr>
        <p:spPr>
          <a:xfrm flipV="1">
            <a:off x="6764314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792F7DA0-0166-48E2-BB73-E5B42CF14D86}"/>
              </a:ext>
            </a:extLst>
          </p:cNvPr>
          <p:cNvSpPr/>
          <p:nvPr/>
        </p:nvSpPr>
        <p:spPr>
          <a:xfrm flipV="1">
            <a:off x="8732776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4E13AE78-2F02-4BCF-AA43-3D0E8015101C}"/>
              </a:ext>
            </a:extLst>
          </p:cNvPr>
          <p:cNvSpPr/>
          <p:nvPr/>
        </p:nvSpPr>
        <p:spPr>
          <a:xfrm flipV="1">
            <a:off x="10045087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1104B582-5E87-4064-9400-322957FDB1A9}"/>
              </a:ext>
            </a:extLst>
          </p:cNvPr>
          <p:cNvCxnSpPr>
            <a:cxnSpLocks/>
            <a:stCxn id="67" idx="0"/>
            <a:endCxn id="117" idx="0"/>
          </p:cNvCxnSpPr>
          <p:nvPr/>
        </p:nvCxnSpPr>
        <p:spPr>
          <a:xfrm flipH="1">
            <a:off x="3077210" y="2964365"/>
            <a:ext cx="27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7EA1766A-1D77-4458-9261-D90CBECD80A6}"/>
              </a:ext>
            </a:extLst>
          </p:cNvPr>
          <p:cNvCxnSpPr>
            <a:cxnSpLocks/>
            <a:stCxn id="10" idx="0"/>
            <a:endCxn id="127" idx="0"/>
          </p:cNvCxnSpPr>
          <p:nvPr/>
        </p:nvCxnSpPr>
        <p:spPr>
          <a:xfrm flipH="1">
            <a:off x="3733086" y="2964365"/>
            <a:ext cx="557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1F5B152A-1B06-4008-8624-60613CBB323E}"/>
              </a:ext>
            </a:extLst>
          </p:cNvPr>
          <p:cNvCxnSpPr>
            <a:cxnSpLocks/>
            <a:stCxn id="68" idx="0"/>
            <a:endCxn id="129" idx="0"/>
          </p:cNvCxnSpPr>
          <p:nvPr/>
        </p:nvCxnSpPr>
        <p:spPr>
          <a:xfrm flipH="1">
            <a:off x="4388962" y="2964365"/>
            <a:ext cx="835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3C1DF953-B6CE-4942-AD20-ED83E31399F8}"/>
              </a:ext>
            </a:extLst>
          </p:cNvPr>
          <p:cNvCxnSpPr>
            <a:cxnSpLocks/>
            <a:stCxn id="72" idx="0"/>
            <a:endCxn id="133" idx="0"/>
          </p:cNvCxnSpPr>
          <p:nvPr/>
        </p:nvCxnSpPr>
        <p:spPr>
          <a:xfrm flipH="1">
            <a:off x="5044838" y="2964365"/>
            <a:ext cx="1113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7F06499A-22DE-4272-8132-1B1EA88C4D76}"/>
              </a:ext>
            </a:extLst>
          </p:cNvPr>
          <p:cNvCxnSpPr>
            <a:cxnSpLocks/>
            <a:stCxn id="12" idx="0"/>
            <a:endCxn id="135" idx="0"/>
          </p:cNvCxnSpPr>
          <p:nvPr/>
        </p:nvCxnSpPr>
        <p:spPr>
          <a:xfrm flipH="1">
            <a:off x="5700714" y="2964365"/>
            <a:ext cx="1391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399E29C-20E0-4614-AF69-2A1C16D678FB}"/>
              </a:ext>
            </a:extLst>
          </p:cNvPr>
          <p:cNvCxnSpPr>
            <a:cxnSpLocks/>
            <a:stCxn id="69" idx="0"/>
            <a:endCxn id="137" idx="0"/>
          </p:cNvCxnSpPr>
          <p:nvPr/>
        </p:nvCxnSpPr>
        <p:spPr>
          <a:xfrm flipH="1">
            <a:off x="6356590" y="2964365"/>
            <a:ext cx="166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6006EFED-A322-414A-9D66-A5DEF6B735A5}"/>
              </a:ext>
            </a:extLst>
          </p:cNvPr>
          <p:cNvCxnSpPr>
            <a:cxnSpLocks/>
            <a:stCxn id="73" idx="0"/>
            <a:endCxn id="139" idx="0"/>
          </p:cNvCxnSpPr>
          <p:nvPr/>
        </p:nvCxnSpPr>
        <p:spPr>
          <a:xfrm flipH="1">
            <a:off x="7012466" y="2964365"/>
            <a:ext cx="1947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B60C7448-63B8-46AC-BEF1-9D3EBE5A1AF7}"/>
              </a:ext>
            </a:extLst>
          </p:cNvPr>
          <p:cNvCxnSpPr>
            <a:cxnSpLocks/>
            <a:stCxn id="71" idx="0"/>
            <a:endCxn id="141" idx="0"/>
          </p:cNvCxnSpPr>
          <p:nvPr/>
        </p:nvCxnSpPr>
        <p:spPr>
          <a:xfrm flipH="1">
            <a:off x="7668342" y="2964365"/>
            <a:ext cx="2225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62C633CC-A726-4554-AD6B-55E1EE93D9E4}"/>
              </a:ext>
            </a:extLst>
          </p:cNvPr>
          <p:cNvCxnSpPr>
            <a:cxnSpLocks/>
            <a:stCxn id="15" idx="0"/>
            <a:endCxn id="152" idx="0"/>
          </p:cNvCxnSpPr>
          <p:nvPr/>
        </p:nvCxnSpPr>
        <p:spPr>
          <a:xfrm flipH="1">
            <a:off x="8324218" y="2964365"/>
            <a:ext cx="2503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5B715ED1-64E4-4D36-B433-10CF9F27EF0C}"/>
              </a:ext>
            </a:extLst>
          </p:cNvPr>
          <p:cNvCxnSpPr>
            <a:cxnSpLocks/>
            <a:stCxn id="74" idx="0"/>
            <a:endCxn id="153" idx="0"/>
          </p:cNvCxnSpPr>
          <p:nvPr/>
        </p:nvCxnSpPr>
        <p:spPr>
          <a:xfrm flipH="1">
            <a:off x="8980094" y="2964365"/>
            <a:ext cx="2781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AF94A68D-B4D8-4C00-ACA0-58316FC9A8B2}"/>
              </a:ext>
            </a:extLst>
          </p:cNvPr>
          <p:cNvCxnSpPr>
            <a:cxnSpLocks/>
            <a:stCxn id="70" idx="0"/>
            <a:endCxn id="154" idx="0"/>
          </p:cNvCxnSpPr>
          <p:nvPr/>
        </p:nvCxnSpPr>
        <p:spPr>
          <a:xfrm flipH="1">
            <a:off x="9635970" y="2964365"/>
            <a:ext cx="305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F081057F-B194-4321-AFA7-A3E6F3FF30FD}"/>
              </a:ext>
            </a:extLst>
          </p:cNvPr>
          <p:cNvCxnSpPr>
            <a:cxnSpLocks/>
            <a:stCxn id="76" idx="0"/>
            <a:endCxn id="167" idx="0"/>
          </p:cNvCxnSpPr>
          <p:nvPr/>
        </p:nvCxnSpPr>
        <p:spPr>
          <a:xfrm flipH="1">
            <a:off x="10291842" y="2964365"/>
            <a:ext cx="3344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0943AA03-9E91-4C05-A747-C1991DFB688E}"/>
              </a:ext>
            </a:extLst>
          </p:cNvPr>
          <p:cNvCxnSpPr>
            <a:cxnSpLocks/>
          </p:cNvCxnSpPr>
          <p:nvPr/>
        </p:nvCxnSpPr>
        <p:spPr>
          <a:xfrm flipH="1">
            <a:off x="257151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51B05726-5689-4D3C-81C2-D6E6593D930B}"/>
              </a:ext>
            </a:extLst>
          </p:cNvPr>
          <p:cNvCxnSpPr>
            <a:cxnSpLocks/>
          </p:cNvCxnSpPr>
          <p:nvPr/>
        </p:nvCxnSpPr>
        <p:spPr>
          <a:xfrm flipH="1">
            <a:off x="322784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D4470548-ACAC-47F3-A7D9-5C615885A3AB}"/>
              </a:ext>
            </a:extLst>
          </p:cNvPr>
          <p:cNvCxnSpPr>
            <a:cxnSpLocks/>
          </p:cNvCxnSpPr>
          <p:nvPr/>
        </p:nvCxnSpPr>
        <p:spPr>
          <a:xfrm flipH="1">
            <a:off x="388418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E45F219-1FB6-47D5-B0B1-03CDC8258B38}"/>
              </a:ext>
            </a:extLst>
          </p:cNvPr>
          <p:cNvCxnSpPr>
            <a:cxnSpLocks/>
          </p:cNvCxnSpPr>
          <p:nvPr/>
        </p:nvCxnSpPr>
        <p:spPr>
          <a:xfrm flipH="1">
            <a:off x="454051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42FCE108-2C43-40ED-9FA3-465A98FFC503}"/>
              </a:ext>
            </a:extLst>
          </p:cNvPr>
          <p:cNvCxnSpPr>
            <a:cxnSpLocks/>
          </p:cNvCxnSpPr>
          <p:nvPr/>
        </p:nvCxnSpPr>
        <p:spPr>
          <a:xfrm flipH="1">
            <a:off x="519685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6CA2B09E-86E3-49F7-A1D3-2A19B750A683}"/>
              </a:ext>
            </a:extLst>
          </p:cNvPr>
          <p:cNvCxnSpPr>
            <a:cxnSpLocks/>
          </p:cNvCxnSpPr>
          <p:nvPr/>
        </p:nvCxnSpPr>
        <p:spPr>
          <a:xfrm flipH="1">
            <a:off x="5881720" y="4359545"/>
            <a:ext cx="270297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F7E71ED-61EB-4E68-99F3-CC562306FF85}"/>
              </a:ext>
            </a:extLst>
          </p:cNvPr>
          <p:cNvCxnSpPr>
            <a:cxnSpLocks/>
          </p:cNvCxnSpPr>
          <p:nvPr/>
        </p:nvCxnSpPr>
        <p:spPr>
          <a:xfrm flipH="1">
            <a:off x="650952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641B6A7F-714E-4726-9CEC-F5CB78221061}"/>
              </a:ext>
            </a:extLst>
          </p:cNvPr>
          <p:cNvCxnSpPr>
            <a:cxnSpLocks/>
          </p:cNvCxnSpPr>
          <p:nvPr/>
        </p:nvCxnSpPr>
        <p:spPr>
          <a:xfrm flipH="1">
            <a:off x="716585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03F2D7D8-3513-4EAA-9D4A-D8FABCBFA15D}"/>
              </a:ext>
            </a:extLst>
          </p:cNvPr>
          <p:cNvCxnSpPr>
            <a:cxnSpLocks/>
          </p:cNvCxnSpPr>
          <p:nvPr/>
        </p:nvCxnSpPr>
        <p:spPr>
          <a:xfrm flipH="1">
            <a:off x="782219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1AAC0AE3-8F18-4E55-BE0B-CF5A07C87126}"/>
              </a:ext>
            </a:extLst>
          </p:cNvPr>
          <p:cNvCxnSpPr>
            <a:cxnSpLocks/>
          </p:cNvCxnSpPr>
          <p:nvPr/>
        </p:nvCxnSpPr>
        <p:spPr>
          <a:xfrm flipH="1">
            <a:off x="847852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C8DB66EA-CFD6-4A31-B0C7-B0AAD4619450}"/>
              </a:ext>
            </a:extLst>
          </p:cNvPr>
          <p:cNvCxnSpPr>
            <a:cxnSpLocks/>
          </p:cNvCxnSpPr>
          <p:nvPr/>
        </p:nvCxnSpPr>
        <p:spPr>
          <a:xfrm flipH="1">
            <a:off x="913486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95A54752-2836-4A25-A583-8A03F195FA6F}"/>
              </a:ext>
            </a:extLst>
          </p:cNvPr>
          <p:cNvSpPr txBox="1"/>
          <p:nvPr/>
        </p:nvSpPr>
        <p:spPr>
          <a:xfrm>
            <a:off x="368659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(2)</a:t>
            </a:r>
            <a:endParaRPr kumimoji="1" lang="ja-JP" altLang="en-US" sz="1600" dirty="0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416601A6-E672-41B0-9AA2-9B12D8A11C08}"/>
              </a:ext>
            </a:extLst>
          </p:cNvPr>
          <p:cNvSpPr txBox="1"/>
          <p:nvPr/>
        </p:nvSpPr>
        <p:spPr>
          <a:xfrm>
            <a:off x="434036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(3)</a:t>
            </a:r>
            <a:endParaRPr kumimoji="1" lang="ja-JP" altLang="en-US" sz="1600" dirty="0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676FF72-E204-4774-8CAF-98FCC2BCAE85}"/>
              </a:ext>
            </a:extLst>
          </p:cNvPr>
          <p:cNvSpPr txBox="1"/>
          <p:nvPr/>
        </p:nvSpPr>
        <p:spPr>
          <a:xfrm>
            <a:off x="499412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(4)</a:t>
            </a:r>
            <a:endParaRPr kumimoji="1" lang="ja-JP" altLang="en-US" sz="1600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72F29B3D-EE4C-4BD9-A5CB-FD8CC51C5E0A}"/>
              </a:ext>
            </a:extLst>
          </p:cNvPr>
          <p:cNvSpPr txBox="1"/>
          <p:nvPr/>
        </p:nvSpPr>
        <p:spPr>
          <a:xfrm>
            <a:off x="564789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(5)</a:t>
            </a:r>
            <a:endParaRPr kumimoji="1" lang="ja-JP" altLang="en-US" sz="1600" dirty="0"/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F648F417-2A50-4DA8-8E81-D4CE7656D1F8}"/>
              </a:ext>
            </a:extLst>
          </p:cNvPr>
          <p:cNvSpPr txBox="1"/>
          <p:nvPr/>
        </p:nvSpPr>
        <p:spPr>
          <a:xfrm>
            <a:off x="630165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(6)</a:t>
            </a:r>
            <a:endParaRPr kumimoji="1" lang="ja-JP" altLang="en-US" sz="1600" dirty="0"/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47401E32-B4C1-41F2-8A59-90B60E19B698}"/>
              </a:ext>
            </a:extLst>
          </p:cNvPr>
          <p:cNvSpPr txBox="1"/>
          <p:nvPr/>
        </p:nvSpPr>
        <p:spPr>
          <a:xfrm>
            <a:off x="695542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(7)</a:t>
            </a:r>
            <a:endParaRPr kumimoji="1" lang="ja-JP" altLang="en-US" sz="1600" dirty="0"/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D6481569-9E34-47DF-B52B-3689C0BFCC2B}"/>
              </a:ext>
            </a:extLst>
          </p:cNvPr>
          <p:cNvSpPr txBox="1"/>
          <p:nvPr/>
        </p:nvSpPr>
        <p:spPr>
          <a:xfrm>
            <a:off x="760918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(8)</a:t>
            </a:r>
            <a:endParaRPr kumimoji="1" lang="ja-JP" altLang="en-US" sz="1600" dirty="0"/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75CAE5F7-6E3C-4E23-B510-DAAACBAA8AD7}"/>
              </a:ext>
            </a:extLst>
          </p:cNvPr>
          <p:cNvSpPr txBox="1"/>
          <p:nvPr/>
        </p:nvSpPr>
        <p:spPr>
          <a:xfrm>
            <a:off x="826295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(9)</a:t>
            </a:r>
            <a:endParaRPr kumimoji="1" lang="ja-JP" altLang="en-US" sz="1600" dirty="0"/>
          </a:p>
        </p:txBody>
      </p: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EC65737D-84E9-48FB-9C2D-05CEDDA3B2E8}"/>
              </a:ext>
            </a:extLst>
          </p:cNvPr>
          <p:cNvSpPr txBox="1"/>
          <p:nvPr/>
        </p:nvSpPr>
        <p:spPr>
          <a:xfrm>
            <a:off x="8916715" y="2786779"/>
            <a:ext cx="757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(10)</a:t>
            </a:r>
            <a:endParaRPr kumimoji="1" lang="ja-JP" altLang="en-US" sz="1600" dirty="0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ABF1F041-D62C-43D5-8551-DFED65E4136D}"/>
              </a:ext>
            </a:extLst>
          </p:cNvPr>
          <p:cNvSpPr txBox="1"/>
          <p:nvPr/>
        </p:nvSpPr>
        <p:spPr>
          <a:xfrm>
            <a:off x="1256836" y="2121755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で</a:t>
            </a:r>
            <a:endParaRPr kumimoji="1" lang="en-US" altLang="ja-JP" dirty="0"/>
          </a:p>
          <a:p>
            <a:pPr algn="ctr"/>
            <a:r>
              <a:rPr lang="ja-JP" altLang="en-US" dirty="0"/>
              <a:t>計算</a:t>
            </a:r>
            <a:endParaRPr kumimoji="1" lang="ja-JP" altLang="en-US" dirty="0"/>
          </a:p>
        </p:txBody>
      </p:sp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51A2A888-50CE-43BD-9038-FC24A4739D47}"/>
              </a:ext>
            </a:extLst>
          </p:cNvPr>
          <p:cNvCxnSpPr>
            <a:cxnSpLocks/>
          </p:cNvCxnSpPr>
          <p:nvPr/>
        </p:nvCxnSpPr>
        <p:spPr>
          <a:xfrm>
            <a:off x="3077486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965A2660-4CC9-4482-B867-BEBC099F79CB}"/>
              </a:ext>
            </a:extLst>
          </p:cNvPr>
          <p:cNvCxnSpPr>
            <a:cxnSpLocks/>
          </p:cNvCxnSpPr>
          <p:nvPr/>
        </p:nvCxnSpPr>
        <p:spPr>
          <a:xfrm>
            <a:off x="3739982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4B7534D8-19B7-4C3C-85FC-7561E37F68E0}"/>
              </a:ext>
            </a:extLst>
          </p:cNvPr>
          <p:cNvCxnSpPr>
            <a:cxnSpLocks/>
          </p:cNvCxnSpPr>
          <p:nvPr/>
        </p:nvCxnSpPr>
        <p:spPr>
          <a:xfrm>
            <a:off x="439613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B21BCE4B-4A8A-46EE-9BB4-A51CAD4F041E}"/>
              </a:ext>
            </a:extLst>
          </p:cNvPr>
          <p:cNvCxnSpPr>
            <a:cxnSpLocks/>
          </p:cNvCxnSpPr>
          <p:nvPr/>
        </p:nvCxnSpPr>
        <p:spPr>
          <a:xfrm>
            <a:off x="504595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>
            <a:extLst>
              <a:ext uri="{FF2B5EF4-FFF2-40B4-BE49-F238E27FC236}">
                <a16:creationId xmlns:a16="http://schemas.microsoft.com/office/drawing/2014/main" id="{F135CE5D-75A8-4DD7-845B-D67E179A8822}"/>
              </a:ext>
            </a:extLst>
          </p:cNvPr>
          <p:cNvCxnSpPr>
            <a:cxnSpLocks/>
          </p:cNvCxnSpPr>
          <p:nvPr/>
        </p:nvCxnSpPr>
        <p:spPr>
          <a:xfrm>
            <a:off x="5702104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43533D84-2271-4660-AEB5-363F28FAF222}"/>
              </a:ext>
            </a:extLst>
          </p:cNvPr>
          <p:cNvCxnSpPr>
            <a:cxnSpLocks/>
          </p:cNvCxnSpPr>
          <p:nvPr/>
        </p:nvCxnSpPr>
        <p:spPr>
          <a:xfrm>
            <a:off x="635084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45FC9600-CA87-49A0-AD68-000A1D7FDC9C}"/>
              </a:ext>
            </a:extLst>
          </p:cNvPr>
          <p:cNvCxnSpPr>
            <a:cxnSpLocks/>
          </p:cNvCxnSpPr>
          <p:nvPr/>
        </p:nvCxnSpPr>
        <p:spPr>
          <a:xfrm>
            <a:off x="7006994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矢印コネクタ 161">
            <a:extLst>
              <a:ext uri="{FF2B5EF4-FFF2-40B4-BE49-F238E27FC236}">
                <a16:creationId xmlns:a16="http://schemas.microsoft.com/office/drawing/2014/main" id="{D334D684-7983-4808-863A-1B1E8337EFC2}"/>
              </a:ext>
            </a:extLst>
          </p:cNvPr>
          <p:cNvCxnSpPr>
            <a:cxnSpLocks/>
          </p:cNvCxnSpPr>
          <p:nvPr/>
        </p:nvCxnSpPr>
        <p:spPr>
          <a:xfrm>
            <a:off x="7669490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310AF442-5A59-4FDB-A356-22D0A838B110}"/>
              </a:ext>
            </a:extLst>
          </p:cNvPr>
          <p:cNvCxnSpPr>
            <a:cxnSpLocks/>
          </p:cNvCxnSpPr>
          <p:nvPr/>
        </p:nvCxnSpPr>
        <p:spPr>
          <a:xfrm>
            <a:off x="8325641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>
            <a:extLst>
              <a:ext uri="{FF2B5EF4-FFF2-40B4-BE49-F238E27FC236}">
                <a16:creationId xmlns:a16="http://schemas.microsoft.com/office/drawing/2014/main" id="{E76A7870-257B-4BF8-B853-F9ED5E32F0D3}"/>
              </a:ext>
            </a:extLst>
          </p:cNvPr>
          <p:cNvCxnSpPr>
            <a:cxnSpLocks/>
          </p:cNvCxnSpPr>
          <p:nvPr/>
        </p:nvCxnSpPr>
        <p:spPr>
          <a:xfrm>
            <a:off x="8975461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64">
            <a:extLst>
              <a:ext uri="{FF2B5EF4-FFF2-40B4-BE49-F238E27FC236}">
                <a16:creationId xmlns:a16="http://schemas.microsoft.com/office/drawing/2014/main" id="{71044CBA-E86B-4BD6-A6F8-163BE4F65284}"/>
              </a:ext>
            </a:extLst>
          </p:cNvPr>
          <p:cNvCxnSpPr>
            <a:cxnSpLocks/>
          </p:cNvCxnSpPr>
          <p:nvPr/>
        </p:nvCxnSpPr>
        <p:spPr>
          <a:xfrm>
            <a:off x="9631612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3F81C571-1BC3-449F-A2D8-995DB7F24AA0}"/>
              </a:ext>
            </a:extLst>
          </p:cNvPr>
          <p:cNvCxnSpPr>
            <a:cxnSpLocks/>
          </p:cNvCxnSpPr>
          <p:nvPr/>
        </p:nvCxnSpPr>
        <p:spPr>
          <a:xfrm>
            <a:off x="10293027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C8D811D-B59A-4700-A272-B77D416E3E87}"/>
              </a:ext>
            </a:extLst>
          </p:cNvPr>
          <p:cNvSpPr/>
          <p:nvPr/>
        </p:nvSpPr>
        <p:spPr>
          <a:xfrm>
            <a:off x="2505264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</a:t>
            </a: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5AA86FE7-CED5-45CA-B50D-35AD4A6BA3E6}"/>
              </a:ext>
            </a:extLst>
          </p:cNvPr>
          <p:cNvSpPr/>
          <p:nvPr/>
        </p:nvSpPr>
        <p:spPr>
          <a:xfrm>
            <a:off x="3162791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gen2</a:t>
            </a:r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63711355-4D05-4700-9EAE-BB65252ACF3A}"/>
              </a:ext>
            </a:extLst>
          </p:cNvPr>
          <p:cNvSpPr/>
          <p:nvPr/>
        </p:nvSpPr>
        <p:spPr>
          <a:xfrm>
            <a:off x="3820318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gen3</a:t>
            </a: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858F4FFF-7232-4A46-A68A-3B34705CE26E}"/>
              </a:ext>
            </a:extLst>
          </p:cNvPr>
          <p:cNvSpPr/>
          <p:nvPr/>
        </p:nvSpPr>
        <p:spPr>
          <a:xfrm>
            <a:off x="4477845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gen4</a:t>
            </a:r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39AB57BA-C5D8-4186-AEA2-1AD23C882482}"/>
              </a:ext>
            </a:extLst>
          </p:cNvPr>
          <p:cNvSpPr/>
          <p:nvPr/>
        </p:nvSpPr>
        <p:spPr>
          <a:xfrm>
            <a:off x="5135372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gen5</a:t>
            </a:r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511A173-D7A5-41A5-A3B8-DA2C835A93B1}"/>
              </a:ext>
            </a:extLst>
          </p:cNvPr>
          <p:cNvSpPr/>
          <p:nvPr/>
        </p:nvSpPr>
        <p:spPr>
          <a:xfrm>
            <a:off x="5792899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gen6</a:t>
            </a: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11B28CFF-4FEA-4AD2-8B2C-D74E744751FD}"/>
              </a:ext>
            </a:extLst>
          </p:cNvPr>
          <p:cNvSpPr/>
          <p:nvPr/>
        </p:nvSpPr>
        <p:spPr>
          <a:xfrm>
            <a:off x="6450426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gen7</a:t>
            </a:r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7AF1D1D6-80CF-4419-9BDD-6A77591D6502}"/>
              </a:ext>
            </a:extLst>
          </p:cNvPr>
          <p:cNvSpPr/>
          <p:nvPr/>
        </p:nvSpPr>
        <p:spPr>
          <a:xfrm>
            <a:off x="7107953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gen8</a:t>
            </a:r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2A887908-C914-4D28-AB5D-166E2B1E481D}"/>
              </a:ext>
            </a:extLst>
          </p:cNvPr>
          <p:cNvSpPr/>
          <p:nvPr/>
        </p:nvSpPr>
        <p:spPr>
          <a:xfrm>
            <a:off x="7765480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gen9</a:t>
            </a: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E394E589-4B7D-42FD-8CBF-CC9DE49DC1F2}"/>
              </a:ext>
            </a:extLst>
          </p:cNvPr>
          <p:cNvSpPr/>
          <p:nvPr/>
        </p:nvSpPr>
        <p:spPr>
          <a:xfrm>
            <a:off x="8423007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gen10</a:t>
            </a: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55D74CB7-D8DA-4E8D-BFB4-574A0A2E4F9E}"/>
              </a:ext>
            </a:extLst>
          </p:cNvPr>
          <p:cNvSpPr/>
          <p:nvPr/>
        </p:nvSpPr>
        <p:spPr>
          <a:xfrm>
            <a:off x="9080534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gen11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02B04145-BC87-4964-80C7-18C0C1BD588A}"/>
              </a:ext>
            </a:extLst>
          </p:cNvPr>
          <p:cNvSpPr/>
          <p:nvPr/>
        </p:nvSpPr>
        <p:spPr>
          <a:xfrm>
            <a:off x="9738065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gen12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B9F15B49-D1C9-4A07-A254-0102D77D42C6}"/>
              </a:ext>
            </a:extLst>
          </p:cNvPr>
          <p:cNvSpPr txBox="1"/>
          <p:nvPr/>
        </p:nvSpPr>
        <p:spPr>
          <a:xfrm>
            <a:off x="10545284" y="5087933"/>
            <a:ext cx="6576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出力</a:t>
            </a: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11830D91-9505-4DB2-A732-9A63860BDEFC}"/>
              </a:ext>
            </a:extLst>
          </p:cNvPr>
          <p:cNvSpPr txBox="1"/>
          <p:nvPr/>
        </p:nvSpPr>
        <p:spPr>
          <a:xfrm>
            <a:off x="3327587" y="5964197"/>
            <a:ext cx="5876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/>
              <a:t>③</a:t>
            </a:r>
            <a:r>
              <a:rPr kumimoji="1" lang="en-US" altLang="ja-JP" sz="1600" dirty="0"/>
              <a:t>DDP</a:t>
            </a:r>
            <a:r>
              <a:rPr kumimoji="1" lang="ja-JP" altLang="en-US" sz="1600" dirty="0"/>
              <a:t>内で、整合チェックをする</a:t>
            </a:r>
            <a:r>
              <a:rPr lang="ja-JP" altLang="en-US" sz="1600" dirty="0"/>
              <a:t>（プログラムベース）</a:t>
            </a:r>
            <a:endParaRPr kumimoji="1" lang="en-US" altLang="ja-JP" sz="1600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78B5B0A6-3FD0-4F47-B665-1266CE4D49BA}"/>
              </a:ext>
            </a:extLst>
          </p:cNvPr>
          <p:cNvSpPr txBox="1"/>
          <p:nvPr/>
        </p:nvSpPr>
        <p:spPr>
          <a:xfrm>
            <a:off x="1256836" y="4913025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で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確認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FD7DB2-BEF7-43EE-B57E-0E366FFD052E}"/>
              </a:ext>
            </a:extLst>
          </p:cNvPr>
          <p:cNvSpPr/>
          <p:nvPr/>
        </p:nvSpPr>
        <p:spPr>
          <a:xfrm>
            <a:off x="2522561" y="4933039"/>
            <a:ext cx="1539611" cy="7339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DMEM</a:t>
            </a: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事前に</a:t>
            </a:r>
            <a:r>
              <a:rPr lang="en-US" altLang="ja-JP" sz="1400" dirty="0">
                <a:solidFill>
                  <a:schemeClr val="tx1"/>
                </a:solidFill>
              </a:rPr>
              <a:t>Python</a:t>
            </a:r>
            <a:r>
              <a:rPr lang="ja-JP" altLang="en-US" sz="1400" dirty="0">
                <a:solidFill>
                  <a:schemeClr val="tx1"/>
                </a:solidFill>
              </a:rPr>
              <a:t>で処理した結果値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10" name="直線矢印コネクタ 109">
            <a:extLst>
              <a:ext uri="{FF2B5EF4-FFF2-40B4-BE49-F238E27FC236}">
                <a16:creationId xmlns:a16="http://schemas.microsoft.com/office/drawing/2014/main" id="{E4E88BAB-1D1B-4FC1-AED6-1CF2BC84FC2C}"/>
              </a:ext>
            </a:extLst>
          </p:cNvPr>
          <p:cNvCxnSpPr>
            <a:cxnSpLocks/>
          </p:cNvCxnSpPr>
          <p:nvPr/>
        </p:nvCxnSpPr>
        <p:spPr>
          <a:xfrm>
            <a:off x="4068209" y="5300022"/>
            <a:ext cx="122784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C1E7C750-9078-46D5-9FD8-8998DF2246CB}"/>
              </a:ext>
            </a:extLst>
          </p:cNvPr>
          <p:cNvSpPr/>
          <p:nvPr/>
        </p:nvSpPr>
        <p:spPr>
          <a:xfrm>
            <a:off x="5326194" y="4933039"/>
            <a:ext cx="1539611" cy="7339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比較</a:t>
            </a: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30A83CF8-392E-4968-B845-DFA6179C1A41}"/>
              </a:ext>
            </a:extLst>
          </p:cNvPr>
          <p:cNvCxnSpPr>
            <a:cxnSpLocks/>
            <a:stCxn id="54" idx="4"/>
            <a:endCxn id="113" idx="0"/>
          </p:cNvCxnSpPr>
          <p:nvPr/>
        </p:nvCxnSpPr>
        <p:spPr>
          <a:xfrm rot="16200000" flipH="1">
            <a:off x="4055786" y="2892825"/>
            <a:ext cx="405762" cy="3674665"/>
          </a:xfrm>
          <a:prstGeom prst="bentConnector3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EB92992-2517-471E-8045-655706E90594}"/>
              </a:ext>
            </a:extLst>
          </p:cNvPr>
          <p:cNvCxnSpPr>
            <a:cxnSpLocks/>
            <a:stCxn id="113" idx="3"/>
            <a:endCxn id="24" idx="1"/>
          </p:cNvCxnSpPr>
          <p:nvPr/>
        </p:nvCxnSpPr>
        <p:spPr>
          <a:xfrm flipV="1">
            <a:off x="6865805" y="5067995"/>
            <a:ext cx="519614" cy="23202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35D827CD-50FB-49C9-A59E-7ED9432D88AA}"/>
              </a:ext>
            </a:extLst>
          </p:cNvPr>
          <p:cNvCxnSpPr>
            <a:cxnSpLocks/>
            <a:stCxn id="113" idx="3"/>
            <a:endCxn id="119" idx="1"/>
          </p:cNvCxnSpPr>
          <p:nvPr/>
        </p:nvCxnSpPr>
        <p:spPr>
          <a:xfrm>
            <a:off x="6865805" y="5300022"/>
            <a:ext cx="519613" cy="2172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E0F7A8D-D53E-403C-B345-C07BBD5A632D}"/>
              </a:ext>
            </a:extLst>
          </p:cNvPr>
          <p:cNvSpPr txBox="1"/>
          <p:nvPr/>
        </p:nvSpPr>
        <p:spPr>
          <a:xfrm>
            <a:off x="7385419" y="4883329"/>
            <a:ext cx="5003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＝ </a:t>
            </a: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41C76114-1EFF-4B67-8496-1F58481C25D2}"/>
              </a:ext>
            </a:extLst>
          </p:cNvPr>
          <p:cNvSpPr txBox="1"/>
          <p:nvPr/>
        </p:nvSpPr>
        <p:spPr>
          <a:xfrm>
            <a:off x="7385418" y="5332565"/>
            <a:ext cx="5003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≠ </a:t>
            </a: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577ADFAF-7D48-4EF0-B2DE-74E6EF1AF38F}"/>
              </a:ext>
            </a:extLst>
          </p:cNvPr>
          <p:cNvCxnSpPr>
            <a:cxnSpLocks/>
          </p:cNvCxnSpPr>
          <p:nvPr/>
        </p:nvCxnSpPr>
        <p:spPr>
          <a:xfrm>
            <a:off x="7885801" y="5067995"/>
            <a:ext cx="3906149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43057E55-4970-4455-B0D2-5DD3F2DD3E87}"/>
              </a:ext>
            </a:extLst>
          </p:cNvPr>
          <p:cNvCxnSpPr>
            <a:cxnSpLocks/>
            <a:stCxn id="119" idx="3"/>
          </p:cNvCxnSpPr>
          <p:nvPr/>
        </p:nvCxnSpPr>
        <p:spPr>
          <a:xfrm>
            <a:off x="7885801" y="5517231"/>
            <a:ext cx="3921758" cy="1436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8F637BD-A002-434F-B962-DCD499DEC6F5}"/>
              </a:ext>
            </a:extLst>
          </p:cNvPr>
          <p:cNvSpPr txBox="1"/>
          <p:nvPr/>
        </p:nvSpPr>
        <p:spPr>
          <a:xfrm>
            <a:off x="11318091" y="4710164"/>
            <a:ext cx="38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０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F9D5F51E-0760-4279-8D30-A14AFD6A5568}"/>
              </a:ext>
            </a:extLst>
          </p:cNvPr>
          <p:cNvSpPr txBox="1"/>
          <p:nvPr/>
        </p:nvSpPr>
        <p:spPr>
          <a:xfrm>
            <a:off x="11329114" y="5170908"/>
            <a:ext cx="38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C22DE4F-4224-4933-AAF5-5C2AD3878F52}"/>
              </a:ext>
            </a:extLst>
          </p:cNvPr>
          <p:cNvSpPr/>
          <p:nvPr/>
        </p:nvSpPr>
        <p:spPr>
          <a:xfrm>
            <a:off x="223706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541D76CC-06A1-4511-A4FF-FFA338B2BC7B}"/>
              </a:ext>
            </a:extLst>
          </p:cNvPr>
          <p:cNvSpPr/>
          <p:nvPr/>
        </p:nvSpPr>
        <p:spPr>
          <a:xfrm>
            <a:off x="289293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726A1F77-FEDE-4A66-A34E-5BF14AE7E1B0}"/>
              </a:ext>
            </a:extLst>
          </p:cNvPr>
          <p:cNvSpPr/>
          <p:nvPr/>
        </p:nvSpPr>
        <p:spPr>
          <a:xfrm>
            <a:off x="3548814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7CAD3744-87DE-45FB-9EF1-0B44BFF693B6}"/>
              </a:ext>
            </a:extLst>
          </p:cNvPr>
          <p:cNvSpPr/>
          <p:nvPr/>
        </p:nvSpPr>
        <p:spPr>
          <a:xfrm>
            <a:off x="420469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330168C5-4B40-4189-8F4A-BC7F0834C56C}"/>
              </a:ext>
            </a:extLst>
          </p:cNvPr>
          <p:cNvSpPr/>
          <p:nvPr/>
        </p:nvSpPr>
        <p:spPr>
          <a:xfrm>
            <a:off x="4860566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86B6BDB9-1A5E-4BC5-9645-D92546DAF041}"/>
              </a:ext>
            </a:extLst>
          </p:cNvPr>
          <p:cNvSpPr/>
          <p:nvPr/>
        </p:nvSpPr>
        <p:spPr>
          <a:xfrm>
            <a:off x="551644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CB917C31-12AC-4F15-A2B3-924AA0BB01B1}"/>
              </a:ext>
            </a:extLst>
          </p:cNvPr>
          <p:cNvSpPr/>
          <p:nvPr/>
        </p:nvSpPr>
        <p:spPr>
          <a:xfrm>
            <a:off x="617231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FEF841BB-A84D-4FFB-B275-646CF5784444}"/>
              </a:ext>
            </a:extLst>
          </p:cNvPr>
          <p:cNvSpPr/>
          <p:nvPr/>
        </p:nvSpPr>
        <p:spPr>
          <a:xfrm>
            <a:off x="6828194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98ABAD4D-54A2-4E17-A285-F547D4495413}"/>
              </a:ext>
            </a:extLst>
          </p:cNvPr>
          <p:cNvSpPr/>
          <p:nvPr/>
        </p:nvSpPr>
        <p:spPr>
          <a:xfrm>
            <a:off x="748407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FFAA4699-98E6-4790-89B6-780CCA88FFA0}"/>
              </a:ext>
            </a:extLst>
          </p:cNvPr>
          <p:cNvSpPr/>
          <p:nvPr/>
        </p:nvSpPr>
        <p:spPr>
          <a:xfrm>
            <a:off x="8139946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C1A8D430-A59B-48AA-9DB6-D79FCC3574E8}"/>
              </a:ext>
            </a:extLst>
          </p:cNvPr>
          <p:cNvSpPr/>
          <p:nvPr/>
        </p:nvSpPr>
        <p:spPr>
          <a:xfrm>
            <a:off x="879582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B9481FDC-8266-4A72-A55F-AFF6EEA76BD0}"/>
              </a:ext>
            </a:extLst>
          </p:cNvPr>
          <p:cNvSpPr/>
          <p:nvPr/>
        </p:nvSpPr>
        <p:spPr>
          <a:xfrm>
            <a:off x="945169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7B6A8EE4-D737-4DBB-A914-9E0A129EFD6F}"/>
              </a:ext>
            </a:extLst>
          </p:cNvPr>
          <p:cNvSpPr/>
          <p:nvPr/>
        </p:nvSpPr>
        <p:spPr>
          <a:xfrm>
            <a:off x="1010757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AFEF5AA7-BF00-4002-9DC1-B14F89B85E7F}"/>
              </a:ext>
            </a:extLst>
          </p:cNvPr>
          <p:cNvCxnSpPr>
            <a:cxnSpLocks/>
            <a:endCxn id="54" idx="0"/>
          </p:cNvCxnSpPr>
          <p:nvPr/>
        </p:nvCxnSpPr>
        <p:spPr>
          <a:xfrm>
            <a:off x="2421333" y="3912880"/>
            <a:ext cx="2" cy="278933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B497A698-AAA1-4697-A992-583D8FA026CF}"/>
              </a:ext>
            </a:extLst>
          </p:cNvPr>
          <p:cNvCxnSpPr>
            <a:cxnSpLocks/>
            <a:stCxn id="117" idx="2"/>
            <a:endCxn id="7" idx="0"/>
          </p:cNvCxnSpPr>
          <p:nvPr/>
        </p:nvCxnSpPr>
        <p:spPr>
          <a:xfrm>
            <a:off x="3077210" y="3890866"/>
            <a:ext cx="460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9CD65602-1294-427C-9322-85B063E5441E}"/>
              </a:ext>
            </a:extLst>
          </p:cNvPr>
          <p:cNvCxnSpPr>
            <a:cxnSpLocks/>
            <a:stCxn id="127" idx="2"/>
            <a:endCxn id="9" idx="0"/>
          </p:cNvCxnSpPr>
          <p:nvPr/>
        </p:nvCxnSpPr>
        <p:spPr>
          <a:xfrm>
            <a:off x="3733086" y="3890866"/>
            <a:ext cx="919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EB83BA7F-C093-448A-80EB-BDD7F52E6008}"/>
              </a:ext>
            </a:extLst>
          </p:cNvPr>
          <p:cNvCxnSpPr>
            <a:cxnSpLocks/>
            <a:stCxn id="129" idx="2"/>
            <a:endCxn id="46" idx="0"/>
          </p:cNvCxnSpPr>
          <p:nvPr/>
        </p:nvCxnSpPr>
        <p:spPr>
          <a:xfrm>
            <a:off x="4388962" y="3890866"/>
            <a:ext cx="1378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D898C1A7-8335-435F-A4A2-74C00D17C189}"/>
              </a:ext>
            </a:extLst>
          </p:cNvPr>
          <p:cNvCxnSpPr>
            <a:cxnSpLocks/>
            <a:stCxn id="133" idx="2"/>
            <a:endCxn id="11" idx="0"/>
          </p:cNvCxnSpPr>
          <p:nvPr/>
        </p:nvCxnSpPr>
        <p:spPr>
          <a:xfrm>
            <a:off x="5044838" y="3890866"/>
            <a:ext cx="1837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9E85603A-3DCF-4399-B5AB-4BF5F84E132B}"/>
              </a:ext>
            </a:extLst>
          </p:cNvPr>
          <p:cNvCxnSpPr>
            <a:cxnSpLocks/>
            <a:stCxn id="135" idx="2"/>
            <a:endCxn id="14" idx="0"/>
          </p:cNvCxnSpPr>
          <p:nvPr/>
        </p:nvCxnSpPr>
        <p:spPr>
          <a:xfrm>
            <a:off x="5700714" y="3890866"/>
            <a:ext cx="2296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EF50CEC4-C0D6-48A7-B0A7-3C16C8D69CF1}"/>
              </a:ext>
            </a:extLst>
          </p:cNvPr>
          <p:cNvCxnSpPr>
            <a:stCxn id="137" idx="2"/>
            <a:endCxn id="47" idx="0"/>
          </p:cNvCxnSpPr>
          <p:nvPr/>
        </p:nvCxnSpPr>
        <p:spPr>
          <a:xfrm>
            <a:off x="6356590" y="3890866"/>
            <a:ext cx="2755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F018302D-CB6F-4668-831C-42AC0A08E279}"/>
              </a:ext>
            </a:extLst>
          </p:cNvPr>
          <p:cNvCxnSpPr>
            <a:cxnSpLocks/>
            <a:stCxn id="139" idx="2"/>
            <a:endCxn id="48" idx="0"/>
          </p:cNvCxnSpPr>
          <p:nvPr/>
        </p:nvCxnSpPr>
        <p:spPr>
          <a:xfrm>
            <a:off x="7012466" y="3890866"/>
            <a:ext cx="3214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6D0BBA90-CB3D-4E43-A427-D42CC79EFEB9}"/>
              </a:ext>
            </a:extLst>
          </p:cNvPr>
          <p:cNvCxnSpPr>
            <a:cxnSpLocks/>
            <a:stCxn id="152" idx="2"/>
            <a:endCxn id="52" idx="0"/>
          </p:cNvCxnSpPr>
          <p:nvPr/>
        </p:nvCxnSpPr>
        <p:spPr>
          <a:xfrm>
            <a:off x="8324218" y="3890866"/>
            <a:ext cx="4132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928A545F-FCB5-4AC4-AFC1-5C903FAD7A64}"/>
              </a:ext>
            </a:extLst>
          </p:cNvPr>
          <p:cNvCxnSpPr>
            <a:cxnSpLocks/>
            <a:stCxn id="141" idx="2"/>
            <a:endCxn id="49" idx="0"/>
          </p:cNvCxnSpPr>
          <p:nvPr/>
        </p:nvCxnSpPr>
        <p:spPr>
          <a:xfrm>
            <a:off x="7668342" y="3890866"/>
            <a:ext cx="3673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E751AF51-AE48-437A-A79B-D5C2969DADDB}"/>
              </a:ext>
            </a:extLst>
          </p:cNvPr>
          <p:cNvCxnSpPr>
            <a:cxnSpLocks/>
            <a:stCxn id="153" idx="2"/>
            <a:endCxn id="50" idx="0"/>
          </p:cNvCxnSpPr>
          <p:nvPr/>
        </p:nvCxnSpPr>
        <p:spPr>
          <a:xfrm>
            <a:off x="8980094" y="3890866"/>
            <a:ext cx="4591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C2051B2E-B67A-4978-85A0-94EA967572D3}"/>
              </a:ext>
            </a:extLst>
          </p:cNvPr>
          <p:cNvCxnSpPr>
            <a:cxnSpLocks/>
            <a:stCxn id="154" idx="2"/>
            <a:endCxn id="51" idx="0"/>
          </p:cNvCxnSpPr>
          <p:nvPr/>
        </p:nvCxnSpPr>
        <p:spPr>
          <a:xfrm>
            <a:off x="9635970" y="3890866"/>
            <a:ext cx="5050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テキスト ボックス 210">
            <a:extLst>
              <a:ext uri="{FF2B5EF4-FFF2-40B4-BE49-F238E27FC236}">
                <a16:creationId xmlns:a16="http://schemas.microsoft.com/office/drawing/2014/main" id="{38C8510F-5C51-4AC8-9248-0203A79E8455}"/>
              </a:ext>
            </a:extLst>
          </p:cNvPr>
          <p:cNvSpPr txBox="1"/>
          <p:nvPr/>
        </p:nvSpPr>
        <p:spPr>
          <a:xfrm>
            <a:off x="2231068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C4AFCFE9-1895-4933-99CC-2A2E8A8F1B93}"/>
              </a:ext>
            </a:extLst>
          </p:cNvPr>
          <p:cNvSpPr txBox="1"/>
          <p:nvPr/>
        </p:nvSpPr>
        <p:spPr>
          <a:xfrm>
            <a:off x="2904533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3" name="テキスト ボックス 212">
            <a:extLst>
              <a:ext uri="{FF2B5EF4-FFF2-40B4-BE49-F238E27FC236}">
                <a16:creationId xmlns:a16="http://schemas.microsoft.com/office/drawing/2014/main" id="{9ADCF598-BD55-41C6-8A96-2E8015890C7B}"/>
              </a:ext>
            </a:extLst>
          </p:cNvPr>
          <p:cNvSpPr txBox="1"/>
          <p:nvPr/>
        </p:nvSpPr>
        <p:spPr>
          <a:xfrm>
            <a:off x="3547101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9CA7D524-E220-45FF-B455-FDA12EC7D96A}"/>
              </a:ext>
            </a:extLst>
          </p:cNvPr>
          <p:cNvSpPr txBox="1"/>
          <p:nvPr/>
        </p:nvSpPr>
        <p:spPr>
          <a:xfrm>
            <a:off x="4204737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1C0F86AA-E88D-418A-B1CE-D5DC07398472}"/>
              </a:ext>
            </a:extLst>
          </p:cNvPr>
          <p:cNvSpPr txBox="1"/>
          <p:nvPr/>
        </p:nvSpPr>
        <p:spPr>
          <a:xfrm>
            <a:off x="4878202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7" name="テキスト ボックス 216">
            <a:extLst>
              <a:ext uri="{FF2B5EF4-FFF2-40B4-BE49-F238E27FC236}">
                <a16:creationId xmlns:a16="http://schemas.microsoft.com/office/drawing/2014/main" id="{EC34B876-7ECD-4F5C-8D7F-B1A2E0C4A189}"/>
              </a:ext>
            </a:extLst>
          </p:cNvPr>
          <p:cNvSpPr txBox="1"/>
          <p:nvPr/>
        </p:nvSpPr>
        <p:spPr>
          <a:xfrm>
            <a:off x="5520770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CB999D39-2654-40EC-8AD8-8DF70B2BB8D0}"/>
              </a:ext>
            </a:extLst>
          </p:cNvPr>
          <p:cNvSpPr txBox="1"/>
          <p:nvPr/>
        </p:nvSpPr>
        <p:spPr>
          <a:xfrm>
            <a:off x="6178406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69FF70F5-E083-410D-AF07-2443A4A133B9}"/>
              </a:ext>
            </a:extLst>
          </p:cNvPr>
          <p:cNvSpPr txBox="1"/>
          <p:nvPr/>
        </p:nvSpPr>
        <p:spPr>
          <a:xfrm>
            <a:off x="6851871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26A41C50-5EA0-43DA-A828-AF6F0CC10AD9}"/>
              </a:ext>
            </a:extLst>
          </p:cNvPr>
          <p:cNvSpPr txBox="1"/>
          <p:nvPr/>
        </p:nvSpPr>
        <p:spPr>
          <a:xfrm>
            <a:off x="7494439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1" name="テキスト ボックス 220">
            <a:extLst>
              <a:ext uri="{FF2B5EF4-FFF2-40B4-BE49-F238E27FC236}">
                <a16:creationId xmlns:a16="http://schemas.microsoft.com/office/drawing/2014/main" id="{1168B326-2444-4380-9621-7A8761475F5C}"/>
              </a:ext>
            </a:extLst>
          </p:cNvPr>
          <p:cNvSpPr txBox="1"/>
          <p:nvPr/>
        </p:nvSpPr>
        <p:spPr>
          <a:xfrm>
            <a:off x="8152075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2" name="テキスト ボックス 221">
            <a:extLst>
              <a:ext uri="{FF2B5EF4-FFF2-40B4-BE49-F238E27FC236}">
                <a16:creationId xmlns:a16="http://schemas.microsoft.com/office/drawing/2014/main" id="{78E5D7EF-FE3B-4139-A28A-01177E65B8B8}"/>
              </a:ext>
            </a:extLst>
          </p:cNvPr>
          <p:cNvSpPr txBox="1"/>
          <p:nvPr/>
        </p:nvSpPr>
        <p:spPr>
          <a:xfrm>
            <a:off x="8825540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06D00F1B-249F-43CA-87CC-DF175CC2E1B2}"/>
              </a:ext>
            </a:extLst>
          </p:cNvPr>
          <p:cNvSpPr txBox="1"/>
          <p:nvPr/>
        </p:nvSpPr>
        <p:spPr>
          <a:xfrm>
            <a:off x="9468108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4" name="テキスト ボックス 223">
            <a:extLst>
              <a:ext uri="{FF2B5EF4-FFF2-40B4-BE49-F238E27FC236}">
                <a16:creationId xmlns:a16="http://schemas.microsoft.com/office/drawing/2014/main" id="{E8B45CED-AF1A-48F4-9109-4451AABB50BB}"/>
              </a:ext>
            </a:extLst>
          </p:cNvPr>
          <p:cNvSpPr txBox="1"/>
          <p:nvPr/>
        </p:nvSpPr>
        <p:spPr>
          <a:xfrm>
            <a:off x="10125749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5" name="テキスト ボックス 224">
            <a:extLst>
              <a:ext uri="{FF2B5EF4-FFF2-40B4-BE49-F238E27FC236}">
                <a16:creationId xmlns:a16="http://schemas.microsoft.com/office/drawing/2014/main" id="{8666AC66-2277-4142-91DD-E50477C22639}"/>
              </a:ext>
            </a:extLst>
          </p:cNvPr>
          <p:cNvSpPr txBox="1"/>
          <p:nvPr/>
        </p:nvSpPr>
        <p:spPr>
          <a:xfrm>
            <a:off x="2202493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26" name="テキスト ボックス 225">
            <a:extLst>
              <a:ext uri="{FF2B5EF4-FFF2-40B4-BE49-F238E27FC236}">
                <a16:creationId xmlns:a16="http://schemas.microsoft.com/office/drawing/2014/main" id="{B25D1BE6-357A-40EC-A593-2E54273665E5}"/>
              </a:ext>
            </a:extLst>
          </p:cNvPr>
          <p:cNvSpPr txBox="1"/>
          <p:nvPr/>
        </p:nvSpPr>
        <p:spPr>
          <a:xfrm>
            <a:off x="2875958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S</a:t>
            </a:r>
            <a:endParaRPr kumimoji="1" lang="ja-JP" altLang="en-US" dirty="0"/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4F86B1C9-7691-40D7-AEB6-AE9224B9E4AF}"/>
              </a:ext>
            </a:extLst>
          </p:cNvPr>
          <p:cNvSpPr txBox="1"/>
          <p:nvPr/>
        </p:nvSpPr>
        <p:spPr>
          <a:xfrm>
            <a:off x="3518526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S</a:t>
            </a:r>
            <a:endParaRPr kumimoji="1" lang="ja-JP" altLang="en-US" dirty="0"/>
          </a:p>
        </p:txBody>
      </p:sp>
      <p:sp>
        <p:nvSpPr>
          <p:cNvPr id="228" name="テキスト ボックス 227">
            <a:extLst>
              <a:ext uri="{FF2B5EF4-FFF2-40B4-BE49-F238E27FC236}">
                <a16:creationId xmlns:a16="http://schemas.microsoft.com/office/drawing/2014/main" id="{E87BACA1-99E6-42B0-8E4F-7AF18432BB70}"/>
              </a:ext>
            </a:extLst>
          </p:cNvPr>
          <p:cNvSpPr txBox="1"/>
          <p:nvPr/>
        </p:nvSpPr>
        <p:spPr>
          <a:xfrm>
            <a:off x="4176162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29" name="テキスト ボックス 228">
            <a:extLst>
              <a:ext uri="{FF2B5EF4-FFF2-40B4-BE49-F238E27FC236}">
                <a16:creationId xmlns:a16="http://schemas.microsoft.com/office/drawing/2014/main" id="{20AB4C50-907D-4437-90B4-F9B863414A2A}"/>
              </a:ext>
            </a:extLst>
          </p:cNvPr>
          <p:cNvSpPr txBox="1"/>
          <p:nvPr/>
        </p:nvSpPr>
        <p:spPr>
          <a:xfrm>
            <a:off x="4849627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759543B9-ECBA-48C4-82C2-EF77C211543D}"/>
              </a:ext>
            </a:extLst>
          </p:cNvPr>
          <p:cNvSpPr txBox="1"/>
          <p:nvPr/>
        </p:nvSpPr>
        <p:spPr>
          <a:xfrm>
            <a:off x="5492195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1" name="テキスト ボックス 230">
            <a:extLst>
              <a:ext uri="{FF2B5EF4-FFF2-40B4-BE49-F238E27FC236}">
                <a16:creationId xmlns:a16="http://schemas.microsoft.com/office/drawing/2014/main" id="{DEED83E9-E4F1-4F95-BE32-82C6AF57746E}"/>
              </a:ext>
            </a:extLst>
          </p:cNvPr>
          <p:cNvSpPr txBox="1"/>
          <p:nvPr/>
        </p:nvSpPr>
        <p:spPr>
          <a:xfrm>
            <a:off x="6149831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2" name="テキスト ボックス 231">
            <a:extLst>
              <a:ext uri="{FF2B5EF4-FFF2-40B4-BE49-F238E27FC236}">
                <a16:creationId xmlns:a16="http://schemas.microsoft.com/office/drawing/2014/main" id="{C2E51B3F-9A30-48B2-8275-BDD6259BCD2F}"/>
              </a:ext>
            </a:extLst>
          </p:cNvPr>
          <p:cNvSpPr txBox="1"/>
          <p:nvPr/>
        </p:nvSpPr>
        <p:spPr>
          <a:xfrm>
            <a:off x="6823296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3" name="テキスト ボックス 232">
            <a:extLst>
              <a:ext uri="{FF2B5EF4-FFF2-40B4-BE49-F238E27FC236}">
                <a16:creationId xmlns:a16="http://schemas.microsoft.com/office/drawing/2014/main" id="{C84A0BD7-D93A-4EF5-A8B7-27576688FFC3}"/>
              </a:ext>
            </a:extLst>
          </p:cNvPr>
          <p:cNvSpPr txBox="1"/>
          <p:nvPr/>
        </p:nvSpPr>
        <p:spPr>
          <a:xfrm>
            <a:off x="7465864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4" name="テキスト ボックス 233">
            <a:extLst>
              <a:ext uri="{FF2B5EF4-FFF2-40B4-BE49-F238E27FC236}">
                <a16:creationId xmlns:a16="http://schemas.microsoft.com/office/drawing/2014/main" id="{3990376B-E38C-4971-AB68-758DB01DB353}"/>
              </a:ext>
            </a:extLst>
          </p:cNvPr>
          <p:cNvSpPr txBox="1"/>
          <p:nvPr/>
        </p:nvSpPr>
        <p:spPr>
          <a:xfrm>
            <a:off x="8123500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5" name="テキスト ボックス 234">
            <a:extLst>
              <a:ext uri="{FF2B5EF4-FFF2-40B4-BE49-F238E27FC236}">
                <a16:creationId xmlns:a16="http://schemas.microsoft.com/office/drawing/2014/main" id="{1B049139-7D0E-4616-B426-80022EC1F260}"/>
              </a:ext>
            </a:extLst>
          </p:cNvPr>
          <p:cNvSpPr txBox="1"/>
          <p:nvPr/>
        </p:nvSpPr>
        <p:spPr>
          <a:xfrm>
            <a:off x="8796965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6" name="テキスト ボックス 235">
            <a:extLst>
              <a:ext uri="{FF2B5EF4-FFF2-40B4-BE49-F238E27FC236}">
                <a16:creationId xmlns:a16="http://schemas.microsoft.com/office/drawing/2014/main" id="{1A16AAD2-7510-4EA5-A1CC-E64131645F4B}"/>
              </a:ext>
            </a:extLst>
          </p:cNvPr>
          <p:cNvSpPr txBox="1"/>
          <p:nvPr/>
        </p:nvSpPr>
        <p:spPr>
          <a:xfrm>
            <a:off x="9439533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8" name="テキスト ボックス 237">
            <a:extLst>
              <a:ext uri="{FF2B5EF4-FFF2-40B4-BE49-F238E27FC236}">
                <a16:creationId xmlns:a16="http://schemas.microsoft.com/office/drawing/2014/main" id="{FD58A1AB-F7FE-457C-9A13-F3176A62655E}"/>
              </a:ext>
            </a:extLst>
          </p:cNvPr>
          <p:cNvSpPr txBox="1"/>
          <p:nvPr/>
        </p:nvSpPr>
        <p:spPr>
          <a:xfrm>
            <a:off x="66681" y="3930297"/>
            <a:ext cx="1784011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/>
              <a:t>④１</a:t>
            </a:r>
            <a:r>
              <a:rPr lang="en-US" altLang="ja-JP" sz="1600" dirty="0"/>
              <a:t>Bit</a:t>
            </a:r>
            <a:r>
              <a:rPr lang="ja-JP" altLang="en-US" sz="1600" dirty="0"/>
              <a:t>左シフト</a:t>
            </a:r>
            <a:endParaRPr kumimoji="1" lang="en-US" altLang="ja-JP" sz="1600" dirty="0"/>
          </a:p>
        </p:txBody>
      </p:sp>
      <p:cxnSp>
        <p:nvCxnSpPr>
          <p:cNvPr id="239" name="直線コネクタ 238">
            <a:extLst>
              <a:ext uri="{FF2B5EF4-FFF2-40B4-BE49-F238E27FC236}">
                <a16:creationId xmlns:a16="http://schemas.microsoft.com/office/drawing/2014/main" id="{F93B7D98-D5D7-40C3-B2C5-76772AA0A638}"/>
              </a:ext>
            </a:extLst>
          </p:cNvPr>
          <p:cNvCxnSpPr>
            <a:cxnSpLocks/>
            <a:stCxn id="238" idx="0"/>
          </p:cNvCxnSpPr>
          <p:nvPr/>
        </p:nvCxnSpPr>
        <p:spPr>
          <a:xfrm flipV="1">
            <a:off x="958687" y="3677183"/>
            <a:ext cx="1294779" cy="253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テキスト ボックス 244">
            <a:extLst>
              <a:ext uri="{FF2B5EF4-FFF2-40B4-BE49-F238E27FC236}">
                <a16:creationId xmlns:a16="http://schemas.microsoft.com/office/drawing/2014/main" id="{089EDF95-2E61-4295-97A5-96D23A66E836}"/>
              </a:ext>
            </a:extLst>
          </p:cNvPr>
          <p:cNvSpPr txBox="1"/>
          <p:nvPr/>
        </p:nvSpPr>
        <p:spPr>
          <a:xfrm>
            <a:off x="2387584" y="2318063"/>
            <a:ext cx="73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定数</a:t>
            </a:r>
          </a:p>
        </p:txBody>
      </p:sp>
      <p:sp>
        <p:nvSpPr>
          <p:cNvPr id="255" name="テキスト ボックス 254">
            <a:extLst>
              <a:ext uri="{FF2B5EF4-FFF2-40B4-BE49-F238E27FC236}">
                <a16:creationId xmlns:a16="http://schemas.microsoft.com/office/drawing/2014/main" id="{0B111E50-5334-4A07-AEF5-5D25D4E06DF5}"/>
              </a:ext>
            </a:extLst>
          </p:cNvPr>
          <p:cNvSpPr txBox="1"/>
          <p:nvPr/>
        </p:nvSpPr>
        <p:spPr>
          <a:xfrm>
            <a:off x="1999304" y="1038225"/>
            <a:ext cx="1033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cxnSp>
        <p:nvCxnSpPr>
          <p:cNvPr id="170" name="コネクタ: カギ線 169">
            <a:extLst>
              <a:ext uri="{FF2B5EF4-FFF2-40B4-BE49-F238E27FC236}">
                <a16:creationId xmlns:a16="http://schemas.microsoft.com/office/drawing/2014/main" id="{87A9A2D7-F3F3-4970-80BC-3D1D40CFB073}"/>
              </a:ext>
            </a:extLst>
          </p:cNvPr>
          <p:cNvCxnSpPr>
            <a:cxnSpLocks/>
          </p:cNvCxnSpPr>
          <p:nvPr/>
        </p:nvCxnSpPr>
        <p:spPr>
          <a:xfrm rot="5400000">
            <a:off x="9805928" y="3893472"/>
            <a:ext cx="537930" cy="475414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テキスト ボックス 236">
            <a:extLst>
              <a:ext uri="{FF2B5EF4-FFF2-40B4-BE49-F238E27FC236}">
                <a16:creationId xmlns:a16="http://schemas.microsoft.com/office/drawing/2014/main" id="{EB48385E-8BAB-4D1D-BBE0-39216F9D997D}"/>
              </a:ext>
            </a:extLst>
          </p:cNvPr>
          <p:cNvSpPr txBox="1"/>
          <p:nvPr/>
        </p:nvSpPr>
        <p:spPr>
          <a:xfrm>
            <a:off x="10097174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75821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2D00817-BA29-4D99-8D6C-DED108730E1E}"/>
              </a:ext>
            </a:extLst>
          </p:cNvPr>
          <p:cNvSpPr/>
          <p:nvPr/>
        </p:nvSpPr>
        <p:spPr>
          <a:xfrm>
            <a:off x="1171301" y="4806211"/>
            <a:ext cx="10116645" cy="9945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6717F15-C310-42D4-B2B6-C14E3D1E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DDP</a:t>
            </a:r>
            <a:r>
              <a:rPr kumimoji="1" lang="ja-JP" altLang="en-US" dirty="0"/>
              <a:t>プログラムの検討</a:t>
            </a:r>
            <a:r>
              <a:rPr lang="en-US" altLang="ja-JP" dirty="0"/>
              <a:t>1</a:t>
            </a:r>
            <a:r>
              <a:rPr lang="ja-JP" altLang="en-US" dirty="0"/>
              <a:t>周目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986BD4-0732-4276-B7A2-15B1BAD53DDC}"/>
              </a:ext>
            </a:extLst>
          </p:cNvPr>
          <p:cNvSpPr/>
          <p:nvPr/>
        </p:nvSpPr>
        <p:spPr>
          <a:xfrm>
            <a:off x="1171300" y="2097539"/>
            <a:ext cx="10116645" cy="27258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論理和 6">
            <a:extLst>
              <a:ext uri="{FF2B5EF4-FFF2-40B4-BE49-F238E27FC236}">
                <a16:creationId xmlns:a16="http://schemas.microsoft.com/office/drawing/2014/main" id="{DC626FFC-D9BA-4901-892A-0E9A6F73141A}"/>
              </a:ext>
            </a:extLst>
          </p:cNvPr>
          <p:cNvSpPr/>
          <p:nvPr/>
        </p:nvSpPr>
        <p:spPr>
          <a:xfrm>
            <a:off x="289891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3CFADBF8-4EA9-4AAB-9D17-CFF224CB27A0}"/>
              </a:ext>
            </a:extLst>
          </p:cNvPr>
          <p:cNvSpPr/>
          <p:nvPr/>
        </p:nvSpPr>
        <p:spPr>
          <a:xfrm flipV="1">
            <a:off x="2171236" y="2640478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フローチャート: 論理和 8">
            <a:extLst>
              <a:ext uri="{FF2B5EF4-FFF2-40B4-BE49-F238E27FC236}">
                <a16:creationId xmlns:a16="http://schemas.microsoft.com/office/drawing/2014/main" id="{53E2ECD0-C867-4240-8C18-CF99537ADEAA}"/>
              </a:ext>
            </a:extLst>
          </p:cNvPr>
          <p:cNvSpPr/>
          <p:nvPr/>
        </p:nvSpPr>
        <p:spPr>
          <a:xfrm>
            <a:off x="355525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44B8126A-2D2E-4323-812F-B5E146684880}"/>
              </a:ext>
            </a:extLst>
          </p:cNvPr>
          <p:cNvSpPr/>
          <p:nvPr/>
        </p:nvSpPr>
        <p:spPr>
          <a:xfrm flipV="1">
            <a:off x="3483544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フローチャート: 論理和 10">
            <a:extLst>
              <a:ext uri="{FF2B5EF4-FFF2-40B4-BE49-F238E27FC236}">
                <a16:creationId xmlns:a16="http://schemas.microsoft.com/office/drawing/2014/main" id="{51A62F61-8C2D-4DA7-AA20-5458D7F1ADE9}"/>
              </a:ext>
            </a:extLst>
          </p:cNvPr>
          <p:cNvSpPr/>
          <p:nvPr/>
        </p:nvSpPr>
        <p:spPr>
          <a:xfrm>
            <a:off x="486792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C893D494-145D-4D82-9C18-0527C4A68EF8}"/>
              </a:ext>
            </a:extLst>
          </p:cNvPr>
          <p:cNvSpPr/>
          <p:nvPr/>
        </p:nvSpPr>
        <p:spPr>
          <a:xfrm flipV="1">
            <a:off x="5452006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フローチャート: 論理和 13">
            <a:extLst>
              <a:ext uri="{FF2B5EF4-FFF2-40B4-BE49-F238E27FC236}">
                <a16:creationId xmlns:a16="http://schemas.microsoft.com/office/drawing/2014/main" id="{A63991A9-E135-4EDA-BDE4-DC5B4469B5AE}"/>
              </a:ext>
            </a:extLst>
          </p:cNvPr>
          <p:cNvSpPr/>
          <p:nvPr/>
        </p:nvSpPr>
        <p:spPr>
          <a:xfrm>
            <a:off x="552425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AFCAA07E-F9F7-4BE5-A21E-F68FB059CC73}"/>
              </a:ext>
            </a:extLst>
          </p:cNvPr>
          <p:cNvSpPr/>
          <p:nvPr/>
        </p:nvSpPr>
        <p:spPr>
          <a:xfrm flipV="1">
            <a:off x="8076622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DD341B8-1DDF-4FB4-AB4C-948D06055D97}"/>
              </a:ext>
            </a:extLst>
          </p:cNvPr>
          <p:cNvCxnSpPr>
            <a:cxnSpLocks/>
          </p:cNvCxnSpPr>
          <p:nvPr/>
        </p:nvCxnSpPr>
        <p:spPr>
          <a:xfrm>
            <a:off x="2088816" y="1817956"/>
            <a:ext cx="8204211" cy="808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4B07ABF-54CE-4159-94F1-CC5EEC9E0A57}"/>
              </a:ext>
            </a:extLst>
          </p:cNvPr>
          <p:cNvCxnSpPr>
            <a:cxnSpLocks/>
          </p:cNvCxnSpPr>
          <p:nvPr/>
        </p:nvCxnSpPr>
        <p:spPr>
          <a:xfrm>
            <a:off x="2421335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6BDD8BE1-FD3E-4A59-BA1C-B9F08C90F2BD}"/>
              </a:ext>
            </a:extLst>
          </p:cNvPr>
          <p:cNvCxnSpPr>
            <a:cxnSpLocks/>
            <a:stCxn id="8" idx="0"/>
            <a:endCxn id="5" idx="0"/>
          </p:cNvCxnSpPr>
          <p:nvPr/>
        </p:nvCxnSpPr>
        <p:spPr>
          <a:xfrm flipH="1">
            <a:off x="2421334" y="2975942"/>
            <a:ext cx="1" cy="528441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2273927-9556-4A4B-BD40-834DFBB520FC}"/>
              </a:ext>
            </a:extLst>
          </p:cNvPr>
          <p:cNvSpPr txBox="1"/>
          <p:nvPr/>
        </p:nvSpPr>
        <p:spPr>
          <a:xfrm>
            <a:off x="303283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(1)</a:t>
            </a:r>
            <a:endParaRPr kumimoji="1"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A547AB0-8476-4EF2-88E9-36F51E9A6AE4}"/>
              </a:ext>
            </a:extLst>
          </p:cNvPr>
          <p:cNvSpPr txBox="1"/>
          <p:nvPr/>
        </p:nvSpPr>
        <p:spPr>
          <a:xfrm>
            <a:off x="2441890" y="2786779"/>
            <a:ext cx="578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(0)</a:t>
            </a:r>
            <a:endParaRPr kumimoji="1"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8AA101-16D1-4287-8E6D-DB015731DD70}"/>
              </a:ext>
            </a:extLst>
          </p:cNvPr>
          <p:cNvSpPr txBox="1"/>
          <p:nvPr/>
        </p:nvSpPr>
        <p:spPr>
          <a:xfrm>
            <a:off x="9687395" y="2786779"/>
            <a:ext cx="662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(11)</a:t>
            </a:r>
            <a:endParaRPr kumimoji="1" lang="ja-JP" altLang="en-US" sz="16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C542841-9D6B-4941-8522-9800606D8078}"/>
              </a:ext>
            </a:extLst>
          </p:cNvPr>
          <p:cNvSpPr txBox="1"/>
          <p:nvPr/>
        </p:nvSpPr>
        <p:spPr>
          <a:xfrm>
            <a:off x="10363058" y="2786779"/>
            <a:ext cx="657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(12)</a:t>
            </a:r>
            <a:endParaRPr kumimoji="1" lang="ja-JP" altLang="en-US" sz="16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F82F6C7-6F00-4511-80E5-51B5F9E7B49E}"/>
              </a:ext>
            </a:extLst>
          </p:cNvPr>
          <p:cNvSpPr txBox="1"/>
          <p:nvPr/>
        </p:nvSpPr>
        <p:spPr>
          <a:xfrm>
            <a:off x="1749399" y="1447833"/>
            <a:ext cx="365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S</a:t>
            </a:r>
            <a:r>
              <a:rPr lang="en-US" altLang="ja-JP" sz="1600" baseline="-25000" dirty="0"/>
              <a:t>0</a:t>
            </a:r>
            <a:endParaRPr kumimoji="1" lang="ja-JP" altLang="en-US" sz="1600" dirty="0"/>
          </a:p>
        </p:txBody>
      </p:sp>
      <p:sp>
        <p:nvSpPr>
          <p:cNvPr id="46" name="フローチャート: 論理和 45">
            <a:extLst>
              <a:ext uri="{FF2B5EF4-FFF2-40B4-BE49-F238E27FC236}">
                <a16:creationId xmlns:a16="http://schemas.microsoft.com/office/drawing/2014/main" id="{7F70FA56-D39C-4AB4-82AC-C2AC0D7F3246}"/>
              </a:ext>
            </a:extLst>
          </p:cNvPr>
          <p:cNvSpPr/>
          <p:nvPr/>
        </p:nvSpPr>
        <p:spPr>
          <a:xfrm>
            <a:off x="421158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7" name="フローチャート: 論理和 46">
            <a:extLst>
              <a:ext uri="{FF2B5EF4-FFF2-40B4-BE49-F238E27FC236}">
                <a16:creationId xmlns:a16="http://schemas.microsoft.com/office/drawing/2014/main" id="{CA5DE039-EB69-4DD6-91AF-EDEF8731921C}"/>
              </a:ext>
            </a:extLst>
          </p:cNvPr>
          <p:cNvSpPr/>
          <p:nvPr/>
        </p:nvSpPr>
        <p:spPr>
          <a:xfrm>
            <a:off x="618059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8" name="フローチャート: 論理和 47">
            <a:extLst>
              <a:ext uri="{FF2B5EF4-FFF2-40B4-BE49-F238E27FC236}">
                <a16:creationId xmlns:a16="http://schemas.microsoft.com/office/drawing/2014/main" id="{114E0D8B-DEE6-45EC-B76C-DA2B24082A6B}"/>
              </a:ext>
            </a:extLst>
          </p:cNvPr>
          <p:cNvSpPr/>
          <p:nvPr/>
        </p:nvSpPr>
        <p:spPr>
          <a:xfrm>
            <a:off x="683692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フローチャート: 論理和 48">
            <a:extLst>
              <a:ext uri="{FF2B5EF4-FFF2-40B4-BE49-F238E27FC236}">
                <a16:creationId xmlns:a16="http://schemas.microsoft.com/office/drawing/2014/main" id="{6755CD02-B8BA-40E1-80E2-5C53D31E1FC7}"/>
              </a:ext>
            </a:extLst>
          </p:cNvPr>
          <p:cNvSpPr/>
          <p:nvPr/>
        </p:nvSpPr>
        <p:spPr>
          <a:xfrm>
            <a:off x="749326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0" name="フローチャート: 論理和 49">
            <a:extLst>
              <a:ext uri="{FF2B5EF4-FFF2-40B4-BE49-F238E27FC236}">
                <a16:creationId xmlns:a16="http://schemas.microsoft.com/office/drawing/2014/main" id="{2A17616D-FCAD-457D-A5C8-1F5B388C8BFF}"/>
              </a:ext>
            </a:extLst>
          </p:cNvPr>
          <p:cNvSpPr/>
          <p:nvPr/>
        </p:nvSpPr>
        <p:spPr>
          <a:xfrm>
            <a:off x="880593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フローチャート: 論理和 50">
            <a:extLst>
              <a:ext uri="{FF2B5EF4-FFF2-40B4-BE49-F238E27FC236}">
                <a16:creationId xmlns:a16="http://schemas.microsoft.com/office/drawing/2014/main" id="{DBF25329-5802-44F2-9C62-EFF4FE32D194}"/>
              </a:ext>
            </a:extLst>
          </p:cNvPr>
          <p:cNvSpPr/>
          <p:nvPr/>
        </p:nvSpPr>
        <p:spPr>
          <a:xfrm>
            <a:off x="946226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フローチャート: 論理和 51">
            <a:extLst>
              <a:ext uri="{FF2B5EF4-FFF2-40B4-BE49-F238E27FC236}">
                <a16:creationId xmlns:a16="http://schemas.microsoft.com/office/drawing/2014/main" id="{8E382460-AF62-47F0-A154-DBD5B3E302C4}"/>
              </a:ext>
            </a:extLst>
          </p:cNvPr>
          <p:cNvSpPr/>
          <p:nvPr/>
        </p:nvSpPr>
        <p:spPr>
          <a:xfrm>
            <a:off x="814959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4" name="フローチャート: 論理和 53">
            <a:extLst>
              <a:ext uri="{FF2B5EF4-FFF2-40B4-BE49-F238E27FC236}">
                <a16:creationId xmlns:a16="http://schemas.microsoft.com/office/drawing/2014/main" id="{35E9ADBE-55B2-48E0-BC06-349F98A46196}"/>
              </a:ext>
            </a:extLst>
          </p:cNvPr>
          <p:cNvSpPr/>
          <p:nvPr/>
        </p:nvSpPr>
        <p:spPr>
          <a:xfrm>
            <a:off x="224258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6E52128D-AB53-4B09-9033-0EE6C48F3B3F}"/>
              </a:ext>
            </a:extLst>
          </p:cNvPr>
          <p:cNvSpPr/>
          <p:nvPr/>
        </p:nvSpPr>
        <p:spPr>
          <a:xfrm flipV="1">
            <a:off x="282739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E6C9541D-BD79-49AC-91F7-33501AAEA814}"/>
              </a:ext>
            </a:extLst>
          </p:cNvPr>
          <p:cNvSpPr/>
          <p:nvPr/>
        </p:nvSpPr>
        <p:spPr>
          <a:xfrm flipV="1">
            <a:off x="4139698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853059ED-6E43-4623-AF85-510A5885B646}"/>
              </a:ext>
            </a:extLst>
          </p:cNvPr>
          <p:cNvSpPr/>
          <p:nvPr/>
        </p:nvSpPr>
        <p:spPr>
          <a:xfrm flipV="1">
            <a:off x="610816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B537FDA9-4920-403A-9EA4-9EB595DE9757}"/>
              </a:ext>
            </a:extLst>
          </p:cNvPr>
          <p:cNvSpPr/>
          <p:nvPr/>
        </p:nvSpPr>
        <p:spPr>
          <a:xfrm flipV="1">
            <a:off x="938893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1EF934AA-7E96-440B-8898-4C02A9113F90}"/>
              </a:ext>
            </a:extLst>
          </p:cNvPr>
          <p:cNvSpPr/>
          <p:nvPr/>
        </p:nvSpPr>
        <p:spPr>
          <a:xfrm flipV="1">
            <a:off x="7420468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E43001A5-6855-4086-9581-20E50555C683}"/>
              </a:ext>
            </a:extLst>
          </p:cNvPr>
          <p:cNvSpPr/>
          <p:nvPr/>
        </p:nvSpPr>
        <p:spPr>
          <a:xfrm flipV="1">
            <a:off x="4795852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A15B028E-7A5B-46FC-9643-59D27D1DC6E1}"/>
              </a:ext>
            </a:extLst>
          </p:cNvPr>
          <p:cNvSpPr/>
          <p:nvPr/>
        </p:nvSpPr>
        <p:spPr>
          <a:xfrm flipV="1">
            <a:off x="6764314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792F7DA0-0166-48E2-BB73-E5B42CF14D86}"/>
              </a:ext>
            </a:extLst>
          </p:cNvPr>
          <p:cNvSpPr/>
          <p:nvPr/>
        </p:nvSpPr>
        <p:spPr>
          <a:xfrm flipV="1">
            <a:off x="8732776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4E13AE78-2F02-4BCF-AA43-3D0E8015101C}"/>
              </a:ext>
            </a:extLst>
          </p:cNvPr>
          <p:cNvSpPr/>
          <p:nvPr/>
        </p:nvSpPr>
        <p:spPr>
          <a:xfrm flipV="1">
            <a:off x="10045087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1104B582-5E87-4064-9400-322957FDB1A9}"/>
              </a:ext>
            </a:extLst>
          </p:cNvPr>
          <p:cNvCxnSpPr>
            <a:cxnSpLocks/>
            <a:stCxn id="67" idx="0"/>
            <a:endCxn id="117" idx="0"/>
          </p:cNvCxnSpPr>
          <p:nvPr/>
        </p:nvCxnSpPr>
        <p:spPr>
          <a:xfrm flipH="1">
            <a:off x="3077210" y="2964365"/>
            <a:ext cx="27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7EA1766A-1D77-4458-9261-D90CBECD80A6}"/>
              </a:ext>
            </a:extLst>
          </p:cNvPr>
          <p:cNvCxnSpPr>
            <a:cxnSpLocks/>
            <a:stCxn id="10" idx="0"/>
            <a:endCxn id="127" idx="0"/>
          </p:cNvCxnSpPr>
          <p:nvPr/>
        </p:nvCxnSpPr>
        <p:spPr>
          <a:xfrm flipH="1">
            <a:off x="3733086" y="2964365"/>
            <a:ext cx="557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1F5B152A-1B06-4008-8624-60613CBB323E}"/>
              </a:ext>
            </a:extLst>
          </p:cNvPr>
          <p:cNvCxnSpPr>
            <a:cxnSpLocks/>
            <a:stCxn id="68" idx="0"/>
            <a:endCxn id="129" idx="0"/>
          </p:cNvCxnSpPr>
          <p:nvPr/>
        </p:nvCxnSpPr>
        <p:spPr>
          <a:xfrm flipH="1">
            <a:off x="4388962" y="2964365"/>
            <a:ext cx="835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3C1DF953-B6CE-4942-AD20-ED83E31399F8}"/>
              </a:ext>
            </a:extLst>
          </p:cNvPr>
          <p:cNvCxnSpPr>
            <a:cxnSpLocks/>
            <a:stCxn id="72" idx="0"/>
            <a:endCxn id="133" idx="0"/>
          </p:cNvCxnSpPr>
          <p:nvPr/>
        </p:nvCxnSpPr>
        <p:spPr>
          <a:xfrm flipH="1">
            <a:off x="5044838" y="2964365"/>
            <a:ext cx="1113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7F06499A-22DE-4272-8132-1B1EA88C4D76}"/>
              </a:ext>
            </a:extLst>
          </p:cNvPr>
          <p:cNvCxnSpPr>
            <a:cxnSpLocks/>
            <a:stCxn id="12" idx="0"/>
            <a:endCxn id="135" idx="0"/>
          </p:cNvCxnSpPr>
          <p:nvPr/>
        </p:nvCxnSpPr>
        <p:spPr>
          <a:xfrm flipH="1">
            <a:off x="5700714" y="2964365"/>
            <a:ext cx="1391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399E29C-20E0-4614-AF69-2A1C16D678FB}"/>
              </a:ext>
            </a:extLst>
          </p:cNvPr>
          <p:cNvCxnSpPr>
            <a:cxnSpLocks/>
            <a:stCxn id="69" idx="0"/>
            <a:endCxn id="137" idx="0"/>
          </p:cNvCxnSpPr>
          <p:nvPr/>
        </p:nvCxnSpPr>
        <p:spPr>
          <a:xfrm flipH="1">
            <a:off x="6356590" y="2964365"/>
            <a:ext cx="166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6006EFED-A322-414A-9D66-A5DEF6B735A5}"/>
              </a:ext>
            </a:extLst>
          </p:cNvPr>
          <p:cNvCxnSpPr>
            <a:cxnSpLocks/>
            <a:stCxn id="73" idx="0"/>
            <a:endCxn id="139" idx="0"/>
          </p:cNvCxnSpPr>
          <p:nvPr/>
        </p:nvCxnSpPr>
        <p:spPr>
          <a:xfrm flipH="1">
            <a:off x="7012466" y="2964365"/>
            <a:ext cx="1947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B60C7448-63B8-46AC-BEF1-9D3EBE5A1AF7}"/>
              </a:ext>
            </a:extLst>
          </p:cNvPr>
          <p:cNvCxnSpPr>
            <a:cxnSpLocks/>
            <a:stCxn id="71" idx="0"/>
            <a:endCxn id="141" idx="0"/>
          </p:cNvCxnSpPr>
          <p:nvPr/>
        </p:nvCxnSpPr>
        <p:spPr>
          <a:xfrm flipH="1">
            <a:off x="7668342" y="2964365"/>
            <a:ext cx="2225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62C633CC-A726-4554-AD6B-55E1EE93D9E4}"/>
              </a:ext>
            </a:extLst>
          </p:cNvPr>
          <p:cNvCxnSpPr>
            <a:cxnSpLocks/>
            <a:stCxn id="15" idx="0"/>
            <a:endCxn id="152" idx="0"/>
          </p:cNvCxnSpPr>
          <p:nvPr/>
        </p:nvCxnSpPr>
        <p:spPr>
          <a:xfrm flipH="1">
            <a:off x="8324218" y="2964365"/>
            <a:ext cx="2503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5B715ED1-64E4-4D36-B433-10CF9F27EF0C}"/>
              </a:ext>
            </a:extLst>
          </p:cNvPr>
          <p:cNvCxnSpPr>
            <a:cxnSpLocks/>
            <a:stCxn id="74" idx="0"/>
            <a:endCxn id="153" idx="0"/>
          </p:cNvCxnSpPr>
          <p:nvPr/>
        </p:nvCxnSpPr>
        <p:spPr>
          <a:xfrm flipH="1">
            <a:off x="8980094" y="2964365"/>
            <a:ext cx="2781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AF94A68D-B4D8-4C00-ACA0-58316FC9A8B2}"/>
              </a:ext>
            </a:extLst>
          </p:cNvPr>
          <p:cNvCxnSpPr>
            <a:cxnSpLocks/>
            <a:stCxn id="70" idx="0"/>
            <a:endCxn id="154" idx="0"/>
          </p:cNvCxnSpPr>
          <p:nvPr/>
        </p:nvCxnSpPr>
        <p:spPr>
          <a:xfrm flipH="1">
            <a:off x="9635970" y="2964365"/>
            <a:ext cx="305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F081057F-B194-4321-AFA7-A3E6F3FF30FD}"/>
              </a:ext>
            </a:extLst>
          </p:cNvPr>
          <p:cNvCxnSpPr>
            <a:cxnSpLocks/>
            <a:stCxn id="76" idx="0"/>
            <a:endCxn id="167" idx="0"/>
          </p:cNvCxnSpPr>
          <p:nvPr/>
        </p:nvCxnSpPr>
        <p:spPr>
          <a:xfrm flipH="1">
            <a:off x="10291842" y="2964365"/>
            <a:ext cx="3344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0943AA03-9E91-4C05-A747-C1991DFB688E}"/>
              </a:ext>
            </a:extLst>
          </p:cNvPr>
          <p:cNvCxnSpPr>
            <a:cxnSpLocks/>
          </p:cNvCxnSpPr>
          <p:nvPr/>
        </p:nvCxnSpPr>
        <p:spPr>
          <a:xfrm flipH="1">
            <a:off x="257151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51B05726-5689-4D3C-81C2-D6E6593D930B}"/>
              </a:ext>
            </a:extLst>
          </p:cNvPr>
          <p:cNvCxnSpPr>
            <a:cxnSpLocks/>
          </p:cNvCxnSpPr>
          <p:nvPr/>
        </p:nvCxnSpPr>
        <p:spPr>
          <a:xfrm flipH="1">
            <a:off x="322784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D4470548-ACAC-47F3-A7D9-5C615885A3AB}"/>
              </a:ext>
            </a:extLst>
          </p:cNvPr>
          <p:cNvCxnSpPr>
            <a:cxnSpLocks/>
          </p:cNvCxnSpPr>
          <p:nvPr/>
        </p:nvCxnSpPr>
        <p:spPr>
          <a:xfrm flipH="1">
            <a:off x="388418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E45F219-1FB6-47D5-B0B1-03CDC8258B38}"/>
              </a:ext>
            </a:extLst>
          </p:cNvPr>
          <p:cNvCxnSpPr>
            <a:cxnSpLocks/>
          </p:cNvCxnSpPr>
          <p:nvPr/>
        </p:nvCxnSpPr>
        <p:spPr>
          <a:xfrm flipH="1">
            <a:off x="454051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42FCE108-2C43-40ED-9FA3-465A98FFC503}"/>
              </a:ext>
            </a:extLst>
          </p:cNvPr>
          <p:cNvCxnSpPr>
            <a:cxnSpLocks/>
          </p:cNvCxnSpPr>
          <p:nvPr/>
        </p:nvCxnSpPr>
        <p:spPr>
          <a:xfrm flipH="1">
            <a:off x="519685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6CA2B09E-86E3-49F7-A1D3-2A19B750A683}"/>
              </a:ext>
            </a:extLst>
          </p:cNvPr>
          <p:cNvCxnSpPr>
            <a:cxnSpLocks/>
          </p:cNvCxnSpPr>
          <p:nvPr/>
        </p:nvCxnSpPr>
        <p:spPr>
          <a:xfrm flipH="1">
            <a:off x="5881720" y="4359545"/>
            <a:ext cx="270297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F7E71ED-61EB-4E68-99F3-CC562306FF85}"/>
              </a:ext>
            </a:extLst>
          </p:cNvPr>
          <p:cNvCxnSpPr>
            <a:cxnSpLocks/>
          </p:cNvCxnSpPr>
          <p:nvPr/>
        </p:nvCxnSpPr>
        <p:spPr>
          <a:xfrm flipH="1">
            <a:off x="650952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641B6A7F-714E-4726-9CEC-F5CB78221061}"/>
              </a:ext>
            </a:extLst>
          </p:cNvPr>
          <p:cNvCxnSpPr>
            <a:cxnSpLocks/>
          </p:cNvCxnSpPr>
          <p:nvPr/>
        </p:nvCxnSpPr>
        <p:spPr>
          <a:xfrm flipH="1">
            <a:off x="716585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03F2D7D8-3513-4EAA-9D4A-D8FABCBFA15D}"/>
              </a:ext>
            </a:extLst>
          </p:cNvPr>
          <p:cNvCxnSpPr>
            <a:cxnSpLocks/>
          </p:cNvCxnSpPr>
          <p:nvPr/>
        </p:nvCxnSpPr>
        <p:spPr>
          <a:xfrm flipH="1">
            <a:off x="782219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1AAC0AE3-8F18-4E55-BE0B-CF5A07C87126}"/>
              </a:ext>
            </a:extLst>
          </p:cNvPr>
          <p:cNvCxnSpPr>
            <a:cxnSpLocks/>
          </p:cNvCxnSpPr>
          <p:nvPr/>
        </p:nvCxnSpPr>
        <p:spPr>
          <a:xfrm flipH="1">
            <a:off x="847852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C8DB66EA-CFD6-4A31-B0C7-B0AAD4619450}"/>
              </a:ext>
            </a:extLst>
          </p:cNvPr>
          <p:cNvCxnSpPr>
            <a:cxnSpLocks/>
          </p:cNvCxnSpPr>
          <p:nvPr/>
        </p:nvCxnSpPr>
        <p:spPr>
          <a:xfrm flipH="1">
            <a:off x="913486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95A54752-2836-4A25-A583-8A03F195FA6F}"/>
              </a:ext>
            </a:extLst>
          </p:cNvPr>
          <p:cNvSpPr txBox="1"/>
          <p:nvPr/>
        </p:nvSpPr>
        <p:spPr>
          <a:xfrm>
            <a:off x="368659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(2)</a:t>
            </a:r>
            <a:endParaRPr kumimoji="1" lang="ja-JP" altLang="en-US" sz="1600" dirty="0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416601A6-E672-41B0-9AA2-9B12D8A11C08}"/>
              </a:ext>
            </a:extLst>
          </p:cNvPr>
          <p:cNvSpPr txBox="1"/>
          <p:nvPr/>
        </p:nvSpPr>
        <p:spPr>
          <a:xfrm>
            <a:off x="434036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(3)</a:t>
            </a:r>
            <a:endParaRPr kumimoji="1" lang="ja-JP" altLang="en-US" sz="1600" dirty="0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676FF72-E204-4774-8CAF-98FCC2BCAE85}"/>
              </a:ext>
            </a:extLst>
          </p:cNvPr>
          <p:cNvSpPr txBox="1"/>
          <p:nvPr/>
        </p:nvSpPr>
        <p:spPr>
          <a:xfrm>
            <a:off x="499412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(4)</a:t>
            </a:r>
            <a:endParaRPr kumimoji="1" lang="ja-JP" altLang="en-US" sz="1600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72F29B3D-EE4C-4BD9-A5CB-FD8CC51C5E0A}"/>
              </a:ext>
            </a:extLst>
          </p:cNvPr>
          <p:cNvSpPr txBox="1"/>
          <p:nvPr/>
        </p:nvSpPr>
        <p:spPr>
          <a:xfrm>
            <a:off x="564789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(5)</a:t>
            </a:r>
            <a:endParaRPr kumimoji="1" lang="ja-JP" altLang="en-US" sz="1600" dirty="0"/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F648F417-2A50-4DA8-8E81-D4CE7656D1F8}"/>
              </a:ext>
            </a:extLst>
          </p:cNvPr>
          <p:cNvSpPr txBox="1"/>
          <p:nvPr/>
        </p:nvSpPr>
        <p:spPr>
          <a:xfrm>
            <a:off x="630165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(6)</a:t>
            </a:r>
            <a:endParaRPr kumimoji="1" lang="ja-JP" altLang="en-US" sz="1600" dirty="0"/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47401E32-B4C1-41F2-8A59-90B60E19B698}"/>
              </a:ext>
            </a:extLst>
          </p:cNvPr>
          <p:cNvSpPr txBox="1"/>
          <p:nvPr/>
        </p:nvSpPr>
        <p:spPr>
          <a:xfrm>
            <a:off x="695542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(7)</a:t>
            </a:r>
            <a:endParaRPr kumimoji="1" lang="ja-JP" altLang="en-US" sz="1600" dirty="0"/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D6481569-9E34-47DF-B52B-3689C0BFCC2B}"/>
              </a:ext>
            </a:extLst>
          </p:cNvPr>
          <p:cNvSpPr txBox="1"/>
          <p:nvPr/>
        </p:nvSpPr>
        <p:spPr>
          <a:xfrm>
            <a:off x="760918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(8)</a:t>
            </a:r>
            <a:endParaRPr kumimoji="1" lang="ja-JP" altLang="en-US" sz="1600" dirty="0"/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75CAE5F7-6E3C-4E23-B510-DAAACBAA8AD7}"/>
              </a:ext>
            </a:extLst>
          </p:cNvPr>
          <p:cNvSpPr txBox="1"/>
          <p:nvPr/>
        </p:nvSpPr>
        <p:spPr>
          <a:xfrm>
            <a:off x="826295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(9)</a:t>
            </a:r>
            <a:endParaRPr kumimoji="1" lang="ja-JP" altLang="en-US" sz="1600" dirty="0"/>
          </a:p>
        </p:txBody>
      </p: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EC65737D-84E9-48FB-9C2D-05CEDDA3B2E8}"/>
              </a:ext>
            </a:extLst>
          </p:cNvPr>
          <p:cNvSpPr txBox="1"/>
          <p:nvPr/>
        </p:nvSpPr>
        <p:spPr>
          <a:xfrm>
            <a:off x="8916715" y="2786779"/>
            <a:ext cx="757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(10)</a:t>
            </a:r>
            <a:endParaRPr kumimoji="1" lang="ja-JP" altLang="en-US" sz="1600" dirty="0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ABF1F041-D62C-43D5-8551-DFED65E4136D}"/>
              </a:ext>
            </a:extLst>
          </p:cNvPr>
          <p:cNvSpPr txBox="1"/>
          <p:nvPr/>
        </p:nvSpPr>
        <p:spPr>
          <a:xfrm>
            <a:off x="1256836" y="2121755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で</a:t>
            </a:r>
            <a:endParaRPr kumimoji="1" lang="en-US" altLang="ja-JP" dirty="0"/>
          </a:p>
          <a:p>
            <a:pPr algn="ctr"/>
            <a:r>
              <a:rPr lang="ja-JP" altLang="en-US" dirty="0"/>
              <a:t>計算</a:t>
            </a:r>
            <a:endParaRPr kumimoji="1" lang="ja-JP" altLang="en-US" dirty="0"/>
          </a:p>
        </p:txBody>
      </p:sp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51A2A888-50CE-43BD-9038-FC24A4739D47}"/>
              </a:ext>
            </a:extLst>
          </p:cNvPr>
          <p:cNvCxnSpPr>
            <a:cxnSpLocks/>
          </p:cNvCxnSpPr>
          <p:nvPr/>
        </p:nvCxnSpPr>
        <p:spPr>
          <a:xfrm>
            <a:off x="3077486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965A2660-4CC9-4482-B867-BEBC099F79CB}"/>
              </a:ext>
            </a:extLst>
          </p:cNvPr>
          <p:cNvCxnSpPr>
            <a:cxnSpLocks/>
          </p:cNvCxnSpPr>
          <p:nvPr/>
        </p:nvCxnSpPr>
        <p:spPr>
          <a:xfrm>
            <a:off x="3739982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4B7534D8-19B7-4C3C-85FC-7561E37F68E0}"/>
              </a:ext>
            </a:extLst>
          </p:cNvPr>
          <p:cNvCxnSpPr>
            <a:cxnSpLocks/>
          </p:cNvCxnSpPr>
          <p:nvPr/>
        </p:nvCxnSpPr>
        <p:spPr>
          <a:xfrm>
            <a:off x="439613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B21BCE4B-4A8A-46EE-9BB4-A51CAD4F041E}"/>
              </a:ext>
            </a:extLst>
          </p:cNvPr>
          <p:cNvCxnSpPr>
            <a:cxnSpLocks/>
          </p:cNvCxnSpPr>
          <p:nvPr/>
        </p:nvCxnSpPr>
        <p:spPr>
          <a:xfrm>
            <a:off x="504595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>
            <a:extLst>
              <a:ext uri="{FF2B5EF4-FFF2-40B4-BE49-F238E27FC236}">
                <a16:creationId xmlns:a16="http://schemas.microsoft.com/office/drawing/2014/main" id="{F135CE5D-75A8-4DD7-845B-D67E179A8822}"/>
              </a:ext>
            </a:extLst>
          </p:cNvPr>
          <p:cNvCxnSpPr>
            <a:cxnSpLocks/>
          </p:cNvCxnSpPr>
          <p:nvPr/>
        </p:nvCxnSpPr>
        <p:spPr>
          <a:xfrm>
            <a:off x="5702104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43533D84-2271-4660-AEB5-363F28FAF222}"/>
              </a:ext>
            </a:extLst>
          </p:cNvPr>
          <p:cNvCxnSpPr>
            <a:cxnSpLocks/>
          </p:cNvCxnSpPr>
          <p:nvPr/>
        </p:nvCxnSpPr>
        <p:spPr>
          <a:xfrm>
            <a:off x="635084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45FC9600-CA87-49A0-AD68-000A1D7FDC9C}"/>
              </a:ext>
            </a:extLst>
          </p:cNvPr>
          <p:cNvCxnSpPr>
            <a:cxnSpLocks/>
          </p:cNvCxnSpPr>
          <p:nvPr/>
        </p:nvCxnSpPr>
        <p:spPr>
          <a:xfrm>
            <a:off x="7006994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矢印コネクタ 161">
            <a:extLst>
              <a:ext uri="{FF2B5EF4-FFF2-40B4-BE49-F238E27FC236}">
                <a16:creationId xmlns:a16="http://schemas.microsoft.com/office/drawing/2014/main" id="{D334D684-7983-4808-863A-1B1E8337EFC2}"/>
              </a:ext>
            </a:extLst>
          </p:cNvPr>
          <p:cNvCxnSpPr>
            <a:cxnSpLocks/>
          </p:cNvCxnSpPr>
          <p:nvPr/>
        </p:nvCxnSpPr>
        <p:spPr>
          <a:xfrm>
            <a:off x="7669490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310AF442-5A59-4FDB-A356-22D0A838B110}"/>
              </a:ext>
            </a:extLst>
          </p:cNvPr>
          <p:cNvCxnSpPr>
            <a:cxnSpLocks/>
          </p:cNvCxnSpPr>
          <p:nvPr/>
        </p:nvCxnSpPr>
        <p:spPr>
          <a:xfrm>
            <a:off x="8325641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>
            <a:extLst>
              <a:ext uri="{FF2B5EF4-FFF2-40B4-BE49-F238E27FC236}">
                <a16:creationId xmlns:a16="http://schemas.microsoft.com/office/drawing/2014/main" id="{E76A7870-257B-4BF8-B853-F9ED5E32F0D3}"/>
              </a:ext>
            </a:extLst>
          </p:cNvPr>
          <p:cNvCxnSpPr>
            <a:cxnSpLocks/>
          </p:cNvCxnSpPr>
          <p:nvPr/>
        </p:nvCxnSpPr>
        <p:spPr>
          <a:xfrm>
            <a:off x="8975461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64">
            <a:extLst>
              <a:ext uri="{FF2B5EF4-FFF2-40B4-BE49-F238E27FC236}">
                <a16:creationId xmlns:a16="http://schemas.microsoft.com/office/drawing/2014/main" id="{71044CBA-E86B-4BD6-A6F8-163BE4F65284}"/>
              </a:ext>
            </a:extLst>
          </p:cNvPr>
          <p:cNvCxnSpPr>
            <a:cxnSpLocks/>
          </p:cNvCxnSpPr>
          <p:nvPr/>
        </p:nvCxnSpPr>
        <p:spPr>
          <a:xfrm>
            <a:off x="9631612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3F81C571-1BC3-449F-A2D8-995DB7F24AA0}"/>
              </a:ext>
            </a:extLst>
          </p:cNvPr>
          <p:cNvCxnSpPr>
            <a:cxnSpLocks/>
          </p:cNvCxnSpPr>
          <p:nvPr/>
        </p:nvCxnSpPr>
        <p:spPr>
          <a:xfrm>
            <a:off x="10293027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C8D811D-B59A-4700-A272-B77D416E3E87}"/>
              </a:ext>
            </a:extLst>
          </p:cNvPr>
          <p:cNvSpPr/>
          <p:nvPr/>
        </p:nvSpPr>
        <p:spPr>
          <a:xfrm>
            <a:off x="2505264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</a:t>
            </a: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5AA86FE7-CED5-45CA-B50D-35AD4A6BA3E6}"/>
              </a:ext>
            </a:extLst>
          </p:cNvPr>
          <p:cNvSpPr/>
          <p:nvPr/>
        </p:nvSpPr>
        <p:spPr>
          <a:xfrm>
            <a:off x="3162791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gen2</a:t>
            </a:r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63711355-4D05-4700-9EAE-BB65252ACF3A}"/>
              </a:ext>
            </a:extLst>
          </p:cNvPr>
          <p:cNvSpPr/>
          <p:nvPr/>
        </p:nvSpPr>
        <p:spPr>
          <a:xfrm>
            <a:off x="3820318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gen3</a:t>
            </a: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858F4FFF-7232-4A46-A68A-3B34705CE26E}"/>
              </a:ext>
            </a:extLst>
          </p:cNvPr>
          <p:cNvSpPr/>
          <p:nvPr/>
        </p:nvSpPr>
        <p:spPr>
          <a:xfrm>
            <a:off x="4477845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gen4</a:t>
            </a:r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39AB57BA-C5D8-4186-AEA2-1AD23C882482}"/>
              </a:ext>
            </a:extLst>
          </p:cNvPr>
          <p:cNvSpPr/>
          <p:nvPr/>
        </p:nvSpPr>
        <p:spPr>
          <a:xfrm>
            <a:off x="5135372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gen5</a:t>
            </a:r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511A173-D7A5-41A5-A3B8-DA2C835A93B1}"/>
              </a:ext>
            </a:extLst>
          </p:cNvPr>
          <p:cNvSpPr/>
          <p:nvPr/>
        </p:nvSpPr>
        <p:spPr>
          <a:xfrm>
            <a:off x="5792899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gen6</a:t>
            </a: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11B28CFF-4FEA-4AD2-8B2C-D74E744751FD}"/>
              </a:ext>
            </a:extLst>
          </p:cNvPr>
          <p:cNvSpPr/>
          <p:nvPr/>
        </p:nvSpPr>
        <p:spPr>
          <a:xfrm>
            <a:off x="6450426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gen7</a:t>
            </a:r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7AF1D1D6-80CF-4419-9BDD-6A77591D6502}"/>
              </a:ext>
            </a:extLst>
          </p:cNvPr>
          <p:cNvSpPr/>
          <p:nvPr/>
        </p:nvSpPr>
        <p:spPr>
          <a:xfrm>
            <a:off x="7107953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gen8</a:t>
            </a:r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2A887908-C914-4D28-AB5D-166E2B1E481D}"/>
              </a:ext>
            </a:extLst>
          </p:cNvPr>
          <p:cNvSpPr/>
          <p:nvPr/>
        </p:nvSpPr>
        <p:spPr>
          <a:xfrm>
            <a:off x="7765480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gen9</a:t>
            </a: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E394E589-4B7D-42FD-8CBF-CC9DE49DC1F2}"/>
              </a:ext>
            </a:extLst>
          </p:cNvPr>
          <p:cNvSpPr/>
          <p:nvPr/>
        </p:nvSpPr>
        <p:spPr>
          <a:xfrm>
            <a:off x="8423007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gen10</a:t>
            </a: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55D74CB7-D8DA-4E8D-BFB4-574A0A2E4F9E}"/>
              </a:ext>
            </a:extLst>
          </p:cNvPr>
          <p:cNvSpPr/>
          <p:nvPr/>
        </p:nvSpPr>
        <p:spPr>
          <a:xfrm>
            <a:off x="9080534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gen11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02B04145-BC87-4964-80C7-18C0C1BD588A}"/>
              </a:ext>
            </a:extLst>
          </p:cNvPr>
          <p:cNvSpPr/>
          <p:nvPr/>
        </p:nvSpPr>
        <p:spPr>
          <a:xfrm>
            <a:off x="9738065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gen12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B9F15B49-D1C9-4A07-A254-0102D77D42C6}"/>
              </a:ext>
            </a:extLst>
          </p:cNvPr>
          <p:cNvSpPr txBox="1"/>
          <p:nvPr/>
        </p:nvSpPr>
        <p:spPr>
          <a:xfrm>
            <a:off x="10545284" y="5087933"/>
            <a:ext cx="6576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出力</a:t>
            </a: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11830D91-9505-4DB2-A732-9A63860BDEFC}"/>
              </a:ext>
            </a:extLst>
          </p:cNvPr>
          <p:cNvSpPr txBox="1"/>
          <p:nvPr/>
        </p:nvSpPr>
        <p:spPr>
          <a:xfrm>
            <a:off x="3327587" y="5964197"/>
            <a:ext cx="5876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/>
              <a:t>③</a:t>
            </a:r>
            <a:r>
              <a:rPr kumimoji="1" lang="en-US" altLang="ja-JP" sz="1600" dirty="0"/>
              <a:t>DDP</a:t>
            </a:r>
            <a:r>
              <a:rPr kumimoji="1" lang="ja-JP" altLang="en-US" sz="1600" dirty="0"/>
              <a:t>内で、整合チェックをする</a:t>
            </a:r>
            <a:r>
              <a:rPr lang="ja-JP" altLang="en-US" sz="1600" dirty="0"/>
              <a:t>（プログラムベース）</a:t>
            </a:r>
            <a:endParaRPr kumimoji="1" lang="en-US" altLang="ja-JP" sz="1600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78B5B0A6-3FD0-4F47-B665-1266CE4D49BA}"/>
              </a:ext>
            </a:extLst>
          </p:cNvPr>
          <p:cNvSpPr txBox="1"/>
          <p:nvPr/>
        </p:nvSpPr>
        <p:spPr>
          <a:xfrm>
            <a:off x="1256836" y="4913025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で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確認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FD7DB2-BEF7-43EE-B57E-0E366FFD052E}"/>
              </a:ext>
            </a:extLst>
          </p:cNvPr>
          <p:cNvSpPr/>
          <p:nvPr/>
        </p:nvSpPr>
        <p:spPr>
          <a:xfrm>
            <a:off x="2522561" y="4933039"/>
            <a:ext cx="1539611" cy="7339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DMEM</a:t>
            </a: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事前に</a:t>
            </a:r>
            <a:r>
              <a:rPr lang="en-US" altLang="ja-JP" sz="1400" dirty="0">
                <a:solidFill>
                  <a:schemeClr val="tx1"/>
                </a:solidFill>
              </a:rPr>
              <a:t>Python</a:t>
            </a:r>
            <a:r>
              <a:rPr lang="ja-JP" altLang="en-US" sz="1400" dirty="0">
                <a:solidFill>
                  <a:schemeClr val="tx1"/>
                </a:solidFill>
              </a:rPr>
              <a:t>で処理した結果値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10" name="直線矢印コネクタ 109">
            <a:extLst>
              <a:ext uri="{FF2B5EF4-FFF2-40B4-BE49-F238E27FC236}">
                <a16:creationId xmlns:a16="http://schemas.microsoft.com/office/drawing/2014/main" id="{E4E88BAB-1D1B-4FC1-AED6-1CF2BC84FC2C}"/>
              </a:ext>
            </a:extLst>
          </p:cNvPr>
          <p:cNvCxnSpPr>
            <a:cxnSpLocks/>
          </p:cNvCxnSpPr>
          <p:nvPr/>
        </p:nvCxnSpPr>
        <p:spPr>
          <a:xfrm>
            <a:off x="4068209" y="5300022"/>
            <a:ext cx="122784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C1E7C750-9078-46D5-9FD8-8998DF2246CB}"/>
              </a:ext>
            </a:extLst>
          </p:cNvPr>
          <p:cNvSpPr/>
          <p:nvPr/>
        </p:nvSpPr>
        <p:spPr>
          <a:xfrm>
            <a:off x="5326194" y="4933039"/>
            <a:ext cx="1539611" cy="7339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比較</a:t>
            </a: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30A83CF8-392E-4968-B845-DFA6179C1A41}"/>
              </a:ext>
            </a:extLst>
          </p:cNvPr>
          <p:cNvCxnSpPr>
            <a:cxnSpLocks/>
            <a:stCxn id="54" idx="4"/>
            <a:endCxn id="113" idx="0"/>
          </p:cNvCxnSpPr>
          <p:nvPr/>
        </p:nvCxnSpPr>
        <p:spPr>
          <a:xfrm rot="16200000" flipH="1">
            <a:off x="4055786" y="2892825"/>
            <a:ext cx="405762" cy="3674665"/>
          </a:xfrm>
          <a:prstGeom prst="bentConnector3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EB92992-2517-471E-8045-655706E90594}"/>
              </a:ext>
            </a:extLst>
          </p:cNvPr>
          <p:cNvCxnSpPr>
            <a:cxnSpLocks/>
            <a:stCxn id="113" idx="3"/>
            <a:endCxn id="24" idx="1"/>
          </p:cNvCxnSpPr>
          <p:nvPr/>
        </p:nvCxnSpPr>
        <p:spPr>
          <a:xfrm flipV="1">
            <a:off x="6865805" y="5067995"/>
            <a:ext cx="519614" cy="23202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35D827CD-50FB-49C9-A59E-7ED9432D88AA}"/>
              </a:ext>
            </a:extLst>
          </p:cNvPr>
          <p:cNvCxnSpPr>
            <a:cxnSpLocks/>
            <a:stCxn id="113" idx="3"/>
            <a:endCxn id="119" idx="1"/>
          </p:cNvCxnSpPr>
          <p:nvPr/>
        </p:nvCxnSpPr>
        <p:spPr>
          <a:xfrm>
            <a:off x="6865805" y="5300022"/>
            <a:ext cx="519613" cy="2172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E0F7A8D-D53E-403C-B345-C07BBD5A632D}"/>
              </a:ext>
            </a:extLst>
          </p:cNvPr>
          <p:cNvSpPr txBox="1"/>
          <p:nvPr/>
        </p:nvSpPr>
        <p:spPr>
          <a:xfrm>
            <a:off x="7385419" y="4883329"/>
            <a:ext cx="5003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＝ </a:t>
            </a: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41C76114-1EFF-4B67-8496-1F58481C25D2}"/>
              </a:ext>
            </a:extLst>
          </p:cNvPr>
          <p:cNvSpPr txBox="1"/>
          <p:nvPr/>
        </p:nvSpPr>
        <p:spPr>
          <a:xfrm>
            <a:off x="7385418" y="5332565"/>
            <a:ext cx="5003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≠ </a:t>
            </a: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577ADFAF-7D48-4EF0-B2DE-74E6EF1AF38F}"/>
              </a:ext>
            </a:extLst>
          </p:cNvPr>
          <p:cNvCxnSpPr>
            <a:cxnSpLocks/>
          </p:cNvCxnSpPr>
          <p:nvPr/>
        </p:nvCxnSpPr>
        <p:spPr>
          <a:xfrm>
            <a:off x="7885801" y="5067995"/>
            <a:ext cx="3906149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43057E55-4970-4455-B0D2-5DD3F2DD3E87}"/>
              </a:ext>
            </a:extLst>
          </p:cNvPr>
          <p:cNvCxnSpPr>
            <a:cxnSpLocks/>
            <a:stCxn id="119" idx="3"/>
          </p:cNvCxnSpPr>
          <p:nvPr/>
        </p:nvCxnSpPr>
        <p:spPr>
          <a:xfrm>
            <a:off x="7885801" y="5517231"/>
            <a:ext cx="3921758" cy="1436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8F637BD-A002-434F-B962-DCD499DEC6F5}"/>
              </a:ext>
            </a:extLst>
          </p:cNvPr>
          <p:cNvSpPr txBox="1"/>
          <p:nvPr/>
        </p:nvSpPr>
        <p:spPr>
          <a:xfrm>
            <a:off x="11318091" y="4710164"/>
            <a:ext cx="38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０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F9D5F51E-0760-4279-8D30-A14AFD6A5568}"/>
              </a:ext>
            </a:extLst>
          </p:cNvPr>
          <p:cNvSpPr txBox="1"/>
          <p:nvPr/>
        </p:nvSpPr>
        <p:spPr>
          <a:xfrm>
            <a:off x="11329114" y="5170908"/>
            <a:ext cx="38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C22DE4F-4224-4933-AAF5-5C2AD3878F52}"/>
              </a:ext>
            </a:extLst>
          </p:cNvPr>
          <p:cNvSpPr/>
          <p:nvPr/>
        </p:nvSpPr>
        <p:spPr>
          <a:xfrm>
            <a:off x="223706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541D76CC-06A1-4511-A4FF-FFA338B2BC7B}"/>
              </a:ext>
            </a:extLst>
          </p:cNvPr>
          <p:cNvSpPr/>
          <p:nvPr/>
        </p:nvSpPr>
        <p:spPr>
          <a:xfrm>
            <a:off x="289293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726A1F77-FEDE-4A66-A34E-5BF14AE7E1B0}"/>
              </a:ext>
            </a:extLst>
          </p:cNvPr>
          <p:cNvSpPr/>
          <p:nvPr/>
        </p:nvSpPr>
        <p:spPr>
          <a:xfrm>
            <a:off x="3548814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7CAD3744-87DE-45FB-9EF1-0B44BFF693B6}"/>
              </a:ext>
            </a:extLst>
          </p:cNvPr>
          <p:cNvSpPr/>
          <p:nvPr/>
        </p:nvSpPr>
        <p:spPr>
          <a:xfrm>
            <a:off x="420469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330168C5-4B40-4189-8F4A-BC7F0834C56C}"/>
              </a:ext>
            </a:extLst>
          </p:cNvPr>
          <p:cNvSpPr/>
          <p:nvPr/>
        </p:nvSpPr>
        <p:spPr>
          <a:xfrm>
            <a:off x="4860566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86B6BDB9-1A5E-4BC5-9645-D92546DAF041}"/>
              </a:ext>
            </a:extLst>
          </p:cNvPr>
          <p:cNvSpPr/>
          <p:nvPr/>
        </p:nvSpPr>
        <p:spPr>
          <a:xfrm>
            <a:off x="551644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CB917C31-12AC-4F15-A2B3-924AA0BB01B1}"/>
              </a:ext>
            </a:extLst>
          </p:cNvPr>
          <p:cNvSpPr/>
          <p:nvPr/>
        </p:nvSpPr>
        <p:spPr>
          <a:xfrm>
            <a:off x="617231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FEF841BB-A84D-4FFB-B275-646CF5784444}"/>
              </a:ext>
            </a:extLst>
          </p:cNvPr>
          <p:cNvSpPr/>
          <p:nvPr/>
        </p:nvSpPr>
        <p:spPr>
          <a:xfrm>
            <a:off x="6828194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98ABAD4D-54A2-4E17-A285-F547D4495413}"/>
              </a:ext>
            </a:extLst>
          </p:cNvPr>
          <p:cNvSpPr/>
          <p:nvPr/>
        </p:nvSpPr>
        <p:spPr>
          <a:xfrm>
            <a:off x="748407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FFAA4699-98E6-4790-89B6-780CCA88FFA0}"/>
              </a:ext>
            </a:extLst>
          </p:cNvPr>
          <p:cNvSpPr/>
          <p:nvPr/>
        </p:nvSpPr>
        <p:spPr>
          <a:xfrm>
            <a:off x="8139946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C1A8D430-A59B-48AA-9DB6-D79FCC3574E8}"/>
              </a:ext>
            </a:extLst>
          </p:cNvPr>
          <p:cNvSpPr/>
          <p:nvPr/>
        </p:nvSpPr>
        <p:spPr>
          <a:xfrm>
            <a:off x="879582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B9481FDC-8266-4A72-A55F-AFF6EEA76BD0}"/>
              </a:ext>
            </a:extLst>
          </p:cNvPr>
          <p:cNvSpPr/>
          <p:nvPr/>
        </p:nvSpPr>
        <p:spPr>
          <a:xfrm>
            <a:off x="945169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7B6A8EE4-D737-4DBB-A914-9E0A129EFD6F}"/>
              </a:ext>
            </a:extLst>
          </p:cNvPr>
          <p:cNvSpPr/>
          <p:nvPr/>
        </p:nvSpPr>
        <p:spPr>
          <a:xfrm>
            <a:off x="1010757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AFEF5AA7-BF00-4002-9DC1-B14F89B85E7F}"/>
              </a:ext>
            </a:extLst>
          </p:cNvPr>
          <p:cNvCxnSpPr>
            <a:cxnSpLocks/>
            <a:endCxn id="54" idx="0"/>
          </p:cNvCxnSpPr>
          <p:nvPr/>
        </p:nvCxnSpPr>
        <p:spPr>
          <a:xfrm>
            <a:off x="2421333" y="3912880"/>
            <a:ext cx="2" cy="278933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B497A698-AAA1-4697-A992-583D8FA026CF}"/>
              </a:ext>
            </a:extLst>
          </p:cNvPr>
          <p:cNvCxnSpPr>
            <a:cxnSpLocks/>
            <a:stCxn id="117" idx="2"/>
            <a:endCxn id="7" idx="0"/>
          </p:cNvCxnSpPr>
          <p:nvPr/>
        </p:nvCxnSpPr>
        <p:spPr>
          <a:xfrm>
            <a:off x="3077210" y="3890866"/>
            <a:ext cx="460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9CD65602-1294-427C-9322-85B063E5441E}"/>
              </a:ext>
            </a:extLst>
          </p:cNvPr>
          <p:cNvCxnSpPr>
            <a:cxnSpLocks/>
            <a:stCxn id="127" idx="2"/>
            <a:endCxn id="9" idx="0"/>
          </p:cNvCxnSpPr>
          <p:nvPr/>
        </p:nvCxnSpPr>
        <p:spPr>
          <a:xfrm>
            <a:off x="3733086" y="3890866"/>
            <a:ext cx="919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EB83BA7F-C093-448A-80EB-BDD7F52E6008}"/>
              </a:ext>
            </a:extLst>
          </p:cNvPr>
          <p:cNvCxnSpPr>
            <a:cxnSpLocks/>
            <a:stCxn id="129" idx="2"/>
            <a:endCxn id="46" idx="0"/>
          </p:cNvCxnSpPr>
          <p:nvPr/>
        </p:nvCxnSpPr>
        <p:spPr>
          <a:xfrm>
            <a:off x="4388962" y="3890866"/>
            <a:ext cx="1378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D898C1A7-8335-435F-A4A2-74C00D17C189}"/>
              </a:ext>
            </a:extLst>
          </p:cNvPr>
          <p:cNvCxnSpPr>
            <a:cxnSpLocks/>
            <a:stCxn id="133" idx="2"/>
            <a:endCxn id="11" idx="0"/>
          </p:cNvCxnSpPr>
          <p:nvPr/>
        </p:nvCxnSpPr>
        <p:spPr>
          <a:xfrm>
            <a:off x="5044838" y="3890866"/>
            <a:ext cx="1837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9E85603A-3DCF-4399-B5AB-4BF5F84E132B}"/>
              </a:ext>
            </a:extLst>
          </p:cNvPr>
          <p:cNvCxnSpPr>
            <a:cxnSpLocks/>
            <a:stCxn id="135" idx="2"/>
            <a:endCxn id="14" idx="0"/>
          </p:cNvCxnSpPr>
          <p:nvPr/>
        </p:nvCxnSpPr>
        <p:spPr>
          <a:xfrm>
            <a:off x="5700714" y="3890866"/>
            <a:ext cx="2296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EF50CEC4-C0D6-48A7-B0A7-3C16C8D69CF1}"/>
              </a:ext>
            </a:extLst>
          </p:cNvPr>
          <p:cNvCxnSpPr>
            <a:stCxn id="137" idx="2"/>
            <a:endCxn id="47" idx="0"/>
          </p:cNvCxnSpPr>
          <p:nvPr/>
        </p:nvCxnSpPr>
        <p:spPr>
          <a:xfrm>
            <a:off x="6356590" y="3890866"/>
            <a:ext cx="2755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F018302D-CB6F-4668-831C-42AC0A08E279}"/>
              </a:ext>
            </a:extLst>
          </p:cNvPr>
          <p:cNvCxnSpPr>
            <a:cxnSpLocks/>
            <a:stCxn id="139" idx="2"/>
            <a:endCxn id="48" idx="0"/>
          </p:cNvCxnSpPr>
          <p:nvPr/>
        </p:nvCxnSpPr>
        <p:spPr>
          <a:xfrm>
            <a:off x="7012466" y="3890866"/>
            <a:ext cx="3214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6D0BBA90-CB3D-4E43-A427-D42CC79EFEB9}"/>
              </a:ext>
            </a:extLst>
          </p:cNvPr>
          <p:cNvCxnSpPr>
            <a:cxnSpLocks/>
            <a:stCxn id="152" idx="2"/>
            <a:endCxn id="52" idx="0"/>
          </p:cNvCxnSpPr>
          <p:nvPr/>
        </p:nvCxnSpPr>
        <p:spPr>
          <a:xfrm>
            <a:off x="8324218" y="3890866"/>
            <a:ext cx="4132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928A545F-FCB5-4AC4-AFC1-5C903FAD7A64}"/>
              </a:ext>
            </a:extLst>
          </p:cNvPr>
          <p:cNvCxnSpPr>
            <a:cxnSpLocks/>
            <a:stCxn id="141" idx="2"/>
            <a:endCxn id="49" idx="0"/>
          </p:cNvCxnSpPr>
          <p:nvPr/>
        </p:nvCxnSpPr>
        <p:spPr>
          <a:xfrm>
            <a:off x="7668342" y="3890866"/>
            <a:ext cx="3673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E751AF51-AE48-437A-A79B-D5C2969DADDB}"/>
              </a:ext>
            </a:extLst>
          </p:cNvPr>
          <p:cNvCxnSpPr>
            <a:cxnSpLocks/>
            <a:stCxn id="153" idx="2"/>
            <a:endCxn id="50" idx="0"/>
          </p:cNvCxnSpPr>
          <p:nvPr/>
        </p:nvCxnSpPr>
        <p:spPr>
          <a:xfrm>
            <a:off x="8980094" y="3890866"/>
            <a:ext cx="4591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C2051B2E-B67A-4978-85A0-94EA967572D3}"/>
              </a:ext>
            </a:extLst>
          </p:cNvPr>
          <p:cNvCxnSpPr>
            <a:cxnSpLocks/>
            <a:stCxn id="154" idx="2"/>
            <a:endCxn id="51" idx="0"/>
          </p:cNvCxnSpPr>
          <p:nvPr/>
        </p:nvCxnSpPr>
        <p:spPr>
          <a:xfrm>
            <a:off x="9635970" y="3890866"/>
            <a:ext cx="5050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テキスト ボックス 210">
            <a:extLst>
              <a:ext uri="{FF2B5EF4-FFF2-40B4-BE49-F238E27FC236}">
                <a16:creationId xmlns:a16="http://schemas.microsoft.com/office/drawing/2014/main" id="{38C8510F-5C51-4AC8-9248-0203A79E8455}"/>
              </a:ext>
            </a:extLst>
          </p:cNvPr>
          <p:cNvSpPr txBox="1"/>
          <p:nvPr/>
        </p:nvSpPr>
        <p:spPr>
          <a:xfrm>
            <a:off x="2231068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C4AFCFE9-1895-4933-99CC-2A2E8A8F1B93}"/>
              </a:ext>
            </a:extLst>
          </p:cNvPr>
          <p:cNvSpPr txBox="1"/>
          <p:nvPr/>
        </p:nvSpPr>
        <p:spPr>
          <a:xfrm>
            <a:off x="2904533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3" name="テキスト ボックス 212">
            <a:extLst>
              <a:ext uri="{FF2B5EF4-FFF2-40B4-BE49-F238E27FC236}">
                <a16:creationId xmlns:a16="http://schemas.microsoft.com/office/drawing/2014/main" id="{9ADCF598-BD55-41C6-8A96-2E8015890C7B}"/>
              </a:ext>
            </a:extLst>
          </p:cNvPr>
          <p:cNvSpPr txBox="1"/>
          <p:nvPr/>
        </p:nvSpPr>
        <p:spPr>
          <a:xfrm>
            <a:off x="3547101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9CA7D524-E220-45FF-B455-FDA12EC7D96A}"/>
              </a:ext>
            </a:extLst>
          </p:cNvPr>
          <p:cNvSpPr txBox="1"/>
          <p:nvPr/>
        </p:nvSpPr>
        <p:spPr>
          <a:xfrm>
            <a:off x="4204737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1C0F86AA-E88D-418A-B1CE-D5DC07398472}"/>
              </a:ext>
            </a:extLst>
          </p:cNvPr>
          <p:cNvSpPr txBox="1"/>
          <p:nvPr/>
        </p:nvSpPr>
        <p:spPr>
          <a:xfrm>
            <a:off x="4878202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7" name="テキスト ボックス 216">
            <a:extLst>
              <a:ext uri="{FF2B5EF4-FFF2-40B4-BE49-F238E27FC236}">
                <a16:creationId xmlns:a16="http://schemas.microsoft.com/office/drawing/2014/main" id="{EC34B876-7ECD-4F5C-8D7F-B1A2E0C4A189}"/>
              </a:ext>
            </a:extLst>
          </p:cNvPr>
          <p:cNvSpPr txBox="1"/>
          <p:nvPr/>
        </p:nvSpPr>
        <p:spPr>
          <a:xfrm>
            <a:off x="5520770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CB999D39-2654-40EC-8AD8-8DF70B2BB8D0}"/>
              </a:ext>
            </a:extLst>
          </p:cNvPr>
          <p:cNvSpPr txBox="1"/>
          <p:nvPr/>
        </p:nvSpPr>
        <p:spPr>
          <a:xfrm>
            <a:off x="6178406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69FF70F5-E083-410D-AF07-2443A4A133B9}"/>
              </a:ext>
            </a:extLst>
          </p:cNvPr>
          <p:cNvSpPr txBox="1"/>
          <p:nvPr/>
        </p:nvSpPr>
        <p:spPr>
          <a:xfrm>
            <a:off x="6851871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26A41C50-5EA0-43DA-A828-AF6F0CC10AD9}"/>
              </a:ext>
            </a:extLst>
          </p:cNvPr>
          <p:cNvSpPr txBox="1"/>
          <p:nvPr/>
        </p:nvSpPr>
        <p:spPr>
          <a:xfrm>
            <a:off x="7494439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1" name="テキスト ボックス 220">
            <a:extLst>
              <a:ext uri="{FF2B5EF4-FFF2-40B4-BE49-F238E27FC236}">
                <a16:creationId xmlns:a16="http://schemas.microsoft.com/office/drawing/2014/main" id="{1168B326-2444-4380-9621-7A8761475F5C}"/>
              </a:ext>
            </a:extLst>
          </p:cNvPr>
          <p:cNvSpPr txBox="1"/>
          <p:nvPr/>
        </p:nvSpPr>
        <p:spPr>
          <a:xfrm>
            <a:off x="8152075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2" name="テキスト ボックス 221">
            <a:extLst>
              <a:ext uri="{FF2B5EF4-FFF2-40B4-BE49-F238E27FC236}">
                <a16:creationId xmlns:a16="http://schemas.microsoft.com/office/drawing/2014/main" id="{78E5D7EF-FE3B-4139-A28A-01177E65B8B8}"/>
              </a:ext>
            </a:extLst>
          </p:cNvPr>
          <p:cNvSpPr txBox="1"/>
          <p:nvPr/>
        </p:nvSpPr>
        <p:spPr>
          <a:xfrm>
            <a:off x="8825540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06D00F1B-249F-43CA-87CC-DF175CC2E1B2}"/>
              </a:ext>
            </a:extLst>
          </p:cNvPr>
          <p:cNvSpPr txBox="1"/>
          <p:nvPr/>
        </p:nvSpPr>
        <p:spPr>
          <a:xfrm>
            <a:off x="9468108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4" name="テキスト ボックス 223">
            <a:extLst>
              <a:ext uri="{FF2B5EF4-FFF2-40B4-BE49-F238E27FC236}">
                <a16:creationId xmlns:a16="http://schemas.microsoft.com/office/drawing/2014/main" id="{E8B45CED-AF1A-48F4-9109-4451AABB50BB}"/>
              </a:ext>
            </a:extLst>
          </p:cNvPr>
          <p:cNvSpPr txBox="1"/>
          <p:nvPr/>
        </p:nvSpPr>
        <p:spPr>
          <a:xfrm>
            <a:off x="10125749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5" name="テキスト ボックス 224">
            <a:extLst>
              <a:ext uri="{FF2B5EF4-FFF2-40B4-BE49-F238E27FC236}">
                <a16:creationId xmlns:a16="http://schemas.microsoft.com/office/drawing/2014/main" id="{8666AC66-2277-4142-91DD-E50477C22639}"/>
              </a:ext>
            </a:extLst>
          </p:cNvPr>
          <p:cNvSpPr txBox="1"/>
          <p:nvPr/>
        </p:nvSpPr>
        <p:spPr>
          <a:xfrm>
            <a:off x="2202493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26" name="テキスト ボックス 225">
            <a:extLst>
              <a:ext uri="{FF2B5EF4-FFF2-40B4-BE49-F238E27FC236}">
                <a16:creationId xmlns:a16="http://schemas.microsoft.com/office/drawing/2014/main" id="{B25D1BE6-357A-40EC-A593-2E54273665E5}"/>
              </a:ext>
            </a:extLst>
          </p:cNvPr>
          <p:cNvSpPr txBox="1"/>
          <p:nvPr/>
        </p:nvSpPr>
        <p:spPr>
          <a:xfrm>
            <a:off x="2875958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S</a:t>
            </a:r>
            <a:endParaRPr kumimoji="1" lang="ja-JP" altLang="en-US" dirty="0"/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4F86B1C9-7691-40D7-AEB6-AE9224B9E4AF}"/>
              </a:ext>
            </a:extLst>
          </p:cNvPr>
          <p:cNvSpPr txBox="1"/>
          <p:nvPr/>
        </p:nvSpPr>
        <p:spPr>
          <a:xfrm>
            <a:off x="3518526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S</a:t>
            </a:r>
            <a:endParaRPr kumimoji="1" lang="ja-JP" altLang="en-US" dirty="0"/>
          </a:p>
        </p:txBody>
      </p:sp>
      <p:sp>
        <p:nvSpPr>
          <p:cNvPr id="228" name="テキスト ボックス 227">
            <a:extLst>
              <a:ext uri="{FF2B5EF4-FFF2-40B4-BE49-F238E27FC236}">
                <a16:creationId xmlns:a16="http://schemas.microsoft.com/office/drawing/2014/main" id="{E87BACA1-99E6-42B0-8E4F-7AF18432BB70}"/>
              </a:ext>
            </a:extLst>
          </p:cNvPr>
          <p:cNvSpPr txBox="1"/>
          <p:nvPr/>
        </p:nvSpPr>
        <p:spPr>
          <a:xfrm>
            <a:off x="4176162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29" name="テキスト ボックス 228">
            <a:extLst>
              <a:ext uri="{FF2B5EF4-FFF2-40B4-BE49-F238E27FC236}">
                <a16:creationId xmlns:a16="http://schemas.microsoft.com/office/drawing/2014/main" id="{20AB4C50-907D-4437-90B4-F9B863414A2A}"/>
              </a:ext>
            </a:extLst>
          </p:cNvPr>
          <p:cNvSpPr txBox="1"/>
          <p:nvPr/>
        </p:nvSpPr>
        <p:spPr>
          <a:xfrm>
            <a:off x="4849627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759543B9-ECBA-48C4-82C2-EF77C211543D}"/>
              </a:ext>
            </a:extLst>
          </p:cNvPr>
          <p:cNvSpPr txBox="1"/>
          <p:nvPr/>
        </p:nvSpPr>
        <p:spPr>
          <a:xfrm>
            <a:off x="5492195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1" name="テキスト ボックス 230">
            <a:extLst>
              <a:ext uri="{FF2B5EF4-FFF2-40B4-BE49-F238E27FC236}">
                <a16:creationId xmlns:a16="http://schemas.microsoft.com/office/drawing/2014/main" id="{DEED83E9-E4F1-4F95-BE32-82C6AF57746E}"/>
              </a:ext>
            </a:extLst>
          </p:cNvPr>
          <p:cNvSpPr txBox="1"/>
          <p:nvPr/>
        </p:nvSpPr>
        <p:spPr>
          <a:xfrm>
            <a:off x="6149831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2" name="テキスト ボックス 231">
            <a:extLst>
              <a:ext uri="{FF2B5EF4-FFF2-40B4-BE49-F238E27FC236}">
                <a16:creationId xmlns:a16="http://schemas.microsoft.com/office/drawing/2014/main" id="{C2E51B3F-9A30-48B2-8275-BDD6259BCD2F}"/>
              </a:ext>
            </a:extLst>
          </p:cNvPr>
          <p:cNvSpPr txBox="1"/>
          <p:nvPr/>
        </p:nvSpPr>
        <p:spPr>
          <a:xfrm>
            <a:off x="6823296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3" name="テキスト ボックス 232">
            <a:extLst>
              <a:ext uri="{FF2B5EF4-FFF2-40B4-BE49-F238E27FC236}">
                <a16:creationId xmlns:a16="http://schemas.microsoft.com/office/drawing/2014/main" id="{C84A0BD7-D93A-4EF5-A8B7-27576688FFC3}"/>
              </a:ext>
            </a:extLst>
          </p:cNvPr>
          <p:cNvSpPr txBox="1"/>
          <p:nvPr/>
        </p:nvSpPr>
        <p:spPr>
          <a:xfrm>
            <a:off x="7465864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4" name="テキスト ボックス 233">
            <a:extLst>
              <a:ext uri="{FF2B5EF4-FFF2-40B4-BE49-F238E27FC236}">
                <a16:creationId xmlns:a16="http://schemas.microsoft.com/office/drawing/2014/main" id="{3990376B-E38C-4971-AB68-758DB01DB353}"/>
              </a:ext>
            </a:extLst>
          </p:cNvPr>
          <p:cNvSpPr txBox="1"/>
          <p:nvPr/>
        </p:nvSpPr>
        <p:spPr>
          <a:xfrm>
            <a:off x="8123500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5" name="テキスト ボックス 234">
            <a:extLst>
              <a:ext uri="{FF2B5EF4-FFF2-40B4-BE49-F238E27FC236}">
                <a16:creationId xmlns:a16="http://schemas.microsoft.com/office/drawing/2014/main" id="{1B049139-7D0E-4616-B426-80022EC1F260}"/>
              </a:ext>
            </a:extLst>
          </p:cNvPr>
          <p:cNvSpPr txBox="1"/>
          <p:nvPr/>
        </p:nvSpPr>
        <p:spPr>
          <a:xfrm>
            <a:off x="8796965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6" name="テキスト ボックス 235">
            <a:extLst>
              <a:ext uri="{FF2B5EF4-FFF2-40B4-BE49-F238E27FC236}">
                <a16:creationId xmlns:a16="http://schemas.microsoft.com/office/drawing/2014/main" id="{1A16AAD2-7510-4EA5-A1CC-E64131645F4B}"/>
              </a:ext>
            </a:extLst>
          </p:cNvPr>
          <p:cNvSpPr txBox="1"/>
          <p:nvPr/>
        </p:nvSpPr>
        <p:spPr>
          <a:xfrm>
            <a:off x="9439533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7" name="テキスト ボックス 236">
            <a:extLst>
              <a:ext uri="{FF2B5EF4-FFF2-40B4-BE49-F238E27FC236}">
                <a16:creationId xmlns:a16="http://schemas.microsoft.com/office/drawing/2014/main" id="{EB48385E-8BAB-4D1D-BBE0-39216F9D997D}"/>
              </a:ext>
            </a:extLst>
          </p:cNvPr>
          <p:cNvSpPr txBox="1"/>
          <p:nvPr/>
        </p:nvSpPr>
        <p:spPr>
          <a:xfrm>
            <a:off x="10097174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8" name="テキスト ボックス 237">
            <a:extLst>
              <a:ext uri="{FF2B5EF4-FFF2-40B4-BE49-F238E27FC236}">
                <a16:creationId xmlns:a16="http://schemas.microsoft.com/office/drawing/2014/main" id="{FD58A1AB-F7FE-457C-9A13-F3176A62655E}"/>
              </a:ext>
            </a:extLst>
          </p:cNvPr>
          <p:cNvSpPr txBox="1"/>
          <p:nvPr/>
        </p:nvSpPr>
        <p:spPr>
          <a:xfrm>
            <a:off x="66681" y="3930297"/>
            <a:ext cx="1784011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/>
              <a:t>④１</a:t>
            </a:r>
            <a:r>
              <a:rPr lang="en-US" altLang="ja-JP" sz="1600" dirty="0"/>
              <a:t>Bit</a:t>
            </a:r>
            <a:r>
              <a:rPr lang="ja-JP" altLang="en-US" sz="1600" dirty="0"/>
              <a:t>左シフト</a:t>
            </a:r>
            <a:endParaRPr kumimoji="1" lang="en-US" altLang="ja-JP" sz="1600" dirty="0"/>
          </a:p>
        </p:txBody>
      </p:sp>
      <p:cxnSp>
        <p:nvCxnSpPr>
          <p:cNvPr id="239" name="直線コネクタ 238">
            <a:extLst>
              <a:ext uri="{FF2B5EF4-FFF2-40B4-BE49-F238E27FC236}">
                <a16:creationId xmlns:a16="http://schemas.microsoft.com/office/drawing/2014/main" id="{F93B7D98-D5D7-40C3-B2C5-76772AA0A638}"/>
              </a:ext>
            </a:extLst>
          </p:cNvPr>
          <p:cNvCxnSpPr>
            <a:cxnSpLocks/>
            <a:stCxn id="238" idx="0"/>
          </p:cNvCxnSpPr>
          <p:nvPr/>
        </p:nvCxnSpPr>
        <p:spPr>
          <a:xfrm flipV="1">
            <a:off x="958687" y="3677183"/>
            <a:ext cx="1294779" cy="253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テキスト ボックス 244">
            <a:extLst>
              <a:ext uri="{FF2B5EF4-FFF2-40B4-BE49-F238E27FC236}">
                <a16:creationId xmlns:a16="http://schemas.microsoft.com/office/drawing/2014/main" id="{089EDF95-2E61-4295-97A5-96D23A66E836}"/>
              </a:ext>
            </a:extLst>
          </p:cNvPr>
          <p:cNvSpPr txBox="1"/>
          <p:nvPr/>
        </p:nvSpPr>
        <p:spPr>
          <a:xfrm>
            <a:off x="2387584" y="2318063"/>
            <a:ext cx="73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定数</a:t>
            </a:r>
          </a:p>
        </p:txBody>
      </p:sp>
      <p:sp>
        <p:nvSpPr>
          <p:cNvPr id="255" name="テキスト ボックス 254">
            <a:extLst>
              <a:ext uri="{FF2B5EF4-FFF2-40B4-BE49-F238E27FC236}">
                <a16:creationId xmlns:a16="http://schemas.microsoft.com/office/drawing/2014/main" id="{0B111E50-5334-4A07-AEF5-5D25D4E06DF5}"/>
              </a:ext>
            </a:extLst>
          </p:cNvPr>
          <p:cNvSpPr txBox="1"/>
          <p:nvPr/>
        </p:nvSpPr>
        <p:spPr>
          <a:xfrm>
            <a:off x="1999304" y="1038225"/>
            <a:ext cx="1033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cxnSp>
        <p:nvCxnSpPr>
          <p:cNvPr id="260" name="コネクタ: カギ線 259">
            <a:extLst>
              <a:ext uri="{FF2B5EF4-FFF2-40B4-BE49-F238E27FC236}">
                <a16:creationId xmlns:a16="http://schemas.microsoft.com/office/drawing/2014/main" id="{623FE25D-160F-4F5A-972C-8231D43FA92E}"/>
              </a:ext>
            </a:extLst>
          </p:cNvPr>
          <p:cNvCxnSpPr/>
          <p:nvPr/>
        </p:nvCxnSpPr>
        <p:spPr>
          <a:xfrm rot="16200000" flipH="1">
            <a:off x="836130" y="3104403"/>
            <a:ext cx="2884123" cy="327397"/>
          </a:xfrm>
          <a:prstGeom prst="bentConnector3">
            <a:avLst>
              <a:gd name="adj1" fmla="val -859"/>
            </a:avLst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コネクタ: カギ線 169">
            <a:extLst>
              <a:ext uri="{FF2B5EF4-FFF2-40B4-BE49-F238E27FC236}">
                <a16:creationId xmlns:a16="http://schemas.microsoft.com/office/drawing/2014/main" id="{36A69794-B143-4515-9C96-AEB0B4B3C4CE}"/>
              </a:ext>
            </a:extLst>
          </p:cNvPr>
          <p:cNvCxnSpPr>
            <a:cxnSpLocks/>
          </p:cNvCxnSpPr>
          <p:nvPr/>
        </p:nvCxnSpPr>
        <p:spPr>
          <a:xfrm rot="5400000">
            <a:off x="9788514" y="3867827"/>
            <a:ext cx="537930" cy="475414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030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2D00817-BA29-4D99-8D6C-DED108730E1E}"/>
              </a:ext>
            </a:extLst>
          </p:cNvPr>
          <p:cNvSpPr/>
          <p:nvPr/>
        </p:nvSpPr>
        <p:spPr>
          <a:xfrm>
            <a:off x="1171301" y="4806211"/>
            <a:ext cx="10116645" cy="9945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6717F15-C310-42D4-B2B6-C14E3D1E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DDP</a:t>
            </a:r>
            <a:r>
              <a:rPr kumimoji="1" lang="ja-JP" altLang="en-US" dirty="0"/>
              <a:t>プログラムの検討</a:t>
            </a:r>
            <a:r>
              <a:rPr lang="en-US" altLang="ja-JP" dirty="0"/>
              <a:t>2</a:t>
            </a:r>
            <a:r>
              <a:rPr lang="ja-JP" altLang="en-US" dirty="0"/>
              <a:t>周目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986BD4-0732-4276-B7A2-15B1BAD53DDC}"/>
              </a:ext>
            </a:extLst>
          </p:cNvPr>
          <p:cNvSpPr/>
          <p:nvPr/>
        </p:nvSpPr>
        <p:spPr>
          <a:xfrm>
            <a:off x="1171300" y="2097539"/>
            <a:ext cx="10116645" cy="27258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論理和 6">
            <a:extLst>
              <a:ext uri="{FF2B5EF4-FFF2-40B4-BE49-F238E27FC236}">
                <a16:creationId xmlns:a16="http://schemas.microsoft.com/office/drawing/2014/main" id="{DC626FFC-D9BA-4901-892A-0E9A6F73141A}"/>
              </a:ext>
            </a:extLst>
          </p:cNvPr>
          <p:cNvSpPr/>
          <p:nvPr/>
        </p:nvSpPr>
        <p:spPr>
          <a:xfrm>
            <a:off x="289891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3CFADBF8-4EA9-4AAB-9D17-CFF224CB27A0}"/>
              </a:ext>
            </a:extLst>
          </p:cNvPr>
          <p:cNvSpPr/>
          <p:nvPr/>
        </p:nvSpPr>
        <p:spPr>
          <a:xfrm flipV="1">
            <a:off x="2171236" y="2640478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フローチャート: 論理和 8">
            <a:extLst>
              <a:ext uri="{FF2B5EF4-FFF2-40B4-BE49-F238E27FC236}">
                <a16:creationId xmlns:a16="http://schemas.microsoft.com/office/drawing/2014/main" id="{53E2ECD0-C867-4240-8C18-CF99537ADEAA}"/>
              </a:ext>
            </a:extLst>
          </p:cNvPr>
          <p:cNvSpPr/>
          <p:nvPr/>
        </p:nvSpPr>
        <p:spPr>
          <a:xfrm>
            <a:off x="355525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44B8126A-2D2E-4323-812F-B5E146684880}"/>
              </a:ext>
            </a:extLst>
          </p:cNvPr>
          <p:cNvSpPr/>
          <p:nvPr/>
        </p:nvSpPr>
        <p:spPr>
          <a:xfrm flipV="1">
            <a:off x="3483544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フローチャート: 論理和 10">
            <a:extLst>
              <a:ext uri="{FF2B5EF4-FFF2-40B4-BE49-F238E27FC236}">
                <a16:creationId xmlns:a16="http://schemas.microsoft.com/office/drawing/2014/main" id="{51A62F61-8C2D-4DA7-AA20-5458D7F1ADE9}"/>
              </a:ext>
            </a:extLst>
          </p:cNvPr>
          <p:cNvSpPr/>
          <p:nvPr/>
        </p:nvSpPr>
        <p:spPr>
          <a:xfrm>
            <a:off x="486792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C893D494-145D-4D82-9C18-0527C4A68EF8}"/>
              </a:ext>
            </a:extLst>
          </p:cNvPr>
          <p:cNvSpPr/>
          <p:nvPr/>
        </p:nvSpPr>
        <p:spPr>
          <a:xfrm flipV="1">
            <a:off x="5452006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フローチャート: 論理和 13">
            <a:extLst>
              <a:ext uri="{FF2B5EF4-FFF2-40B4-BE49-F238E27FC236}">
                <a16:creationId xmlns:a16="http://schemas.microsoft.com/office/drawing/2014/main" id="{A63991A9-E135-4EDA-BDE4-DC5B4469B5AE}"/>
              </a:ext>
            </a:extLst>
          </p:cNvPr>
          <p:cNvSpPr/>
          <p:nvPr/>
        </p:nvSpPr>
        <p:spPr>
          <a:xfrm>
            <a:off x="552425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AFCAA07E-F9F7-4BE5-A21E-F68FB059CC73}"/>
              </a:ext>
            </a:extLst>
          </p:cNvPr>
          <p:cNvSpPr/>
          <p:nvPr/>
        </p:nvSpPr>
        <p:spPr>
          <a:xfrm flipV="1">
            <a:off x="8076622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DD341B8-1DDF-4FB4-AB4C-948D06055D97}"/>
              </a:ext>
            </a:extLst>
          </p:cNvPr>
          <p:cNvCxnSpPr>
            <a:cxnSpLocks/>
          </p:cNvCxnSpPr>
          <p:nvPr/>
        </p:nvCxnSpPr>
        <p:spPr>
          <a:xfrm>
            <a:off x="2088816" y="1817956"/>
            <a:ext cx="8204211" cy="808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4B07ABF-54CE-4159-94F1-CC5EEC9E0A57}"/>
              </a:ext>
            </a:extLst>
          </p:cNvPr>
          <p:cNvCxnSpPr>
            <a:cxnSpLocks/>
          </p:cNvCxnSpPr>
          <p:nvPr/>
        </p:nvCxnSpPr>
        <p:spPr>
          <a:xfrm>
            <a:off x="2421335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6BDD8BE1-FD3E-4A59-BA1C-B9F08C90F2BD}"/>
              </a:ext>
            </a:extLst>
          </p:cNvPr>
          <p:cNvCxnSpPr>
            <a:cxnSpLocks/>
            <a:stCxn id="8" idx="0"/>
            <a:endCxn id="5" idx="0"/>
          </p:cNvCxnSpPr>
          <p:nvPr/>
        </p:nvCxnSpPr>
        <p:spPr>
          <a:xfrm flipH="1">
            <a:off x="2421334" y="2975942"/>
            <a:ext cx="1" cy="528441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2273927-9556-4A4B-BD40-834DFBB520FC}"/>
              </a:ext>
            </a:extLst>
          </p:cNvPr>
          <p:cNvSpPr txBox="1"/>
          <p:nvPr/>
        </p:nvSpPr>
        <p:spPr>
          <a:xfrm>
            <a:off x="303283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(1)</a:t>
            </a:r>
            <a:endParaRPr kumimoji="1"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A547AB0-8476-4EF2-88E9-36F51E9A6AE4}"/>
              </a:ext>
            </a:extLst>
          </p:cNvPr>
          <p:cNvSpPr txBox="1"/>
          <p:nvPr/>
        </p:nvSpPr>
        <p:spPr>
          <a:xfrm>
            <a:off x="2441890" y="2786779"/>
            <a:ext cx="578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(0)</a:t>
            </a:r>
            <a:endParaRPr kumimoji="1"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8AA101-16D1-4287-8E6D-DB015731DD70}"/>
              </a:ext>
            </a:extLst>
          </p:cNvPr>
          <p:cNvSpPr txBox="1"/>
          <p:nvPr/>
        </p:nvSpPr>
        <p:spPr>
          <a:xfrm>
            <a:off x="9687395" y="2786779"/>
            <a:ext cx="662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(11)</a:t>
            </a:r>
            <a:endParaRPr kumimoji="1" lang="ja-JP" altLang="en-US" sz="16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C542841-9D6B-4941-8522-9800606D8078}"/>
              </a:ext>
            </a:extLst>
          </p:cNvPr>
          <p:cNvSpPr txBox="1"/>
          <p:nvPr/>
        </p:nvSpPr>
        <p:spPr>
          <a:xfrm>
            <a:off x="10363058" y="2786779"/>
            <a:ext cx="657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(12)</a:t>
            </a:r>
            <a:endParaRPr kumimoji="1" lang="ja-JP" altLang="en-US" sz="16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F82F6C7-6F00-4511-80E5-51B5F9E7B49E}"/>
              </a:ext>
            </a:extLst>
          </p:cNvPr>
          <p:cNvSpPr txBox="1"/>
          <p:nvPr/>
        </p:nvSpPr>
        <p:spPr>
          <a:xfrm>
            <a:off x="1749399" y="1447833"/>
            <a:ext cx="365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S</a:t>
            </a:r>
            <a:r>
              <a:rPr lang="en-US" altLang="ja-JP" sz="1600" baseline="-25000" dirty="0"/>
              <a:t>0</a:t>
            </a:r>
            <a:endParaRPr kumimoji="1" lang="ja-JP" altLang="en-US" sz="1600" dirty="0"/>
          </a:p>
        </p:txBody>
      </p:sp>
      <p:sp>
        <p:nvSpPr>
          <p:cNvPr id="46" name="フローチャート: 論理和 45">
            <a:extLst>
              <a:ext uri="{FF2B5EF4-FFF2-40B4-BE49-F238E27FC236}">
                <a16:creationId xmlns:a16="http://schemas.microsoft.com/office/drawing/2014/main" id="{7F70FA56-D39C-4AB4-82AC-C2AC0D7F3246}"/>
              </a:ext>
            </a:extLst>
          </p:cNvPr>
          <p:cNvSpPr/>
          <p:nvPr/>
        </p:nvSpPr>
        <p:spPr>
          <a:xfrm>
            <a:off x="421158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7" name="フローチャート: 論理和 46">
            <a:extLst>
              <a:ext uri="{FF2B5EF4-FFF2-40B4-BE49-F238E27FC236}">
                <a16:creationId xmlns:a16="http://schemas.microsoft.com/office/drawing/2014/main" id="{CA5DE039-EB69-4DD6-91AF-EDEF8731921C}"/>
              </a:ext>
            </a:extLst>
          </p:cNvPr>
          <p:cNvSpPr/>
          <p:nvPr/>
        </p:nvSpPr>
        <p:spPr>
          <a:xfrm>
            <a:off x="618059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8" name="フローチャート: 論理和 47">
            <a:extLst>
              <a:ext uri="{FF2B5EF4-FFF2-40B4-BE49-F238E27FC236}">
                <a16:creationId xmlns:a16="http://schemas.microsoft.com/office/drawing/2014/main" id="{114E0D8B-DEE6-45EC-B76C-DA2B24082A6B}"/>
              </a:ext>
            </a:extLst>
          </p:cNvPr>
          <p:cNvSpPr/>
          <p:nvPr/>
        </p:nvSpPr>
        <p:spPr>
          <a:xfrm>
            <a:off x="683692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フローチャート: 論理和 48">
            <a:extLst>
              <a:ext uri="{FF2B5EF4-FFF2-40B4-BE49-F238E27FC236}">
                <a16:creationId xmlns:a16="http://schemas.microsoft.com/office/drawing/2014/main" id="{6755CD02-B8BA-40E1-80E2-5C53D31E1FC7}"/>
              </a:ext>
            </a:extLst>
          </p:cNvPr>
          <p:cNvSpPr/>
          <p:nvPr/>
        </p:nvSpPr>
        <p:spPr>
          <a:xfrm>
            <a:off x="749326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0" name="フローチャート: 論理和 49">
            <a:extLst>
              <a:ext uri="{FF2B5EF4-FFF2-40B4-BE49-F238E27FC236}">
                <a16:creationId xmlns:a16="http://schemas.microsoft.com/office/drawing/2014/main" id="{2A17616D-FCAD-457D-A5C8-1F5B388C8BFF}"/>
              </a:ext>
            </a:extLst>
          </p:cNvPr>
          <p:cNvSpPr/>
          <p:nvPr/>
        </p:nvSpPr>
        <p:spPr>
          <a:xfrm>
            <a:off x="880593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フローチャート: 論理和 50">
            <a:extLst>
              <a:ext uri="{FF2B5EF4-FFF2-40B4-BE49-F238E27FC236}">
                <a16:creationId xmlns:a16="http://schemas.microsoft.com/office/drawing/2014/main" id="{DBF25329-5802-44F2-9C62-EFF4FE32D194}"/>
              </a:ext>
            </a:extLst>
          </p:cNvPr>
          <p:cNvSpPr/>
          <p:nvPr/>
        </p:nvSpPr>
        <p:spPr>
          <a:xfrm>
            <a:off x="946226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フローチャート: 論理和 51">
            <a:extLst>
              <a:ext uri="{FF2B5EF4-FFF2-40B4-BE49-F238E27FC236}">
                <a16:creationId xmlns:a16="http://schemas.microsoft.com/office/drawing/2014/main" id="{8E382460-AF62-47F0-A154-DBD5B3E302C4}"/>
              </a:ext>
            </a:extLst>
          </p:cNvPr>
          <p:cNvSpPr/>
          <p:nvPr/>
        </p:nvSpPr>
        <p:spPr>
          <a:xfrm>
            <a:off x="814959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4" name="フローチャート: 論理和 53">
            <a:extLst>
              <a:ext uri="{FF2B5EF4-FFF2-40B4-BE49-F238E27FC236}">
                <a16:creationId xmlns:a16="http://schemas.microsoft.com/office/drawing/2014/main" id="{35E9ADBE-55B2-48E0-BC06-349F98A46196}"/>
              </a:ext>
            </a:extLst>
          </p:cNvPr>
          <p:cNvSpPr/>
          <p:nvPr/>
        </p:nvSpPr>
        <p:spPr>
          <a:xfrm>
            <a:off x="224258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6E52128D-AB53-4B09-9033-0EE6C48F3B3F}"/>
              </a:ext>
            </a:extLst>
          </p:cNvPr>
          <p:cNvSpPr/>
          <p:nvPr/>
        </p:nvSpPr>
        <p:spPr>
          <a:xfrm flipV="1">
            <a:off x="282739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E6C9541D-BD79-49AC-91F7-33501AAEA814}"/>
              </a:ext>
            </a:extLst>
          </p:cNvPr>
          <p:cNvSpPr/>
          <p:nvPr/>
        </p:nvSpPr>
        <p:spPr>
          <a:xfrm flipV="1">
            <a:off x="4139698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853059ED-6E43-4623-AF85-510A5885B646}"/>
              </a:ext>
            </a:extLst>
          </p:cNvPr>
          <p:cNvSpPr/>
          <p:nvPr/>
        </p:nvSpPr>
        <p:spPr>
          <a:xfrm flipV="1">
            <a:off x="610816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B537FDA9-4920-403A-9EA4-9EB595DE9757}"/>
              </a:ext>
            </a:extLst>
          </p:cNvPr>
          <p:cNvSpPr/>
          <p:nvPr/>
        </p:nvSpPr>
        <p:spPr>
          <a:xfrm flipV="1">
            <a:off x="938893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1EF934AA-7E96-440B-8898-4C02A9113F90}"/>
              </a:ext>
            </a:extLst>
          </p:cNvPr>
          <p:cNvSpPr/>
          <p:nvPr/>
        </p:nvSpPr>
        <p:spPr>
          <a:xfrm flipV="1">
            <a:off x="7420468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E43001A5-6855-4086-9581-20E50555C683}"/>
              </a:ext>
            </a:extLst>
          </p:cNvPr>
          <p:cNvSpPr/>
          <p:nvPr/>
        </p:nvSpPr>
        <p:spPr>
          <a:xfrm flipV="1">
            <a:off x="4795852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A15B028E-7A5B-46FC-9643-59D27D1DC6E1}"/>
              </a:ext>
            </a:extLst>
          </p:cNvPr>
          <p:cNvSpPr/>
          <p:nvPr/>
        </p:nvSpPr>
        <p:spPr>
          <a:xfrm flipV="1">
            <a:off x="6764314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792F7DA0-0166-48E2-BB73-E5B42CF14D86}"/>
              </a:ext>
            </a:extLst>
          </p:cNvPr>
          <p:cNvSpPr/>
          <p:nvPr/>
        </p:nvSpPr>
        <p:spPr>
          <a:xfrm flipV="1">
            <a:off x="8732776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4E13AE78-2F02-4BCF-AA43-3D0E8015101C}"/>
              </a:ext>
            </a:extLst>
          </p:cNvPr>
          <p:cNvSpPr/>
          <p:nvPr/>
        </p:nvSpPr>
        <p:spPr>
          <a:xfrm flipV="1">
            <a:off x="10045087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1104B582-5E87-4064-9400-322957FDB1A9}"/>
              </a:ext>
            </a:extLst>
          </p:cNvPr>
          <p:cNvCxnSpPr>
            <a:cxnSpLocks/>
            <a:stCxn id="67" idx="0"/>
            <a:endCxn id="117" idx="0"/>
          </p:cNvCxnSpPr>
          <p:nvPr/>
        </p:nvCxnSpPr>
        <p:spPr>
          <a:xfrm flipH="1">
            <a:off x="3077210" y="2964365"/>
            <a:ext cx="27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7EA1766A-1D77-4458-9261-D90CBECD80A6}"/>
              </a:ext>
            </a:extLst>
          </p:cNvPr>
          <p:cNvCxnSpPr>
            <a:cxnSpLocks/>
            <a:stCxn id="10" idx="0"/>
            <a:endCxn id="127" idx="0"/>
          </p:cNvCxnSpPr>
          <p:nvPr/>
        </p:nvCxnSpPr>
        <p:spPr>
          <a:xfrm flipH="1">
            <a:off x="3733086" y="2964365"/>
            <a:ext cx="557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1F5B152A-1B06-4008-8624-60613CBB323E}"/>
              </a:ext>
            </a:extLst>
          </p:cNvPr>
          <p:cNvCxnSpPr>
            <a:cxnSpLocks/>
            <a:stCxn id="68" idx="0"/>
            <a:endCxn id="129" idx="0"/>
          </p:cNvCxnSpPr>
          <p:nvPr/>
        </p:nvCxnSpPr>
        <p:spPr>
          <a:xfrm flipH="1">
            <a:off x="4388962" y="2964365"/>
            <a:ext cx="835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3C1DF953-B6CE-4942-AD20-ED83E31399F8}"/>
              </a:ext>
            </a:extLst>
          </p:cNvPr>
          <p:cNvCxnSpPr>
            <a:cxnSpLocks/>
            <a:stCxn id="72" idx="0"/>
            <a:endCxn id="133" idx="0"/>
          </p:cNvCxnSpPr>
          <p:nvPr/>
        </p:nvCxnSpPr>
        <p:spPr>
          <a:xfrm flipH="1">
            <a:off x="5044838" y="2964365"/>
            <a:ext cx="1113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7F06499A-22DE-4272-8132-1B1EA88C4D76}"/>
              </a:ext>
            </a:extLst>
          </p:cNvPr>
          <p:cNvCxnSpPr>
            <a:cxnSpLocks/>
            <a:stCxn id="12" idx="0"/>
            <a:endCxn id="135" idx="0"/>
          </p:cNvCxnSpPr>
          <p:nvPr/>
        </p:nvCxnSpPr>
        <p:spPr>
          <a:xfrm flipH="1">
            <a:off x="5700714" y="2964365"/>
            <a:ext cx="1391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399E29C-20E0-4614-AF69-2A1C16D678FB}"/>
              </a:ext>
            </a:extLst>
          </p:cNvPr>
          <p:cNvCxnSpPr>
            <a:cxnSpLocks/>
            <a:stCxn id="69" idx="0"/>
            <a:endCxn id="137" idx="0"/>
          </p:cNvCxnSpPr>
          <p:nvPr/>
        </p:nvCxnSpPr>
        <p:spPr>
          <a:xfrm flipH="1">
            <a:off x="6356590" y="2964365"/>
            <a:ext cx="166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6006EFED-A322-414A-9D66-A5DEF6B735A5}"/>
              </a:ext>
            </a:extLst>
          </p:cNvPr>
          <p:cNvCxnSpPr>
            <a:cxnSpLocks/>
            <a:stCxn id="73" idx="0"/>
            <a:endCxn id="139" idx="0"/>
          </p:cNvCxnSpPr>
          <p:nvPr/>
        </p:nvCxnSpPr>
        <p:spPr>
          <a:xfrm flipH="1">
            <a:off x="7012466" y="2964365"/>
            <a:ext cx="1947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B60C7448-63B8-46AC-BEF1-9D3EBE5A1AF7}"/>
              </a:ext>
            </a:extLst>
          </p:cNvPr>
          <p:cNvCxnSpPr>
            <a:cxnSpLocks/>
            <a:stCxn id="71" idx="0"/>
            <a:endCxn id="141" idx="0"/>
          </p:cNvCxnSpPr>
          <p:nvPr/>
        </p:nvCxnSpPr>
        <p:spPr>
          <a:xfrm flipH="1">
            <a:off x="7668342" y="2964365"/>
            <a:ext cx="2225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62C633CC-A726-4554-AD6B-55E1EE93D9E4}"/>
              </a:ext>
            </a:extLst>
          </p:cNvPr>
          <p:cNvCxnSpPr>
            <a:cxnSpLocks/>
            <a:stCxn id="15" idx="0"/>
            <a:endCxn id="152" idx="0"/>
          </p:cNvCxnSpPr>
          <p:nvPr/>
        </p:nvCxnSpPr>
        <p:spPr>
          <a:xfrm flipH="1">
            <a:off x="8324218" y="2964365"/>
            <a:ext cx="2503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5B715ED1-64E4-4D36-B433-10CF9F27EF0C}"/>
              </a:ext>
            </a:extLst>
          </p:cNvPr>
          <p:cNvCxnSpPr>
            <a:cxnSpLocks/>
            <a:stCxn id="74" idx="0"/>
            <a:endCxn id="153" idx="0"/>
          </p:cNvCxnSpPr>
          <p:nvPr/>
        </p:nvCxnSpPr>
        <p:spPr>
          <a:xfrm flipH="1">
            <a:off x="8980094" y="2964365"/>
            <a:ext cx="2781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AF94A68D-B4D8-4C00-ACA0-58316FC9A8B2}"/>
              </a:ext>
            </a:extLst>
          </p:cNvPr>
          <p:cNvCxnSpPr>
            <a:cxnSpLocks/>
            <a:stCxn id="70" idx="0"/>
            <a:endCxn id="154" idx="0"/>
          </p:cNvCxnSpPr>
          <p:nvPr/>
        </p:nvCxnSpPr>
        <p:spPr>
          <a:xfrm flipH="1">
            <a:off x="9635970" y="2964365"/>
            <a:ext cx="305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F081057F-B194-4321-AFA7-A3E6F3FF30FD}"/>
              </a:ext>
            </a:extLst>
          </p:cNvPr>
          <p:cNvCxnSpPr>
            <a:cxnSpLocks/>
            <a:stCxn id="76" idx="0"/>
            <a:endCxn id="167" idx="0"/>
          </p:cNvCxnSpPr>
          <p:nvPr/>
        </p:nvCxnSpPr>
        <p:spPr>
          <a:xfrm flipH="1">
            <a:off x="10291842" y="2964365"/>
            <a:ext cx="3344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0943AA03-9E91-4C05-A747-C1991DFB688E}"/>
              </a:ext>
            </a:extLst>
          </p:cNvPr>
          <p:cNvCxnSpPr>
            <a:cxnSpLocks/>
          </p:cNvCxnSpPr>
          <p:nvPr/>
        </p:nvCxnSpPr>
        <p:spPr>
          <a:xfrm flipH="1">
            <a:off x="257151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51B05726-5689-4D3C-81C2-D6E6593D930B}"/>
              </a:ext>
            </a:extLst>
          </p:cNvPr>
          <p:cNvCxnSpPr>
            <a:cxnSpLocks/>
          </p:cNvCxnSpPr>
          <p:nvPr/>
        </p:nvCxnSpPr>
        <p:spPr>
          <a:xfrm flipH="1">
            <a:off x="322784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D4470548-ACAC-47F3-A7D9-5C615885A3AB}"/>
              </a:ext>
            </a:extLst>
          </p:cNvPr>
          <p:cNvCxnSpPr>
            <a:cxnSpLocks/>
          </p:cNvCxnSpPr>
          <p:nvPr/>
        </p:nvCxnSpPr>
        <p:spPr>
          <a:xfrm flipH="1">
            <a:off x="388418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E45F219-1FB6-47D5-B0B1-03CDC8258B38}"/>
              </a:ext>
            </a:extLst>
          </p:cNvPr>
          <p:cNvCxnSpPr>
            <a:cxnSpLocks/>
          </p:cNvCxnSpPr>
          <p:nvPr/>
        </p:nvCxnSpPr>
        <p:spPr>
          <a:xfrm flipH="1">
            <a:off x="454051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42FCE108-2C43-40ED-9FA3-465A98FFC503}"/>
              </a:ext>
            </a:extLst>
          </p:cNvPr>
          <p:cNvCxnSpPr>
            <a:cxnSpLocks/>
          </p:cNvCxnSpPr>
          <p:nvPr/>
        </p:nvCxnSpPr>
        <p:spPr>
          <a:xfrm flipH="1">
            <a:off x="519685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6CA2B09E-86E3-49F7-A1D3-2A19B750A683}"/>
              </a:ext>
            </a:extLst>
          </p:cNvPr>
          <p:cNvCxnSpPr>
            <a:cxnSpLocks/>
          </p:cNvCxnSpPr>
          <p:nvPr/>
        </p:nvCxnSpPr>
        <p:spPr>
          <a:xfrm flipH="1">
            <a:off x="5881720" y="4359545"/>
            <a:ext cx="270297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F7E71ED-61EB-4E68-99F3-CC562306FF85}"/>
              </a:ext>
            </a:extLst>
          </p:cNvPr>
          <p:cNvCxnSpPr>
            <a:cxnSpLocks/>
          </p:cNvCxnSpPr>
          <p:nvPr/>
        </p:nvCxnSpPr>
        <p:spPr>
          <a:xfrm flipH="1">
            <a:off x="650952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641B6A7F-714E-4726-9CEC-F5CB78221061}"/>
              </a:ext>
            </a:extLst>
          </p:cNvPr>
          <p:cNvCxnSpPr>
            <a:cxnSpLocks/>
          </p:cNvCxnSpPr>
          <p:nvPr/>
        </p:nvCxnSpPr>
        <p:spPr>
          <a:xfrm flipH="1">
            <a:off x="716585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03F2D7D8-3513-4EAA-9D4A-D8FABCBFA15D}"/>
              </a:ext>
            </a:extLst>
          </p:cNvPr>
          <p:cNvCxnSpPr>
            <a:cxnSpLocks/>
          </p:cNvCxnSpPr>
          <p:nvPr/>
        </p:nvCxnSpPr>
        <p:spPr>
          <a:xfrm flipH="1">
            <a:off x="782219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1AAC0AE3-8F18-4E55-BE0B-CF5A07C87126}"/>
              </a:ext>
            </a:extLst>
          </p:cNvPr>
          <p:cNvCxnSpPr>
            <a:cxnSpLocks/>
          </p:cNvCxnSpPr>
          <p:nvPr/>
        </p:nvCxnSpPr>
        <p:spPr>
          <a:xfrm flipH="1">
            <a:off x="847852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C8DB66EA-CFD6-4A31-B0C7-B0AAD4619450}"/>
              </a:ext>
            </a:extLst>
          </p:cNvPr>
          <p:cNvCxnSpPr>
            <a:cxnSpLocks/>
          </p:cNvCxnSpPr>
          <p:nvPr/>
        </p:nvCxnSpPr>
        <p:spPr>
          <a:xfrm flipH="1">
            <a:off x="913486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95A54752-2836-4A25-A583-8A03F195FA6F}"/>
              </a:ext>
            </a:extLst>
          </p:cNvPr>
          <p:cNvSpPr txBox="1"/>
          <p:nvPr/>
        </p:nvSpPr>
        <p:spPr>
          <a:xfrm>
            <a:off x="368659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(2)</a:t>
            </a:r>
            <a:endParaRPr kumimoji="1" lang="ja-JP" altLang="en-US" sz="1600" dirty="0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416601A6-E672-41B0-9AA2-9B12D8A11C08}"/>
              </a:ext>
            </a:extLst>
          </p:cNvPr>
          <p:cNvSpPr txBox="1"/>
          <p:nvPr/>
        </p:nvSpPr>
        <p:spPr>
          <a:xfrm>
            <a:off x="434036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(3)</a:t>
            </a:r>
            <a:endParaRPr kumimoji="1" lang="ja-JP" altLang="en-US" sz="1600" dirty="0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676FF72-E204-4774-8CAF-98FCC2BCAE85}"/>
              </a:ext>
            </a:extLst>
          </p:cNvPr>
          <p:cNvSpPr txBox="1"/>
          <p:nvPr/>
        </p:nvSpPr>
        <p:spPr>
          <a:xfrm>
            <a:off x="499412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(4)</a:t>
            </a:r>
            <a:endParaRPr kumimoji="1" lang="ja-JP" altLang="en-US" sz="1600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72F29B3D-EE4C-4BD9-A5CB-FD8CC51C5E0A}"/>
              </a:ext>
            </a:extLst>
          </p:cNvPr>
          <p:cNvSpPr txBox="1"/>
          <p:nvPr/>
        </p:nvSpPr>
        <p:spPr>
          <a:xfrm>
            <a:off x="564789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(5)</a:t>
            </a:r>
            <a:endParaRPr kumimoji="1" lang="ja-JP" altLang="en-US" sz="1600" dirty="0"/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F648F417-2A50-4DA8-8E81-D4CE7656D1F8}"/>
              </a:ext>
            </a:extLst>
          </p:cNvPr>
          <p:cNvSpPr txBox="1"/>
          <p:nvPr/>
        </p:nvSpPr>
        <p:spPr>
          <a:xfrm>
            <a:off x="630165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(6)</a:t>
            </a:r>
            <a:endParaRPr kumimoji="1" lang="ja-JP" altLang="en-US" sz="1600" dirty="0"/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47401E32-B4C1-41F2-8A59-90B60E19B698}"/>
              </a:ext>
            </a:extLst>
          </p:cNvPr>
          <p:cNvSpPr txBox="1"/>
          <p:nvPr/>
        </p:nvSpPr>
        <p:spPr>
          <a:xfrm>
            <a:off x="695542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(7)</a:t>
            </a:r>
            <a:endParaRPr kumimoji="1" lang="ja-JP" altLang="en-US" sz="1600" dirty="0"/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D6481569-9E34-47DF-B52B-3689C0BFCC2B}"/>
              </a:ext>
            </a:extLst>
          </p:cNvPr>
          <p:cNvSpPr txBox="1"/>
          <p:nvPr/>
        </p:nvSpPr>
        <p:spPr>
          <a:xfrm>
            <a:off x="760918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(8)</a:t>
            </a:r>
            <a:endParaRPr kumimoji="1" lang="ja-JP" altLang="en-US" sz="1600" dirty="0"/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75CAE5F7-6E3C-4E23-B510-DAAACBAA8AD7}"/>
              </a:ext>
            </a:extLst>
          </p:cNvPr>
          <p:cNvSpPr txBox="1"/>
          <p:nvPr/>
        </p:nvSpPr>
        <p:spPr>
          <a:xfrm>
            <a:off x="826295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(9)</a:t>
            </a:r>
            <a:endParaRPr kumimoji="1" lang="ja-JP" altLang="en-US" sz="1600" dirty="0"/>
          </a:p>
        </p:txBody>
      </p: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EC65737D-84E9-48FB-9C2D-05CEDDA3B2E8}"/>
              </a:ext>
            </a:extLst>
          </p:cNvPr>
          <p:cNvSpPr txBox="1"/>
          <p:nvPr/>
        </p:nvSpPr>
        <p:spPr>
          <a:xfrm>
            <a:off x="8916715" y="2786779"/>
            <a:ext cx="757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(10)</a:t>
            </a:r>
            <a:endParaRPr kumimoji="1" lang="ja-JP" altLang="en-US" sz="1600" dirty="0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ABF1F041-D62C-43D5-8551-DFED65E4136D}"/>
              </a:ext>
            </a:extLst>
          </p:cNvPr>
          <p:cNvSpPr txBox="1"/>
          <p:nvPr/>
        </p:nvSpPr>
        <p:spPr>
          <a:xfrm>
            <a:off x="1256836" y="2121755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で</a:t>
            </a:r>
            <a:endParaRPr kumimoji="1" lang="en-US" altLang="ja-JP" dirty="0"/>
          </a:p>
          <a:p>
            <a:pPr algn="ctr"/>
            <a:r>
              <a:rPr lang="ja-JP" altLang="en-US" dirty="0"/>
              <a:t>計算</a:t>
            </a:r>
            <a:endParaRPr kumimoji="1" lang="ja-JP" altLang="en-US" dirty="0"/>
          </a:p>
        </p:txBody>
      </p:sp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51A2A888-50CE-43BD-9038-FC24A4739D47}"/>
              </a:ext>
            </a:extLst>
          </p:cNvPr>
          <p:cNvCxnSpPr>
            <a:cxnSpLocks/>
          </p:cNvCxnSpPr>
          <p:nvPr/>
        </p:nvCxnSpPr>
        <p:spPr>
          <a:xfrm>
            <a:off x="3077486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965A2660-4CC9-4482-B867-BEBC099F79CB}"/>
              </a:ext>
            </a:extLst>
          </p:cNvPr>
          <p:cNvCxnSpPr>
            <a:cxnSpLocks/>
          </p:cNvCxnSpPr>
          <p:nvPr/>
        </p:nvCxnSpPr>
        <p:spPr>
          <a:xfrm>
            <a:off x="3739982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4B7534D8-19B7-4C3C-85FC-7561E37F68E0}"/>
              </a:ext>
            </a:extLst>
          </p:cNvPr>
          <p:cNvCxnSpPr>
            <a:cxnSpLocks/>
          </p:cNvCxnSpPr>
          <p:nvPr/>
        </p:nvCxnSpPr>
        <p:spPr>
          <a:xfrm>
            <a:off x="439613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B21BCE4B-4A8A-46EE-9BB4-A51CAD4F041E}"/>
              </a:ext>
            </a:extLst>
          </p:cNvPr>
          <p:cNvCxnSpPr>
            <a:cxnSpLocks/>
          </p:cNvCxnSpPr>
          <p:nvPr/>
        </p:nvCxnSpPr>
        <p:spPr>
          <a:xfrm>
            <a:off x="504595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>
            <a:extLst>
              <a:ext uri="{FF2B5EF4-FFF2-40B4-BE49-F238E27FC236}">
                <a16:creationId xmlns:a16="http://schemas.microsoft.com/office/drawing/2014/main" id="{F135CE5D-75A8-4DD7-845B-D67E179A8822}"/>
              </a:ext>
            </a:extLst>
          </p:cNvPr>
          <p:cNvCxnSpPr>
            <a:cxnSpLocks/>
          </p:cNvCxnSpPr>
          <p:nvPr/>
        </p:nvCxnSpPr>
        <p:spPr>
          <a:xfrm>
            <a:off x="5702104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43533D84-2271-4660-AEB5-363F28FAF222}"/>
              </a:ext>
            </a:extLst>
          </p:cNvPr>
          <p:cNvCxnSpPr>
            <a:cxnSpLocks/>
          </p:cNvCxnSpPr>
          <p:nvPr/>
        </p:nvCxnSpPr>
        <p:spPr>
          <a:xfrm>
            <a:off x="635084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45FC9600-CA87-49A0-AD68-000A1D7FDC9C}"/>
              </a:ext>
            </a:extLst>
          </p:cNvPr>
          <p:cNvCxnSpPr>
            <a:cxnSpLocks/>
          </p:cNvCxnSpPr>
          <p:nvPr/>
        </p:nvCxnSpPr>
        <p:spPr>
          <a:xfrm>
            <a:off x="7006994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矢印コネクタ 161">
            <a:extLst>
              <a:ext uri="{FF2B5EF4-FFF2-40B4-BE49-F238E27FC236}">
                <a16:creationId xmlns:a16="http://schemas.microsoft.com/office/drawing/2014/main" id="{D334D684-7983-4808-863A-1B1E8337EFC2}"/>
              </a:ext>
            </a:extLst>
          </p:cNvPr>
          <p:cNvCxnSpPr>
            <a:cxnSpLocks/>
          </p:cNvCxnSpPr>
          <p:nvPr/>
        </p:nvCxnSpPr>
        <p:spPr>
          <a:xfrm>
            <a:off x="7669490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310AF442-5A59-4FDB-A356-22D0A838B110}"/>
              </a:ext>
            </a:extLst>
          </p:cNvPr>
          <p:cNvCxnSpPr>
            <a:cxnSpLocks/>
          </p:cNvCxnSpPr>
          <p:nvPr/>
        </p:nvCxnSpPr>
        <p:spPr>
          <a:xfrm>
            <a:off x="8325641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>
            <a:extLst>
              <a:ext uri="{FF2B5EF4-FFF2-40B4-BE49-F238E27FC236}">
                <a16:creationId xmlns:a16="http://schemas.microsoft.com/office/drawing/2014/main" id="{E76A7870-257B-4BF8-B853-F9ED5E32F0D3}"/>
              </a:ext>
            </a:extLst>
          </p:cNvPr>
          <p:cNvCxnSpPr>
            <a:cxnSpLocks/>
          </p:cNvCxnSpPr>
          <p:nvPr/>
        </p:nvCxnSpPr>
        <p:spPr>
          <a:xfrm>
            <a:off x="8975461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64">
            <a:extLst>
              <a:ext uri="{FF2B5EF4-FFF2-40B4-BE49-F238E27FC236}">
                <a16:creationId xmlns:a16="http://schemas.microsoft.com/office/drawing/2014/main" id="{71044CBA-E86B-4BD6-A6F8-163BE4F65284}"/>
              </a:ext>
            </a:extLst>
          </p:cNvPr>
          <p:cNvCxnSpPr>
            <a:cxnSpLocks/>
          </p:cNvCxnSpPr>
          <p:nvPr/>
        </p:nvCxnSpPr>
        <p:spPr>
          <a:xfrm>
            <a:off x="9631612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3F81C571-1BC3-449F-A2D8-995DB7F24AA0}"/>
              </a:ext>
            </a:extLst>
          </p:cNvPr>
          <p:cNvCxnSpPr>
            <a:cxnSpLocks/>
          </p:cNvCxnSpPr>
          <p:nvPr/>
        </p:nvCxnSpPr>
        <p:spPr>
          <a:xfrm>
            <a:off x="10293027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C8D811D-B59A-4700-A272-B77D416E3E87}"/>
              </a:ext>
            </a:extLst>
          </p:cNvPr>
          <p:cNvSpPr/>
          <p:nvPr/>
        </p:nvSpPr>
        <p:spPr>
          <a:xfrm>
            <a:off x="2505264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</a:t>
            </a: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5AA86FE7-CED5-45CA-B50D-35AD4A6BA3E6}"/>
              </a:ext>
            </a:extLst>
          </p:cNvPr>
          <p:cNvSpPr/>
          <p:nvPr/>
        </p:nvSpPr>
        <p:spPr>
          <a:xfrm>
            <a:off x="3162791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gen2</a:t>
            </a:r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63711355-4D05-4700-9EAE-BB65252ACF3A}"/>
              </a:ext>
            </a:extLst>
          </p:cNvPr>
          <p:cNvSpPr/>
          <p:nvPr/>
        </p:nvSpPr>
        <p:spPr>
          <a:xfrm>
            <a:off x="3820318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gen3</a:t>
            </a: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858F4FFF-7232-4A46-A68A-3B34705CE26E}"/>
              </a:ext>
            </a:extLst>
          </p:cNvPr>
          <p:cNvSpPr/>
          <p:nvPr/>
        </p:nvSpPr>
        <p:spPr>
          <a:xfrm>
            <a:off x="4477845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gen4</a:t>
            </a:r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39AB57BA-C5D8-4186-AEA2-1AD23C882482}"/>
              </a:ext>
            </a:extLst>
          </p:cNvPr>
          <p:cNvSpPr/>
          <p:nvPr/>
        </p:nvSpPr>
        <p:spPr>
          <a:xfrm>
            <a:off x="5135372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gen5</a:t>
            </a:r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511A173-D7A5-41A5-A3B8-DA2C835A93B1}"/>
              </a:ext>
            </a:extLst>
          </p:cNvPr>
          <p:cNvSpPr/>
          <p:nvPr/>
        </p:nvSpPr>
        <p:spPr>
          <a:xfrm>
            <a:off x="5792899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gen6</a:t>
            </a: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11B28CFF-4FEA-4AD2-8B2C-D74E744751FD}"/>
              </a:ext>
            </a:extLst>
          </p:cNvPr>
          <p:cNvSpPr/>
          <p:nvPr/>
        </p:nvSpPr>
        <p:spPr>
          <a:xfrm>
            <a:off x="6450426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gen7</a:t>
            </a:r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7AF1D1D6-80CF-4419-9BDD-6A77591D6502}"/>
              </a:ext>
            </a:extLst>
          </p:cNvPr>
          <p:cNvSpPr/>
          <p:nvPr/>
        </p:nvSpPr>
        <p:spPr>
          <a:xfrm>
            <a:off x="7107953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gen8</a:t>
            </a:r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2A887908-C914-4D28-AB5D-166E2B1E481D}"/>
              </a:ext>
            </a:extLst>
          </p:cNvPr>
          <p:cNvSpPr/>
          <p:nvPr/>
        </p:nvSpPr>
        <p:spPr>
          <a:xfrm>
            <a:off x="7765480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gen9</a:t>
            </a: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E394E589-4B7D-42FD-8CBF-CC9DE49DC1F2}"/>
              </a:ext>
            </a:extLst>
          </p:cNvPr>
          <p:cNvSpPr/>
          <p:nvPr/>
        </p:nvSpPr>
        <p:spPr>
          <a:xfrm>
            <a:off x="8423007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gen10</a:t>
            </a: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55D74CB7-D8DA-4E8D-BFB4-574A0A2E4F9E}"/>
              </a:ext>
            </a:extLst>
          </p:cNvPr>
          <p:cNvSpPr/>
          <p:nvPr/>
        </p:nvSpPr>
        <p:spPr>
          <a:xfrm>
            <a:off x="9080534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gen11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02B04145-BC87-4964-80C7-18C0C1BD588A}"/>
              </a:ext>
            </a:extLst>
          </p:cNvPr>
          <p:cNvSpPr/>
          <p:nvPr/>
        </p:nvSpPr>
        <p:spPr>
          <a:xfrm>
            <a:off x="9738065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gen12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B9F15B49-D1C9-4A07-A254-0102D77D42C6}"/>
              </a:ext>
            </a:extLst>
          </p:cNvPr>
          <p:cNvSpPr txBox="1"/>
          <p:nvPr/>
        </p:nvSpPr>
        <p:spPr>
          <a:xfrm>
            <a:off x="10545284" y="5087933"/>
            <a:ext cx="6576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出力</a:t>
            </a: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11830D91-9505-4DB2-A732-9A63860BDEFC}"/>
              </a:ext>
            </a:extLst>
          </p:cNvPr>
          <p:cNvSpPr txBox="1"/>
          <p:nvPr/>
        </p:nvSpPr>
        <p:spPr>
          <a:xfrm>
            <a:off x="3327587" y="5964197"/>
            <a:ext cx="5876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 dirty="0"/>
              <a:t>③</a:t>
            </a:r>
            <a:r>
              <a:rPr kumimoji="1" lang="en-US" altLang="ja-JP" sz="1600" dirty="0"/>
              <a:t>DDP</a:t>
            </a:r>
            <a:r>
              <a:rPr kumimoji="1" lang="ja-JP" altLang="en-US" sz="1600" dirty="0"/>
              <a:t>内で、整合チェックをする</a:t>
            </a:r>
            <a:r>
              <a:rPr lang="ja-JP" altLang="en-US" sz="1600" dirty="0"/>
              <a:t>（プログラムベース）</a:t>
            </a:r>
            <a:endParaRPr kumimoji="1" lang="en-US" altLang="ja-JP" sz="1600" dirty="0"/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78B5B0A6-3FD0-4F47-B665-1266CE4D49BA}"/>
              </a:ext>
            </a:extLst>
          </p:cNvPr>
          <p:cNvSpPr txBox="1"/>
          <p:nvPr/>
        </p:nvSpPr>
        <p:spPr>
          <a:xfrm>
            <a:off x="1256836" y="4913025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で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確認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FD7DB2-BEF7-43EE-B57E-0E366FFD052E}"/>
              </a:ext>
            </a:extLst>
          </p:cNvPr>
          <p:cNvSpPr/>
          <p:nvPr/>
        </p:nvSpPr>
        <p:spPr>
          <a:xfrm>
            <a:off x="2522561" y="4933039"/>
            <a:ext cx="1539611" cy="7339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DMEM</a:t>
            </a: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事前に</a:t>
            </a:r>
            <a:r>
              <a:rPr lang="en-US" altLang="ja-JP" sz="1400" dirty="0">
                <a:solidFill>
                  <a:schemeClr val="tx1"/>
                </a:solidFill>
              </a:rPr>
              <a:t>Python</a:t>
            </a:r>
            <a:r>
              <a:rPr lang="ja-JP" altLang="en-US" sz="1400" dirty="0">
                <a:solidFill>
                  <a:schemeClr val="tx1"/>
                </a:solidFill>
              </a:rPr>
              <a:t>で処理した結果値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10" name="直線矢印コネクタ 109">
            <a:extLst>
              <a:ext uri="{FF2B5EF4-FFF2-40B4-BE49-F238E27FC236}">
                <a16:creationId xmlns:a16="http://schemas.microsoft.com/office/drawing/2014/main" id="{E4E88BAB-1D1B-4FC1-AED6-1CF2BC84FC2C}"/>
              </a:ext>
            </a:extLst>
          </p:cNvPr>
          <p:cNvCxnSpPr>
            <a:cxnSpLocks/>
          </p:cNvCxnSpPr>
          <p:nvPr/>
        </p:nvCxnSpPr>
        <p:spPr>
          <a:xfrm>
            <a:off x="4068209" y="5300022"/>
            <a:ext cx="122784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C1E7C750-9078-46D5-9FD8-8998DF2246CB}"/>
              </a:ext>
            </a:extLst>
          </p:cNvPr>
          <p:cNvSpPr/>
          <p:nvPr/>
        </p:nvSpPr>
        <p:spPr>
          <a:xfrm>
            <a:off x="5326194" y="4933039"/>
            <a:ext cx="1539611" cy="7339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比較</a:t>
            </a: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30A83CF8-392E-4968-B845-DFA6179C1A41}"/>
              </a:ext>
            </a:extLst>
          </p:cNvPr>
          <p:cNvCxnSpPr>
            <a:cxnSpLocks/>
            <a:stCxn id="54" idx="4"/>
            <a:endCxn id="113" idx="0"/>
          </p:cNvCxnSpPr>
          <p:nvPr/>
        </p:nvCxnSpPr>
        <p:spPr>
          <a:xfrm rot="16200000" flipH="1">
            <a:off x="4055786" y="2892825"/>
            <a:ext cx="405762" cy="3674665"/>
          </a:xfrm>
          <a:prstGeom prst="bentConnector3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EB92992-2517-471E-8045-655706E90594}"/>
              </a:ext>
            </a:extLst>
          </p:cNvPr>
          <p:cNvCxnSpPr>
            <a:cxnSpLocks/>
            <a:stCxn id="113" idx="3"/>
            <a:endCxn id="24" idx="1"/>
          </p:cNvCxnSpPr>
          <p:nvPr/>
        </p:nvCxnSpPr>
        <p:spPr>
          <a:xfrm flipV="1">
            <a:off x="6865805" y="5067995"/>
            <a:ext cx="519614" cy="23202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35D827CD-50FB-49C9-A59E-7ED9432D88AA}"/>
              </a:ext>
            </a:extLst>
          </p:cNvPr>
          <p:cNvCxnSpPr>
            <a:cxnSpLocks/>
            <a:stCxn id="113" idx="3"/>
            <a:endCxn id="119" idx="1"/>
          </p:cNvCxnSpPr>
          <p:nvPr/>
        </p:nvCxnSpPr>
        <p:spPr>
          <a:xfrm>
            <a:off x="6865805" y="5300022"/>
            <a:ext cx="519613" cy="2172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E0F7A8D-D53E-403C-B345-C07BBD5A632D}"/>
              </a:ext>
            </a:extLst>
          </p:cNvPr>
          <p:cNvSpPr txBox="1"/>
          <p:nvPr/>
        </p:nvSpPr>
        <p:spPr>
          <a:xfrm>
            <a:off x="7385419" y="4883329"/>
            <a:ext cx="5003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＝ </a:t>
            </a: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41C76114-1EFF-4B67-8496-1F58481C25D2}"/>
              </a:ext>
            </a:extLst>
          </p:cNvPr>
          <p:cNvSpPr txBox="1"/>
          <p:nvPr/>
        </p:nvSpPr>
        <p:spPr>
          <a:xfrm>
            <a:off x="7385418" y="5332565"/>
            <a:ext cx="5003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≠ </a:t>
            </a: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577ADFAF-7D48-4EF0-B2DE-74E6EF1AF38F}"/>
              </a:ext>
            </a:extLst>
          </p:cNvPr>
          <p:cNvCxnSpPr>
            <a:cxnSpLocks/>
          </p:cNvCxnSpPr>
          <p:nvPr/>
        </p:nvCxnSpPr>
        <p:spPr>
          <a:xfrm>
            <a:off x="7885801" y="5067995"/>
            <a:ext cx="3906149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43057E55-4970-4455-B0D2-5DD3F2DD3E87}"/>
              </a:ext>
            </a:extLst>
          </p:cNvPr>
          <p:cNvCxnSpPr>
            <a:cxnSpLocks/>
            <a:stCxn id="119" idx="3"/>
          </p:cNvCxnSpPr>
          <p:nvPr/>
        </p:nvCxnSpPr>
        <p:spPr>
          <a:xfrm>
            <a:off x="7885801" y="5517231"/>
            <a:ext cx="3921758" cy="1436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8F637BD-A002-434F-B962-DCD499DEC6F5}"/>
              </a:ext>
            </a:extLst>
          </p:cNvPr>
          <p:cNvSpPr txBox="1"/>
          <p:nvPr/>
        </p:nvSpPr>
        <p:spPr>
          <a:xfrm>
            <a:off x="11318091" y="4710164"/>
            <a:ext cx="38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０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F9D5F51E-0760-4279-8D30-A14AFD6A5568}"/>
              </a:ext>
            </a:extLst>
          </p:cNvPr>
          <p:cNvSpPr txBox="1"/>
          <p:nvPr/>
        </p:nvSpPr>
        <p:spPr>
          <a:xfrm>
            <a:off x="11329114" y="5170908"/>
            <a:ext cx="38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C22DE4F-4224-4933-AAF5-5C2AD3878F52}"/>
              </a:ext>
            </a:extLst>
          </p:cNvPr>
          <p:cNvSpPr/>
          <p:nvPr/>
        </p:nvSpPr>
        <p:spPr>
          <a:xfrm>
            <a:off x="223706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541D76CC-06A1-4511-A4FF-FFA338B2BC7B}"/>
              </a:ext>
            </a:extLst>
          </p:cNvPr>
          <p:cNvSpPr/>
          <p:nvPr/>
        </p:nvSpPr>
        <p:spPr>
          <a:xfrm>
            <a:off x="289293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726A1F77-FEDE-4A66-A34E-5BF14AE7E1B0}"/>
              </a:ext>
            </a:extLst>
          </p:cNvPr>
          <p:cNvSpPr/>
          <p:nvPr/>
        </p:nvSpPr>
        <p:spPr>
          <a:xfrm>
            <a:off x="3548814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7CAD3744-87DE-45FB-9EF1-0B44BFF693B6}"/>
              </a:ext>
            </a:extLst>
          </p:cNvPr>
          <p:cNvSpPr/>
          <p:nvPr/>
        </p:nvSpPr>
        <p:spPr>
          <a:xfrm>
            <a:off x="420469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330168C5-4B40-4189-8F4A-BC7F0834C56C}"/>
              </a:ext>
            </a:extLst>
          </p:cNvPr>
          <p:cNvSpPr/>
          <p:nvPr/>
        </p:nvSpPr>
        <p:spPr>
          <a:xfrm>
            <a:off x="4860566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86B6BDB9-1A5E-4BC5-9645-D92546DAF041}"/>
              </a:ext>
            </a:extLst>
          </p:cNvPr>
          <p:cNvSpPr/>
          <p:nvPr/>
        </p:nvSpPr>
        <p:spPr>
          <a:xfrm>
            <a:off x="551644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CB917C31-12AC-4F15-A2B3-924AA0BB01B1}"/>
              </a:ext>
            </a:extLst>
          </p:cNvPr>
          <p:cNvSpPr/>
          <p:nvPr/>
        </p:nvSpPr>
        <p:spPr>
          <a:xfrm>
            <a:off x="617231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FEF841BB-A84D-4FFB-B275-646CF5784444}"/>
              </a:ext>
            </a:extLst>
          </p:cNvPr>
          <p:cNvSpPr/>
          <p:nvPr/>
        </p:nvSpPr>
        <p:spPr>
          <a:xfrm>
            <a:off x="6828194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98ABAD4D-54A2-4E17-A285-F547D4495413}"/>
              </a:ext>
            </a:extLst>
          </p:cNvPr>
          <p:cNvSpPr/>
          <p:nvPr/>
        </p:nvSpPr>
        <p:spPr>
          <a:xfrm>
            <a:off x="748407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FFAA4699-98E6-4790-89B6-780CCA88FFA0}"/>
              </a:ext>
            </a:extLst>
          </p:cNvPr>
          <p:cNvSpPr/>
          <p:nvPr/>
        </p:nvSpPr>
        <p:spPr>
          <a:xfrm>
            <a:off x="8139946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C1A8D430-A59B-48AA-9DB6-D79FCC3574E8}"/>
              </a:ext>
            </a:extLst>
          </p:cNvPr>
          <p:cNvSpPr/>
          <p:nvPr/>
        </p:nvSpPr>
        <p:spPr>
          <a:xfrm>
            <a:off x="879582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B9481FDC-8266-4A72-A55F-AFF6EEA76BD0}"/>
              </a:ext>
            </a:extLst>
          </p:cNvPr>
          <p:cNvSpPr/>
          <p:nvPr/>
        </p:nvSpPr>
        <p:spPr>
          <a:xfrm>
            <a:off x="945169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7B6A8EE4-D737-4DBB-A914-9E0A129EFD6F}"/>
              </a:ext>
            </a:extLst>
          </p:cNvPr>
          <p:cNvSpPr/>
          <p:nvPr/>
        </p:nvSpPr>
        <p:spPr>
          <a:xfrm>
            <a:off x="1010757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AFEF5AA7-BF00-4002-9DC1-B14F89B85E7F}"/>
              </a:ext>
            </a:extLst>
          </p:cNvPr>
          <p:cNvCxnSpPr>
            <a:cxnSpLocks/>
            <a:endCxn id="54" idx="0"/>
          </p:cNvCxnSpPr>
          <p:nvPr/>
        </p:nvCxnSpPr>
        <p:spPr>
          <a:xfrm>
            <a:off x="2421333" y="3912880"/>
            <a:ext cx="2" cy="278933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B497A698-AAA1-4697-A992-583D8FA026CF}"/>
              </a:ext>
            </a:extLst>
          </p:cNvPr>
          <p:cNvCxnSpPr>
            <a:cxnSpLocks/>
            <a:stCxn id="117" idx="2"/>
            <a:endCxn id="7" idx="0"/>
          </p:cNvCxnSpPr>
          <p:nvPr/>
        </p:nvCxnSpPr>
        <p:spPr>
          <a:xfrm>
            <a:off x="3077210" y="3890866"/>
            <a:ext cx="460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9CD65602-1294-427C-9322-85B063E5441E}"/>
              </a:ext>
            </a:extLst>
          </p:cNvPr>
          <p:cNvCxnSpPr>
            <a:cxnSpLocks/>
            <a:stCxn id="127" idx="2"/>
            <a:endCxn id="9" idx="0"/>
          </p:cNvCxnSpPr>
          <p:nvPr/>
        </p:nvCxnSpPr>
        <p:spPr>
          <a:xfrm>
            <a:off x="3733086" y="3890866"/>
            <a:ext cx="919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EB83BA7F-C093-448A-80EB-BDD7F52E6008}"/>
              </a:ext>
            </a:extLst>
          </p:cNvPr>
          <p:cNvCxnSpPr>
            <a:cxnSpLocks/>
            <a:stCxn id="129" idx="2"/>
            <a:endCxn id="46" idx="0"/>
          </p:cNvCxnSpPr>
          <p:nvPr/>
        </p:nvCxnSpPr>
        <p:spPr>
          <a:xfrm>
            <a:off x="4388962" y="3890866"/>
            <a:ext cx="1378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D898C1A7-8335-435F-A4A2-74C00D17C189}"/>
              </a:ext>
            </a:extLst>
          </p:cNvPr>
          <p:cNvCxnSpPr>
            <a:cxnSpLocks/>
            <a:stCxn id="133" idx="2"/>
            <a:endCxn id="11" idx="0"/>
          </p:cNvCxnSpPr>
          <p:nvPr/>
        </p:nvCxnSpPr>
        <p:spPr>
          <a:xfrm>
            <a:off x="5044838" y="3890866"/>
            <a:ext cx="1837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9E85603A-3DCF-4399-B5AB-4BF5F84E132B}"/>
              </a:ext>
            </a:extLst>
          </p:cNvPr>
          <p:cNvCxnSpPr>
            <a:cxnSpLocks/>
            <a:stCxn id="135" idx="2"/>
            <a:endCxn id="14" idx="0"/>
          </p:cNvCxnSpPr>
          <p:nvPr/>
        </p:nvCxnSpPr>
        <p:spPr>
          <a:xfrm>
            <a:off x="5700714" y="3890866"/>
            <a:ext cx="2296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EF50CEC4-C0D6-48A7-B0A7-3C16C8D69CF1}"/>
              </a:ext>
            </a:extLst>
          </p:cNvPr>
          <p:cNvCxnSpPr>
            <a:stCxn id="137" idx="2"/>
            <a:endCxn id="47" idx="0"/>
          </p:cNvCxnSpPr>
          <p:nvPr/>
        </p:nvCxnSpPr>
        <p:spPr>
          <a:xfrm>
            <a:off x="6356590" y="3890866"/>
            <a:ext cx="2755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F018302D-CB6F-4668-831C-42AC0A08E279}"/>
              </a:ext>
            </a:extLst>
          </p:cNvPr>
          <p:cNvCxnSpPr>
            <a:cxnSpLocks/>
            <a:stCxn id="139" idx="2"/>
            <a:endCxn id="48" idx="0"/>
          </p:cNvCxnSpPr>
          <p:nvPr/>
        </p:nvCxnSpPr>
        <p:spPr>
          <a:xfrm>
            <a:off x="7012466" y="3890866"/>
            <a:ext cx="3214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6D0BBA90-CB3D-4E43-A427-D42CC79EFEB9}"/>
              </a:ext>
            </a:extLst>
          </p:cNvPr>
          <p:cNvCxnSpPr>
            <a:cxnSpLocks/>
            <a:stCxn id="152" idx="2"/>
            <a:endCxn id="52" idx="0"/>
          </p:cNvCxnSpPr>
          <p:nvPr/>
        </p:nvCxnSpPr>
        <p:spPr>
          <a:xfrm>
            <a:off x="8324218" y="3890866"/>
            <a:ext cx="4132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928A545F-FCB5-4AC4-AFC1-5C903FAD7A64}"/>
              </a:ext>
            </a:extLst>
          </p:cNvPr>
          <p:cNvCxnSpPr>
            <a:cxnSpLocks/>
            <a:stCxn id="141" idx="2"/>
            <a:endCxn id="49" idx="0"/>
          </p:cNvCxnSpPr>
          <p:nvPr/>
        </p:nvCxnSpPr>
        <p:spPr>
          <a:xfrm>
            <a:off x="7668342" y="3890866"/>
            <a:ext cx="3673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E751AF51-AE48-437A-A79B-D5C2969DADDB}"/>
              </a:ext>
            </a:extLst>
          </p:cNvPr>
          <p:cNvCxnSpPr>
            <a:cxnSpLocks/>
            <a:stCxn id="153" idx="2"/>
            <a:endCxn id="50" idx="0"/>
          </p:cNvCxnSpPr>
          <p:nvPr/>
        </p:nvCxnSpPr>
        <p:spPr>
          <a:xfrm>
            <a:off x="8980094" y="3890866"/>
            <a:ext cx="4591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C2051B2E-B67A-4978-85A0-94EA967572D3}"/>
              </a:ext>
            </a:extLst>
          </p:cNvPr>
          <p:cNvCxnSpPr>
            <a:cxnSpLocks/>
            <a:stCxn id="154" idx="2"/>
            <a:endCxn id="51" idx="0"/>
          </p:cNvCxnSpPr>
          <p:nvPr/>
        </p:nvCxnSpPr>
        <p:spPr>
          <a:xfrm>
            <a:off x="9635970" y="3890866"/>
            <a:ext cx="5050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テキスト ボックス 210">
            <a:extLst>
              <a:ext uri="{FF2B5EF4-FFF2-40B4-BE49-F238E27FC236}">
                <a16:creationId xmlns:a16="http://schemas.microsoft.com/office/drawing/2014/main" id="{38C8510F-5C51-4AC8-9248-0203A79E8455}"/>
              </a:ext>
            </a:extLst>
          </p:cNvPr>
          <p:cNvSpPr txBox="1"/>
          <p:nvPr/>
        </p:nvSpPr>
        <p:spPr>
          <a:xfrm>
            <a:off x="2231068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C4AFCFE9-1895-4933-99CC-2A2E8A8F1B93}"/>
              </a:ext>
            </a:extLst>
          </p:cNvPr>
          <p:cNvSpPr txBox="1"/>
          <p:nvPr/>
        </p:nvSpPr>
        <p:spPr>
          <a:xfrm>
            <a:off x="2904533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3" name="テキスト ボックス 212">
            <a:extLst>
              <a:ext uri="{FF2B5EF4-FFF2-40B4-BE49-F238E27FC236}">
                <a16:creationId xmlns:a16="http://schemas.microsoft.com/office/drawing/2014/main" id="{9ADCF598-BD55-41C6-8A96-2E8015890C7B}"/>
              </a:ext>
            </a:extLst>
          </p:cNvPr>
          <p:cNvSpPr txBox="1"/>
          <p:nvPr/>
        </p:nvSpPr>
        <p:spPr>
          <a:xfrm>
            <a:off x="3547101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9CA7D524-E220-45FF-B455-FDA12EC7D96A}"/>
              </a:ext>
            </a:extLst>
          </p:cNvPr>
          <p:cNvSpPr txBox="1"/>
          <p:nvPr/>
        </p:nvSpPr>
        <p:spPr>
          <a:xfrm>
            <a:off x="4204737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1C0F86AA-E88D-418A-B1CE-D5DC07398472}"/>
              </a:ext>
            </a:extLst>
          </p:cNvPr>
          <p:cNvSpPr txBox="1"/>
          <p:nvPr/>
        </p:nvSpPr>
        <p:spPr>
          <a:xfrm>
            <a:off x="4878202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7" name="テキスト ボックス 216">
            <a:extLst>
              <a:ext uri="{FF2B5EF4-FFF2-40B4-BE49-F238E27FC236}">
                <a16:creationId xmlns:a16="http://schemas.microsoft.com/office/drawing/2014/main" id="{EC34B876-7ECD-4F5C-8D7F-B1A2E0C4A189}"/>
              </a:ext>
            </a:extLst>
          </p:cNvPr>
          <p:cNvSpPr txBox="1"/>
          <p:nvPr/>
        </p:nvSpPr>
        <p:spPr>
          <a:xfrm>
            <a:off x="5520770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CB999D39-2654-40EC-8AD8-8DF70B2BB8D0}"/>
              </a:ext>
            </a:extLst>
          </p:cNvPr>
          <p:cNvSpPr txBox="1"/>
          <p:nvPr/>
        </p:nvSpPr>
        <p:spPr>
          <a:xfrm>
            <a:off x="6178406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69FF70F5-E083-410D-AF07-2443A4A133B9}"/>
              </a:ext>
            </a:extLst>
          </p:cNvPr>
          <p:cNvSpPr txBox="1"/>
          <p:nvPr/>
        </p:nvSpPr>
        <p:spPr>
          <a:xfrm>
            <a:off x="6851871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26A41C50-5EA0-43DA-A828-AF6F0CC10AD9}"/>
              </a:ext>
            </a:extLst>
          </p:cNvPr>
          <p:cNvSpPr txBox="1"/>
          <p:nvPr/>
        </p:nvSpPr>
        <p:spPr>
          <a:xfrm>
            <a:off x="7494439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1" name="テキスト ボックス 220">
            <a:extLst>
              <a:ext uri="{FF2B5EF4-FFF2-40B4-BE49-F238E27FC236}">
                <a16:creationId xmlns:a16="http://schemas.microsoft.com/office/drawing/2014/main" id="{1168B326-2444-4380-9621-7A8761475F5C}"/>
              </a:ext>
            </a:extLst>
          </p:cNvPr>
          <p:cNvSpPr txBox="1"/>
          <p:nvPr/>
        </p:nvSpPr>
        <p:spPr>
          <a:xfrm>
            <a:off x="8152075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2" name="テキスト ボックス 221">
            <a:extLst>
              <a:ext uri="{FF2B5EF4-FFF2-40B4-BE49-F238E27FC236}">
                <a16:creationId xmlns:a16="http://schemas.microsoft.com/office/drawing/2014/main" id="{78E5D7EF-FE3B-4139-A28A-01177E65B8B8}"/>
              </a:ext>
            </a:extLst>
          </p:cNvPr>
          <p:cNvSpPr txBox="1"/>
          <p:nvPr/>
        </p:nvSpPr>
        <p:spPr>
          <a:xfrm>
            <a:off x="8825540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06D00F1B-249F-43CA-87CC-DF175CC2E1B2}"/>
              </a:ext>
            </a:extLst>
          </p:cNvPr>
          <p:cNvSpPr txBox="1"/>
          <p:nvPr/>
        </p:nvSpPr>
        <p:spPr>
          <a:xfrm>
            <a:off x="9468108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4" name="テキスト ボックス 223">
            <a:extLst>
              <a:ext uri="{FF2B5EF4-FFF2-40B4-BE49-F238E27FC236}">
                <a16:creationId xmlns:a16="http://schemas.microsoft.com/office/drawing/2014/main" id="{E8B45CED-AF1A-48F4-9109-4451AABB50BB}"/>
              </a:ext>
            </a:extLst>
          </p:cNvPr>
          <p:cNvSpPr txBox="1"/>
          <p:nvPr/>
        </p:nvSpPr>
        <p:spPr>
          <a:xfrm>
            <a:off x="10125749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5" name="テキスト ボックス 224">
            <a:extLst>
              <a:ext uri="{FF2B5EF4-FFF2-40B4-BE49-F238E27FC236}">
                <a16:creationId xmlns:a16="http://schemas.microsoft.com/office/drawing/2014/main" id="{8666AC66-2277-4142-91DD-E50477C22639}"/>
              </a:ext>
            </a:extLst>
          </p:cNvPr>
          <p:cNvSpPr txBox="1"/>
          <p:nvPr/>
        </p:nvSpPr>
        <p:spPr>
          <a:xfrm>
            <a:off x="2202493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26" name="テキスト ボックス 225">
            <a:extLst>
              <a:ext uri="{FF2B5EF4-FFF2-40B4-BE49-F238E27FC236}">
                <a16:creationId xmlns:a16="http://schemas.microsoft.com/office/drawing/2014/main" id="{B25D1BE6-357A-40EC-A593-2E54273665E5}"/>
              </a:ext>
            </a:extLst>
          </p:cNvPr>
          <p:cNvSpPr txBox="1"/>
          <p:nvPr/>
        </p:nvSpPr>
        <p:spPr>
          <a:xfrm>
            <a:off x="2875958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S</a:t>
            </a:r>
            <a:endParaRPr kumimoji="1" lang="ja-JP" altLang="en-US" dirty="0"/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4F86B1C9-7691-40D7-AEB6-AE9224B9E4AF}"/>
              </a:ext>
            </a:extLst>
          </p:cNvPr>
          <p:cNvSpPr txBox="1"/>
          <p:nvPr/>
        </p:nvSpPr>
        <p:spPr>
          <a:xfrm>
            <a:off x="3518526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S</a:t>
            </a:r>
            <a:endParaRPr kumimoji="1" lang="ja-JP" altLang="en-US" dirty="0"/>
          </a:p>
        </p:txBody>
      </p:sp>
      <p:sp>
        <p:nvSpPr>
          <p:cNvPr id="228" name="テキスト ボックス 227">
            <a:extLst>
              <a:ext uri="{FF2B5EF4-FFF2-40B4-BE49-F238E27FC236}">
                <a16:creationId xmlns:a16="http://schemas.microsoft.com/office/drawing/2014/main" id="{E87BACA1-99E6-42B0-8E4F-7AF18432BB70}"/>
              </a:ext>
            </a:extLst>
          </p:cNvPr>
          <p:cNvSpPr txBox="1"/>
          <p:nvPr/>
        </p:nvSpPr>
        <p:spPr>
          <a:xfrm>
            <a:off x="4176162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29" name="テキスト ボックス 228">
            <a:extLst>
              <a:ext uri="{FF2B5EF4-FFF2-40B4-BE49-F238E27FC236}">
                <a16:creationId xmlns:a16="http://schemas.microsoft.com/office/drawing/2014/main" id="{20AB4C50-907D-4437-90B4-F9B863414A2A}"/>
              </a:ext>
            </a:extLst>
          </p:cNvPr>
          <p:cNvSpPr txBox="1"/>
          <p:nvPr/>
        </p:nvSpPr>
        <p:spPr>
          <a:xfrm>
            <a:off x="4849627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759543B9-ECBA-48C4-82C2-EF77C211543D}"/>
              </a:ext>
            </a:extLst>
          </p:cNvPr>
          <p:cNvSpPr txBox="1"/>
          <p:nvPr/>
        </p:nvSpPr>
        <p:spPr>
          <a:xfrm>
            <a:off x="5492195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1" name="テキスト ボックス 230">
            <a:extLst>
              <a:ext uri="{FF2B5EF4-FFF2-40B4-BE49-F238E27FC236}">
                <a16:creationId xmlns:a16="http://schemas.microsoft.com/office/drawing/2014/main" id="{DEED83E9-E4F1-4F95-BE32-82C6AF57746E}"/>
              </a:ext>
            </a:extLst>
          </p:cNvPr>
          <p:cNvSpPr txBox="1"/>
          <p:nvPr/>
        </p:nvSpPr>
        <p:spPr>
          <a:xfrm>
            <a:off x="6149831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2" name="テキスト ボックス 231">
            <a:extLst>
              <a:ext uri="{FF2B5EF4-FFF2-40B4-BE49-F238E27FC236}">
                <a16:creationId xmlns:a16="http://schemas.microsoft.com/office/drawing/2014/main" id="{C2E51B3F-9A30-48B2-8275-BDD6259BCD2F}"/>
              </a:ext>
            </a:extLst>
          </p:cNvPr>
          <p:cNvSpPr txBox="1"/>
          <p:nvPr/>
        </p:nvSpPr>
        <p:spPr>
          <a:xfrm>
            <a:off x="6823296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3" name="テキスト ボックス 232">
            <a:extLst>
              <a:ext uri="{FF2B5EF4-FFF2-40B4-BE49-F238E27FC236}">
                <a16:creationId xmlns:a16="http://schemas.microsoft.com/office/drawing/2014/main" id="{C84A0BD7-D93A-4EF5-A8B7-27576688FFC3}"/>
              </a:ext>
            </a:extLst>
          </p:cNvPr>
          <p:cNvSpPr txBox="1"/>
          <p:nvPr/>
        </p:nvSpPr>
        <p:spPr>
          <a:xfrm>
            <a:off x="7465864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4" name="テキスト ボックス 233">
            <a:extLst>
              <a:ext uri="{FF2B5EF4-FFF2-40B4-BE49-F238E27FC236}">
                <a16:creationId xmlns:a16="http://schemas.microsoft.com/office/drawing/2014/main" id="{3990376B-E38C-4971-AB68-758DB01DB353}"/>
              </a:ext>
            </a:extLst>
          </p:cNvPr>
          <p:cNvSpPr txBox="1"/>
          <p:nvPr/>
        </p:nvSpPr>
        <p:spPr>
          <a:xfrm>
            <a:off x="8123500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5" name="テキスト ボックス 234">
            <a:extLst>
              <a:ext uri="{FF2B5EF4-FFF2-40B4-BE49-F238E27FC236}">
                <a16:creationId xmlns:a16="http://schemas.microsoft.com/office/drawing/2014/main" id="{1B049139-7D0E-4616-B426-80022EC1F260}"/>
              </a:ext>
            </a:extLst>
          </p:cNvPr>
          <p:cNvSpPr txBox="1"/>
          <p:nvPr/>
        </p:nvSpPr>
        <p:spPr>
          <a:xfrm>
            <a:off x="8796965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6" name="テキスト ボックス 235">
            <a:extLst>
              <a:ext uri="{FF2B5EF4-FFF2-40B4-BE49-F238E27FC236}">
                <a16:creationId xmlns:a16="http://schemas.microsoft.com/office/drawing/2014/main" id="{1A16AAD2-7510-4EA5-A1CC-E64131645F4B}"/>
              </a:ext>
            </a:extLst>
          </p:cNvPr>
          <p:cNvSpPr txBox="1"/>
          <p:nvPr/>
        </p:nvSpPr>
        <p:spPr>
          <a:xfrm>
            <a:off x="9439533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7" name="テキスト ボックス 236">
            <a:extLst>
              <a:ext uri="{FF2B5EF4-FFF2-40B4-BE49-F238E27FC236}">
                <a16:creationId xmlns:a16="http://schemas.microsoft.com/office/drawing/2014/main" id="{EB48385E-8BAB-4D1D-BBE0-39216F9D997D}"/>
              </a:ext>
            </a:extLst>
          </p:cNvPr>
          <p:cNvSpPr txBox="1"/>
          <p:nvPr/>
        </p:nvSpPr>
        <p:spPr>
          <a:xfrm>
            <a:off x="10097174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8" name="テキスト ボックス 237">
            <a:extLst>
              <a:ext uri="{FF2B5EF4-FFF2-40B4-BE49-F238E27FC236}">
                <a16:creationId xmlns:a16="http://schemas.microsoft.com/office/drawing/2014/main" id="{FD58A1AB-F7FE-457C-9A13-F3176A62655E}"/>
              </a:ext>
            </a:extLst>
          </p:cNvPr>
          <p:cNvSpPr txBox="1"/>
          <p:nvPr/>
        </p:nvSpPr>
        <p:spPr>
          <a:xfrm>
            <a:off x="66681" y="3930297"/>
            <a:ext cx="1784011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/>
              <a:t>④１</a:t>
            </a:r>
            <a:r>
              <a:rPr lang="en-US" altLang="ja-JP" sz="1600" dirty="0"/>
              <a:t>Bit</a:t>
            </a:r>
            <a:r>
              <a:rPr lang="ja-JP" altLang="en-US" sz="1600" dirty="0"/>
              <a:t>左シフト</a:t>
            </a:r>
            <a:endParaRPr kumimoji="1" lang="en-US" altLang="ja-JP" sz="1600" dirty="0"/>
          </a:p>
        </p:txBody>
      </p:sp>
      <p:cxnSp>
        <p:nvCxnSpPr>
          <p:cNvPr id="239" name="直線コネクタ 238">
            <a:extLst>
              <a:ext uri="{FF2B5EF4-FFF2-40B4-BE49-F238E27FC236}">
                <a16:creationId xmlns:a16="http://schemas.microsoft.com/office/drawing/2014/main" id="{F93B7D98-D5D7-40C3-B2C5-76772AA0A638}"/>
              </a:ext>
            </a:extLst>
          </p:cNvPr>
          <p:cNvCxnSpPr>
            <a:cxnSpLocks/>
            <a:stCxn id="238" idx="0"/>
          </p:cNvCxnSpPr>
          <p:nvPr/>
        </p:nvCxnSpPr>
        <p:spPr>
          <a:xfrm flipV="1">
            <a:off x="958687" y="3677183"/>
            <a:ext cx="1294779" cy="253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テキスト ボックス 244">
            <a:extLst>
              <a:ext uri="{FF2B5EF4-FFF2-40B4-BE49-F238E27FC236}">
                <a16:creationId xmlns:a16="http://schemas.microsoft.com/office/drawing/2014/main" id="{089EDF95-2E61-4295-97A5-96D23A66E836}"/>
              </a:ext>
            </a:extLst>
          </p:cNvPr>
          <p:cNvSpPr txBox="1"/>
          <p:nvPr/>
        </p:nvSpPr>
        <p:spPr>
          <a:xfrm>
            <a:off x="2387584" y="2318063"/>
            <a:ext cx="73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定数</a:t>
            </a:r>
          </a:p>
        </p:txBody>
      </p:sp>
      <p:sp>
        <p:nvSpPr>
          <p:cNvPr id="255" name="テキスト ボックス 254">
            <a:extLst>
              <a:ext uri="{FF2B5EF4-FFF2-40B4-BE49-F238E27FC236}">
                <a16:creationId xmlns:a16="http://schemas.microsoft.com/office/drawing/2014/main" id="{0B111E50-5334-4A07-AEF5-5D25D4E06DF5}"/>
              </a:ext>
            </a:extLst>
          </p:cNvPr>
          <p:cNvSpPr txBox="1"/>
          <p:nvPr/>
        </p:nvSpPr>
        <p:spPr>
          <a:xfrm>
            <a:off x="1999304" y="1038225"/>
            <a:ext cx="1033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cxnSp>
        <p:nvCxnSpPr>
          <p:cNvPr id="260" name="コネクタ: カギ線 259">
            <a:extLst>
              <a:ext uri="{FF2B5EF4-FFF2-40B4-BE49-F238E27FC236}">
                <a16:creationId xmlns:a16="http://schemas.microsoft.com/office/drawing/2014/main" id="{623FE25D-160F-4F5A-972C-8231D43FA92E}"/>
              </a:ext>
            </a:extLst>
          </p:cNvPr>
          <p:cNvCxnSpPr/>
          <p:nvPr/>
        </p:nvCxnSpPr>
        <p:spPr>
          <a:xfrm rot="16200000" flipH="1">
            <a:off x="836130" y="3104403"/>
            <a:ext cx="2884123" cy="327397"/>
          </a:xfrm>
          <a:prstGeom prst="bentConnector3">
            <a:avLst>
              <a:gd name="adj1" fmla="val -85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F60A4A65-9734-4ADE-8E03-BFD2AB1A0B82}"/>
              </a:ext>
            </a:extLst>
          </p:cNvPr>
          <p:cNvCxnSpPr/>
          <p:nvPr/>
        </p:nvCxnSpPr>
        <p:spPr>
          <a:xfrm rot="16200000" flipH="1">
            <a:off x="1309272" y="2591607"/>
            <a:ext cx="2573158" cy="962717"/>
          </a:xfrm>
          <a:prstGeom prst="bentConnector3">
            <a:avLst>
              <a:gd name="adj1" fmla="val 768"/>
            </a:avLst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998FE424-3B56-4AA7-A10F-E4A8D379891F}"/>
              </a:ext>
            </a:extLst>
          </p:cNvPr>
          <p:cNvCxnSpPr/>
          <p:nvPr/>
        </p:nvCxnSpPr>
        <p:spPr>
          <a:xfrm flipH="1">
            <a:off x="2421333" y="4359545"/>
            <a:ext cx="655877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D82BF9AA-7821-4A86-BB07-9424A8139EF1}"/>
              </a:ext>
            </a:extLst>
          </p:cNvPr>
          <p:cNvCxnSpPr>
            <a:cxnSpLocks/>
          </p:cNvCxnSpPr>
          <p:nvPr/>
        </p:nvCxnSpPr>
        <p:spPr>
          <a:xfrm rot="5400000">
            <a:off x="9761384" y="3879115"/>
            <a:ext cx="537930" cy="475414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56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22D00817-BA29-4D99-8D6C-DED108730E1E}"/>
              </a:ext>
            </a:extLst>
          </p:cNvPr>
          <p:cNvSpPr/>
          <p:nvPr/>
        </p:nvSpPr>
        <p:spPr>
          <a:xfrm>
            <a:off x="1171301" y="4806211"/>
            <a:ext cx="10116645" cy="9945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6717F15-C310-42D4-B2B6-C14E3D1E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DDP</a:t>
            </a:r>
            <a:r>
              <a:rPr kumimoji="1" lang="ja-JP" altLang="en-US" dirty="0"/>
              <a:t>プログラムの検討</a:t>
            </a:r>
            <a:r>
              <a:rPr kumimoji="1" lang="en-US" altLang="ja-JP" dirty="0"/>
              <a:t>3</a:t>
            </a:r>
            <a:r>
              <a:rPr lang="ja-JP" altLang="en-US" dirty="0"/>
              <a:t>周目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9986BD4-0732-4276-B7A2-15B1BAD53DDC}"/>
              </a:ext>
            </a:extLst>
          </p:cNvPr>
          <p:cNvSpPr/>
          <p:nvPr/>
        </p:nvSpPr>
        <p:spPr>
          <a:xfrm>
            <a:off x="1171300" y="2097539"/>
            <a:ext cx="10116645" cy="27258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ローチャート: 論理和 6">
            <a:extLst>
              <a:ext uri="{FF2B5EF4-FFF2-40B4-BE49-F238E27FC236}">
                <a16:creationId xmlns:a16="http://schemas.microsoft.com/office/drawing/2014/main" id="{DC626FFC-D9BA-4901-892A-0E9A6F73141A}"/>
              </a:ext>
            </a:extLst>
          </p:cNvPr>
          <p:cNvSpPr/>
          <p:nvPr/>
        </p:nvSpPr>
        <p:spPr>
          <a:xfrm>
            <a:off x="289891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3CFADBF8-4EA9-4AAB-9D17-CFF224CB27A0}"/>
              </a:ext>
            </a:extLst>
          </p:cNvPr>
          <p:cNvSpPr/>
          <p:nvPr/>
        </p:nvSpPr>
        <p:spPr>
          <a:xfrm flipV="1">
            <a:off x="2171236" y="2640478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フローチャート: 論理和 8">
            <a:extLst>
              <a:ext uri="{FF2B5EF4-FFF2-40B4-BE49-F238E27FC236}">
                <a16:creationId xmlns:a16="http://schemas.microsoft.com/office/drawing/2014/main" id="{53E2ECD0-C867-4240-8C18-CF99537ADEAA}"/>
              </a:ext>
            </a:extLst>
          </p:cNvPr>
          <p:cNvSpPr/>
          <p:nvPr/>
        </p:nvSpPr>
        <p:spPr>
          <a:xfrm>
            <a:off x="355525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二等辺三角形 9">
            <a:extLst>
              <a:ext uri="{FF2B5EF4-FFF2-40B4-BE49-F238E27FC236}">
                <a16:creationId xmlns:a16="http://schemas.microsoft.com/office/drawing/2014/main" id="{44B8126A-2D2E-4323-812F-B5E146684880}"/>
              </a:ext>
            </a:extLst>
          </p:cNvPr>
          <p:cNvSpPr/>
          <p:nvPr/>
        </p:nvSpPr>
        <p:spPr>
          <a:xfrm flipV="1">
            <a:off x="3483544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フローチャート: 論理和 10">
            <a:extLst>
              <a:ext uri="{FF2B5EF4-FFF2-40B4-BE49-F238E27FC236}">
                <a16:creationId xmlns:a16="http://schemas.microsoft.com/office/drawing/2014/main" id="{51A62F61-8C2D-4DA7-AA20-5458D7F1ADE9}"/>
              </a:ext>
            </a:extLst>
          </p:cNvPr>
          <p:cNvSpPr/>
          <p:nvPr/>
        </p:nvSpPr>
        <p:spPr>
          <a:xfrm>
            <a:off x="486792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二等辺三角形 11">
            <a:extLst>
              <a:ext uri="{FF2B5EF4-FFF2-40B4-BE49-F238E27FC236}">
                <a16:creationId xmlns:a16="http://schemas.microsoft.com/office/drawing/2014/main" id="{C893D494-145D-4D82-9C18-0527C4A68EF8}"/>
              </a:ext>
            </a:extLst>
          </p:cNvPr>
          <p:cNvSpPr/>
          <p:nvPr/>
        </p:nvSpPr>
        <p:spPr>
          <a:xfrm flipV="1">
            <a:off x="5452006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フローチャート: 論理和 13">
            <a:extLst>
              <a:ext uri="{FF2B5EF4-FFF2-40B4-BE49-F238E27FC236}">
                <a16:creationId xmlns:a16="http://schemas.microsoft.com/office/drawing/2014/main" id="{A63991A9-E135-4EDA-BDE4-DC5B4469B5AE}"/>
              </a:ext>
            </a:extLst>
          </p:cNvPr>
          <p:cNvSpPr/>
          <p:nvPr/>
        </p:nvSpPr>
        <p:spPr>
          <a:xfrm>
            <a:off x="552425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二等辺三角形 14">
            <a:extLst>
              <a:ext uri="{FF2B5EF4-FFF2-40B4-BE49-F238E27FC236}">
                <a16:creationId xmlns:a16="http://schemas.microsoft.com/office/drawing/2014/main" id="{AFCAA07E-F9F7-4BE5-A21E-F68FB059CC73}"/>
              </a:ext>
            </a:extLst>
          </p:cNvPr>
          <p:cNvSpPr/>
          <p:nvPr/>
        </p:nvSpPr>
        <p:spPr>
          <a:xfrm flipV="1">
            <a:off x="8076622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0DD341B8-1DDF-4FB4-AB4C-948D06055D97}"/>
              </a:ext>
            </a:extLst>
          </p:cNvPr>
          <p:cNvCxnSpPr>
            <a:cxnSpLocks/>
          </p:cNvCxnSpPr>
          <p:nvPr/>
        </p:nvCxnSpPr>
        <p:spPr>
          <a:xfrm>
            <a:off x="2088816" y="1817956"/>
            <a:ext cx="8204211" cy="8085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44B07ABF-54CE-4159-94F1-CC5EEC9E0A57}"/>
              </a:ext>
            </a:extLst>
          </p:cNvPr>
          <p:cNvCxnSpPr>
            <a:cxnSpLocks/>
          </p:cNvCxnSpPr>
          <p:nvPr/>
        </p:nvCxnSpPr>
        <p:spPr>
          <a:xfrm>
            <a:off x="2421335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6BDD8BE1-FD3E-4A59-BA1C-B9F08C90F2BD}"/>
              </a:ext>
            </a:extLst>
          </p:cNvPr>
          <p:cNvCxnSpPr>
            <a:cxnSpLocks/>
            <a:stCxn id="8" idx="0"/>
            <a:endCxn id="5" idx="0"/>
          </p:cNvCxnSpPr>
          <p:nvPr/>
        </p:nvCxnSpPr>
        <p:spPr>
          <a:xfrm flipH="1">
            <a:off x="2421334" y="2975942"/>
            <a:ext cx="1" cy="528441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82273927-9556-4A4B-BD40-834DFBB520FC}"/>
              </a:ext>
            </a:extLst>
          </p:cNvPr>
          <p:cNvSpPr txBox="1"/>
          <p:nvPr/>
        </p:nvSpPr>
        <p:spPr>
          <a:xfrm>
            <a:off x="303283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(1)</a:t>
            </a:r>
            <a:endParaRPr kumimoji="1" lang="ja-JP" altLang="en-US" sz="1600" dirty="0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A547AB0-8476-4EF2-88E9-36F51E9A6AE4}"/>
              </a:ext>
            </a:extLst>
          </p:cNvPr>
          <p:cNvSpPr txBox="1"/>
          <p:nvPr/>
        </p:nvSpPr>
        <p:spPr>
          <a:xfrm>
            <a:off x="2441890" y="2786779"/>
            <a:ext cx="5782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(0)</a:t>
            </a:r>
            <a:endParaRPr kumimoji="1" lang="ja-JP" altLang="en-US" sz="16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38AA101-16D1-4287-8E6D-DB015731DD70}"/>
              </a:ext>
            </a:extLst>
          </p:cNvPr>
          <p:cNvSpPr txBox="1"/>
          <p:nvPr/>
        </p:nvSpPr>
        <p:spPr>
          <a:xfrm>
            <a:off x="9687395" y="2786779"/>
            <a:ext cx="6629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(11)</a:t>
            </a:r>
            <a:endParaRPr kumimoji="1" lang="ja-JP" altLang="en-US" sz="16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C542841-9D6B-4941-8522-9800606D8078}"/>
              </a:ext>
            </a:extLst>
          </p:cNvPr>
          <p:cNvSpPr txBox="1"/>
          <p:nvPr/>
        </p:nvSpPr>
        <p:spPr>
          <a:xfrm>
            <a:off x="10363058" y="2786779"/>
            <a:ext cx="6576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(12)</a:t>
            </a:r>
            <a:endParaRPr kumimoji="1" lang="ja-JP" altLang="en-US" sz="16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F82F6C7-6F00-4511-80E5-51B5F9E7B49E}"/>
              </a:ext>
            </a:extLst>
          </p:cNvPr>
          <p:cNvSpPr txBox="1"/>
          <p:nvPr/>
        </p:nvSpPr>
        <p:spPr>
          <a:xfrm>
            <a:off x="1749399" y="1447833"/>
            <a:ext cx="365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S</a:t>
            </a:r>
            <a:r>
              <a:rPr lang="en-US" altLang="ja-JP" sz="1600" baseline="-25000" dirty="0"/>
              <a:t>0</a:t>
            </a:r>
            <a:endParaRPr kumimoji="1" lang="ja-JP" altLang="en-US" sz="1600" dirty="0"/>
          </a:p>
        </p:txBody>
      </p:sp>
      <p:sp>
        <p:nvSpPr>
          <p:cNvPr id="46" name="フローチャート: 論理和 45">
            <a:extLst>
              <a:ext uri="{FF2B5EF4-FFF2-40B4-BE49-F238E27FC236}">
                <a16:creationId xmlns:a16="http://schemas.microsoft.com/office/drawing/2014/main" id="{7F70FA56-D39C-4AB4-82AC-C2AC0D7F3246}"/>
              </a:ext>
            </a:extLst>
          </p:cNvPr>
          <p:cNvSpPr/>
          <p:nvPr/>
        </p:nvSpPr>
        <p:spPr>
          <a:xfrm>
            <a:off x="421158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7" name="フローチャート: 論理和 46">
            <a:extLst>
              <a:ext uri="{FF2B5EF4-FFF2-40B4-BE49-F238E27FC236}">
                <a16:creationId xmlns:a16="http://schemas.microsoft.com/office/drawing/2014/main" id="{CA5DE039-EB69-4DD6-91AF-EDEF8731921C}"/>
              </a:ext>
            </a:extLst>
          </p:cNvPr>
          <p:cNvSpPr/>
          <p:nvPr/>
        </p:nvSpPr>
        <p:spPr>
          <a:xfrm>
            <a:off x="618059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8" name="フローチャート: 論理和 47">
            <a:extLst>
              <a:ext uri="{FF2B5EF4-FFF2-40B4-BE49-F238E27FC236}">
                <a16:creationId xmlns:a16="http://schemas.microsoft.com/office/drawing/2014/main" id="{114E0D8B-DEE6-45EC-B76C-DA2B24082A6B}"/>
              </a:ext>
            </a:extLst>
          </p:cNvPr>
          <p:cNvSpPr/>
          <p:nvPr/>
        </p:nvSpPr>
        <p:spPr>
          <a:xfrm>
            <a:off x="683692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9" name="フローチャート: 論理和 48">
            <a:extLst>
              <a:ext uri="{FF2B5EF4-FFF2-40B4-BE49-F238E27FC236}">
                <a16:creationId xmlns:a16="http://schemas.microsoft.com/office/drawing/2014/main" id="{6755CD02-B8BA-40E1-80E2-5C53D31E1FC7}"/>
              </a:ext>
            </a:extLst>
          </p:cNvPr>
          <p:cNvSpPr/>
          <p:nvPr/>
        </p:nvSpPr>
        <p:spPr>
          <a:xfrm>
            <a:off x="749326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0" name="フローチャート: 論理和 49">
            <a:extLst>
              <a:ext uri="{FF2B5EF4-FFF2-40B4-BE49-F238E27FC236}">
                <a16:creationId xmlns:a16="http://schemas.microsoft.com/office/drawing/2014/main" id="{2A17616D-FCAD-457D-A5C8-1F5B388C8BFF}"/>
              </a:ext>
            </a:extLst>
          </p:cNvPr>
          <p:cNvSpPr/>
          <p:nvPr/>
        </p:nvSpPr>
        <p:spPr>
          <a:xfrm>
            <a:off x="880593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フローチャート: 論理和 50">
            <a:extLst>
              <a:ext uri="{FF2B5EF4-FFF2-40B4-BE49-F238E27FC236}">
                <a16:creationId xmlns:a16="http://schemas.microsoft.com/office/drawing/2014/main" id="{DBF25329-5802-44F2-9C62-EFF4FE32D194}"/>
              </a:ext>
            </a:extLst>
          </p:cNvPr>
          <p:cNvSpPr/>
          <p:nvPr/>
        </p:nvSpPr>
        <p:spPr>
          <a:xfrm>
            <a:off x="946226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フローチャート: 論理和 51">
            <a:extLst>
              <a:ext uri="{FF2B5EF4-FFF2-40B4-BE49-F238E27FC236}">
                <a16:creationId xmlns:a16="http://schemas.microsoft.com/office/drawing/2014/main" id="{8E382460-AF62-47F0-A154-DBD5B3E302C4}"/>
              </a:ext>
            </a:extLst>
          </p:cNvPr>
          <p:cNvSpPr/>
          <p:nvPr/>
        </p:nvSpPr>
        <p:spPr>
          <a:xfrm>
            <a:off x="8149597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4" name="フローチャート: 論理和 53">
            <a:extLst>
              <a:ext uri="{FF2B5EF4-FFF2-40B4-BE49-F238E27FC236}">
                <a16:creationId xmlns:a16="http://schemas.microsoft.com/office/drawing/2014/main" id="{35E9ADBE-55B2-48E0-BC06-349F98A46196}"/>
              </a:ext>
            </a:extLst>
          </p:cNvPr>
          <p:cNvSpPr/>
          <p:nvPr/>
        </p:nvSpPr>
        <p:spPr>
          <a:xfrm>
            <a:off x="2242582" y="4191813"/>
            <a:ext cx="357505" cy="33546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6E52128D-AB53-4B09-9033-0EE6C48F3B3F}"/>
              </a:ext>
            </a:extLst>
          </p:cNvPr>
          <p:cNvSpPr/>
          <p:nvPr/>
        </p:nvSpPr>
        <p:spPr>
          <a:xfrm flipV="1">
            <a:off x="282739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E6C9541D-BD79-49AC-91F7-33501AAEA814}"/>
              </a:ext>
            </a:extLst>
          </p:cNvPr>
          <p:cNvSpPr/>
          <p:nvPr/>
        </p:nvSpPr>
        <p:spPr>
          <a:xfrm flipV="1">
            <a:off x="4139698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9" name="二等辺三角形 68">
            <a:extLst>
              <a:ext uri="{FF2B5EF4-FFF2-40B4-BE49-F238E27FC236}">
                <a16:creationId xmlns:a16="http://schemas.microsoft.com/office/drawing/2014/main" id="{853059ED-6E43-4623-AF85-510A5885B646}"/>
              </a:ext>
            </a:extLst>
          </p:cNvPr>
          <p:cNvSpPr/>
          <p:nvPr/>
        </p:nvSpPr>
        <p:spPr>
          <a:xfrm flipV="1">
            <a:off x="610816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0" name="二等辺三角形 69">
            <a:extLst>
              <a:ext uri="{FF2B5EF4-FFF2-40B4-BE49-F238E27FC236}">
                <a16:creationId xmlns:a16="http://schemas.microsoft.com/office/drawing/2014/main" id="{B537FDA9-4920-403A-9EA4-9EB595DE9757}"/>
              </a:ext>
            </a:extLst>
          </p:cNvPr>
          <p:cNvSpPr/>
          <p:nvPr/>
        </p:nvSpPr>
        <p:spPr>
          <a:xfrm flipV="1">
            <a:off x="9388930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1" name="二等辺三角形 70">
            <a:extLst>
              <a:ext uri="{FF2B5EF4-FFF2-40B4-BE49-F238E27FC236}">
                <a16:creationId xmlns:a16="http://schemas.microsoft.com/office/drawing/2014/main" id="{1EF934AA-7E96-440B-8898-4C02A9113F90}"/>
              </a:ext>
            </a:extLst>
          </p:cNvPr>
          <p:cNvSpPr/>
          <p:nvPr/>
        </p:nvSpPr>
        <p:spPr>
          <a:xfrm flipV="1">
            <a:off x="7420468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2" name="二等辺三角形 71">
            <a:extLst>
              <a:ext uri="{FF2B5EF4-FFF2-40B4-BE49-F238E27FC236}">
                <a16:creationId xmlns:a16="http://schemas.microsoft.com/office/drawing/2014/main" id="{E43001A5-6855-4086-9581-20E50555C683}"/>
              </a:ext>
            </a:extLst>
          </p:cNvPr>
          <p:cNvSpPr/>
          <p:nvPr/>
        </p:nvSpPr>
        <p:spPr>
          <a:xfrm flipV="1">
            <a:off x="4795852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3" name="二等辺三角形 72">
            <a:extLst>
              <a:ext uri="{FF2B5EF4-FFF2-40B4-BE49-F238E27FC236}">
                <a16:creationId xmlns:a16="http://schemas.microsoft.com/office/drawing/2014/main" id="{A15B028E-7A5B-46FC-9643-59D27D1DC6E1}"/>
              </a:ext>
            </a:extLst>
          </p:cNvPr>
          <p:cNvSpPr/>
          <p:nvPr/>
        </p:nvSpPr>
        <p:spPr>
          <a:xfrm flipV="1">
            <a:off x="6764314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4" name="二等辺三角形 73">
            <a:extLst>
              <a:ext uri="{FF2B5EF4-FFF2-40B4-BE49-F238E27FC236}">
                <a16:creationId xmlns:a16="http://schemas.microsoft.com/office/drawing/2014/main" id="{792F7DA0-0166-48E2-BB73-E5B42CF14D86}"/>
              </a:ext>
            </a:extLst>
          </p:cNvPr>
          <p:cNvSpPr/>
          <p:nvPr/>
        </p:nvSpPr>
        <p:spPr>
          <a:xfrm flipV="1">
            <a:off x="8732776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6" name="二等辺三角形 75">
            <a:extLst>
              <a:ext uri="{FF2B5EF4-FFF2-40B4-BE49-F238E27FC236}">
                <a16:creationId xmlns:a16="http://schemas.microsoft.com/office/drawing/2014/main" id="{4E13AE78-2F02-4BCF-AA43-3D0E8015101C}"/>
              </a:ext>
            </a:extLst>
          </p:cNvPr>
          <p:cNvSpPr/>
          <p:nvPr/>
        </p:nvSpPr>
        <p:spPr>
          <a:xfrm flipV="1">
            <a:off x="10045087" y="2628901"/>
            <a:ext cx="500197" cy="335464"/>
          </a:xfrm>
          <a:prstGeom prst="triangle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1104B582-5E87-4064-9400-322957FDB1A9}"/>
              </a:ext>
            </a:extLst>
          </p:cNvPr>
          <p:cNvCxnSpPr>
            <a:cxnSpLocks/>
            <a:stCxn id="67" idx="0"/>
            <a:endCxn id="117" idx="0"/>
          </p:cNvCxnSpPr>
          <p:nvPr/>
        </p:nvCxnSpPr>
        <p:spPr>
          <a:xfrm flipH="1">
            <a:off x="3077210" y="2964365"/>
            <a:ext cx="27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7EA1766A-1D77-4458-9261-D90CBECD80A6}"/>
              </a:ext>
            </a:extLst>
          </p:cNvPr>
          <p:cNvCxnSpPr>
            <a:cxnSpLocks/>
            <a:stCxn id="10" idx="0"/>
            <a:endCxn id="127" idx="0"/>
          </p:cNvCxnSpPr>
          <p:nvPr/>
        </p:nvCxnSpPr>
        <p:spPr>
          <a:xfrm flipH="1">
            <a:off x="3733086" y="2964365"/>
            <a:ext cx="557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1F5B152A-1B06-4008-8624-60613CBB323E}"/>
              </a:ext>
            </a:extLst>
          </p:cNvPr>
          <p:cNvCxnSpPr>
            <a:cxnSpLocks/>
            <a:stCxn id="68" idx="0"/>
            <a:endCxn id="129" idx="0"/>
          </p:cNvCxnSpPr>
          <p:nvPr/>
        </p:nvCxnSpPr>
        <p:spPr>
          <a:xfrm flipH="1">
            <a:off x="4388962" y="2964365"/>
            <a:ext cx="835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3C1DF953-B6CE-4942-AD20-ED83E31399F8}"/>
              </a:ext>
            </a:extLst>
          </p:cNvPr>
          <p:cNvCxnSpPr>
            <a:cxnSpLocks/>
            <a:stCxn id="72" idx="0"/>
            <a:endCxn id="133" idx="0"/>
          </p:cNvCxnSpPr>
          <p:nvPr/>
        </p:nvCxnSpPr>
        <p:spPr>
          <a:xfrm flipH="1">
            <a:off x="5044838" y="2964365"/>
            <a:ext cx="1113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矢印コネクタ 91">
            <a:extLst>
              <a:ext uri="{FF2B5EF4-FFF2-40B4-BE49-F238E27FC236}">
                <a16:creationId xmlns:a16="http://schemas.microsoft.com/office/drawing/2014/main" id="{7F06499A-22DE-4272-8132-1B1EA88C4D76}"/>
              </a:ext>
            </a:extLst>
          </p:cNvPr>
          <p:cNvCxnSpPr>
            <a:cxnSpLocks/>
            <a:stCxn id="12" idx="0"/>
            <a:endCxn id="135" idx="0"/>
          </p:cNvCxnSpPr>
          <p:nvPr/>
        </p:nvCxnSpPr>
        <p:spPr>
          <a:xfrm flipH="1">
            <a:off x="5700714" y="2964365"/>
            <a:ext cx="1391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8399E29C-20E0-4614-AF69-2A1C16D678FB}"/>
              </a:ext>
            </a:extLst>
          </p:cNvPr>
          <p:cNvCxnSpPr>
            <a:cxnSpLocks/>
            <a:stCxn id="69" idx="0"/>
            <a:endCxn id="137" idx="0"/>
          </p:cNvCxnSpPr>
          <p:nvPr/>
        </p:nvCxnSpPr>
        <p:spPr>
          <a:xfrm flipH="1">
            <a:off x="6356590" y="2964365"/>
            <a:ext cx="166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矢印コネクタ 97">
            <a:extLst>
              <a:ext uri="{FF2B5EF4-FFF2-40B4-BE49-F238E27FC236}">
                <a16:creationId xmlns:a16="http://schemas.microsoft.com/office/drawing/2014/main" id="{6006EFED-A322-414A-9D66-A5DEF6B735A5}"/>
              </a:ext>
            </a:extLst>
          </p:cNvPr>
          <p:cNvCxnSpPr>
            <a:cxnSpLocks/>
            <a:stCxn id="73" idx="0"/>
            <a:endCxn id="139" idx="0"/>
          </p:cNvCxnSpPr>
          <p:nvPr/>
        </p:nvCxnSpPr>
        <p:spPr>
          <a:xfrm flipH="1">
            <a:off x="7012466" y="2964365"/>
            <a:ext cx="1947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B60C7448-63B8-46AC-BEF1-9D3EBE5A1AF7}"/>
              </a:ext>
            </a:extLst>
          </p:cNvPr>
          <p:cNvCxnSpPr>
            <a:cxnSpLocks/>
            <a:stCxn id="71" idx="0"/>
            <a:endCxn id="141" idx="0"/>
          </p:cNvCxnSpPr>
          <p:nvPr/>
        </p:nvCxnSpPr>
        <p:spPr>
          <a:xfrm flipH="1">
            <a:off x="7668342" y="2964365"/>
            <a:ext cx="2225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線矢印コネクタ 103">
            <a:extLst>
              <a:ext uri="{FF2B5EF4-FFF2-40B4-BE49-F238E27FC236}">
                <a16:creationId xmlns:a16="http://schemas.microsoft.com/office/drawing/2014/main" id="{62C633CC-A726-4554-AD6B-55E1EE93D9E4}"/>
              </a:ext>
            </a:extLst>
          </p:cNvPr>
          <p:cNvCxnSpPr>
            <a:cxnSpLocks/>
            <a:stCxn id="15" idx="0"/>
            <a:endCxn id="152" idx="0"/>
          </p:cNvCxnSpPr>
          <p:nvPr/>
        </p:nvCxnSpPr>
        <p:spPr>
          <a:xfrm flipH="1">
            <a:off x="8324218" y="2964365"/>
            <a:ext cx="2503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線矢印コネクタ 107">
            <a:extLst>
              <a:ext uri="{FF2B5EF4-FFF2-40B4-BE49-F238E27FC236}">
                <a16:creationId xmlns:a16="http://schemas.microsoft.com/office/drawing/2014/main" id="{5B715ED1-64E4-4D36-B433-10CF9F27EF0C}"/>
              </a:ext>
            </a:extLst>
          </p:cNvPr>
          <p:cNvCxnSpPr>
            <a:cxnSpLocks/>
            <a:stCxn id="74" idx="0"/>
            <a:endCxn id="153" idx="0"/>
          </p:cNvCxnSpPr>
          <p:nvPr/>
        </p:nvCxnSpPr>
        <p:spPr>
          <a:xfrm flipH="1">
            <a:off x="8980094" y="2964365"/>
            <a:ext cx="2781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AF94A68D-B4D8-4C00-ACA0-58316FC9A8B2}"/>
              </a:ext>
            </a:extLst>
          </p:cNvPr>
          <p:cNvCxnSpPr>
            <a:cxnSpLocks/>
            <a:stCxn id="70" idx="0"/>
            <a:endCxn id="154" idx="0"/>
          </p:cNvCxnSpPr>
          <p:nvPr/>
        </p:nvCxnSpPr>
        <p:spPr>
          <a:xfrm flipH="1">
            <a:off x="9635970" y="2964365"/>
            <a:ext cx="3059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線矢印コネクタ 113">
            <a:extLst>
              <a:ext uri="{FF2B5EF4-FFF2-40B4-BE49-F238E27FC236}">
                <a16:creationId xmlns:a16="http://schemas.microsoft.com/office/drawing/2014/main" id="{F081057F-B194-4321-AFA7-A3E6F3FF30FD}"/>
              </a:ext>
            </a:extLst>
          </p:cNvPr>
          <p:cNvCxnSpPr>
            <a:cxnSpLocks/>
            <a:stCxn id="76" idx="0"/>
            <a:endCxn id="167" idx="0"/>
          </p:cNvCxnSpPr>
          <p:nvPr/>
        </p:nvCxnSpPr>
        <p:spPr>
          <a:xfrm flipH="1">
            <a:off x="10291842" y="2964365"/>
            <a:ext cx="3344" cy="540018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線矢印コネクタ 117">
            <a:extLst>
              <a:ext uri="{FF2B5EF4-FFF2-40B4-BE49-F238E27FC236}">
                <a16:creationId xmlns:a16="http://schemas.microsoft.com/office/drawing/2014/main" id="{0943AA03-9E91-4C05-A747-C1991DFB688E}"/>
              </a:ext>
            </a:extLst>
          </p:cNvPr>
          <p:cNvCxnSpPr>
            <a:cxnSpLocks/>
          </p:cNvCxnSpPr>
          <p:nvPr/>
        </p:nvCxnSpPr>
        <p:spPr>
          <a:xfrm flipH="1">
            <a:off x="257151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線矢印コネクタ 119">
            <a:extLst>
              <a:ext uri="{FF2B5EF4-FFF2-40B4-BE49-F238E27FC236}">
                <a16:creationId xmlns:a16="http://schemas.microsoft.com/office/drawing/2014/main" id="{51B05726-5689-4D3C-81C2-D6E6593D930B}"/>
              </a:ext>
            </a:extLst>
          </p:cNvPr>
          <p:cNvCxnSpPr>
            <a:cxnSpLocks/>
          </p:cNvCxnSpPr>
          <p:nvPr/>
        </p:nvCxnSpPr>
        <p:spPr>
          <a:xfrm flipH="1">
            <a:off x="322784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矢印コネクタ 121">
            <a:extLst>
              <a:ext uri="{FF2B5EF4-FFF2-40B4-BE49-F238E27FC236}">
                <a16:creationId xmlns:a16="http://schemas.microsoft.com/office/drawing/2014/main" id="{D4470548-ACAC-47F3-A7D9-5C615885A3AB}"/>
              </a:ext>
            </a:extLst>
          </p:cNvPr>
          <p:cNvCxnSpPr>
            <a:cxnSpLocks/>
          </p:cNvCxnSpPr>
          <p:nvPr/>
        </p:nvCxnSpPr>
        <p:spPr>
          <a:xfrm flipH="1">
            <a:off x="388418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線矢印コネクタ 123">
            <a:extLst>
              <a:ext uri="{FF2B5EF4-FFF2-40B4-BE49-F238E27FC236}">
                <a16:creationId xmlns:a16="http://schemas.microsoft.com/office/drawing/2014/main" id="{6E45F219-1FB6-47D5-B0B1-03CDC8258B38}"/>
              </a:ext>
            </a:extLst>
          </p:cNvPr>
          <p:cNvCxnSpPr>
            <a:cxnSpLocks/>
          </p:cNvCxnSpPr>
          <p:nvPr/>
        </p:nvCxnSpPr>
        <p:spPr>
          <a:xfrm flipH="1">
            <a:off x="454051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線矢印コネクタ 125">
            <a:extLst>
              <a:ext uri="{FF2B5EF4-FFF2-40B4-BE49-F238E27FC236}">
                <a16:creationId xmlns:a16="http://schemas.microsoft.com/office/drawing/2014/main" id="{42FCE108-2C43-40ED-9FA3-465A98FFC503}"/>
              </a:ext>
            </a:extLst>
          </p:cNvPr>
          <p:cNvCxnSpPr>
            <a:cxnSpLocks/>
          </p:cNvCxnSpPr>
          <p:nvPr/>
        </p:nvCxnSpPr>
        <p:spPr>
          <a:xfrm flipH="1">
            <a:off x="519685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矢印コネクタ 127">
            <a:extLst>
              <a:ext uri="{FF2B5EF4-FFF2-40B4-BE49-F238E27FC236}">
                <a16:creationId xmlns:a16="http://schemas.microsoft.com/office/drawing/2014/main" id="{6CA2B09E-86E3-49F7-A1D3-2A19B750A683}"/>
              </a:ext>
            </a:extLst>
          </p:cNvPr>
          <p:cNvCxnSpPr>
            <a:cxnSpLocks/>
          </p:cNvCxnSpPr>
          <p:nvPr/>
        </p:nvCxnSpPr>
        <p:spPr>
          <a:xfrm flipH="1">
            <a:off x="5881720" y="4359545"/>
            <a:ext cx="270297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矢印コネクタ 129">
            <a:extLst>
              <a:ext uri="{FF2B5EF4-FFF2-40B4-BE49-F238E27FC236}">
                <a16:creationId xmlns:a16="http://schemas.microsoft.com/office/drawing/2014/main" id="{0F7E71ED-61EB-4E68-99F3-CC562306FF85}"/>
              </a:ext>
            </a:extLst>
          </p:cNvPr>
          <p:cNvCxnSpPr>
            <a:cxnSpLocks/>
          </p:cNvCxnSpPr>
          <p:nvPr/>
        </p:nvCxnSpPr>
        <p:spPr>
          <a:xfrm flipH="1">
            <a:off x="650952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641B6A7F-714E-4726-9CEC-F5CB78221061}"/>
              </a:ext>
            </a:extLst>
          </p:cNvPr>
          <p:cNvCxnSpPr>
            <a:cxnSpLocks/>
          </p:cNvCxnSpPr>
          <p:nvPr/>
        </p:nvCxnSpPr>
        <p:spPr>
          <a:xfrm flipH="1">
            <a:off x="716585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直線矢印コネクタ 133">
            <a:extLst>
              <a:ext uri="{FF2B5EF4-FFF2-40B4-BE49-F238E27FC236}">
                <a16:creationId xmlns:a16="http://schemas.microsoft.com/office/drawing/2014/main" id="{03F2D7D8-3513-4EAA-9D4A-D8FABCBFA15D}"/>
              </a:ext>
            </a:extLst>
          </p:cNvPr>
          <p:cNvCxnSpPr>
            <a:cxnSpLocks/>
          </p:cNvCxnSpPr>
          <p:nvPr/>
        </p:nvCxnSpPr>
        <p:spPr>
          <a:xfrm flipH="1">
            <a:off x="782219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1AAC0AE3-8F18-4E55-BE0B-CF5A07C87126}"/>
              </a:ext>
            </a:extLst>
          </p:cNvPr>
          <p:cNvCxnSpPr>
            <a:cxnSpLocks/>
          </p:cNvCxnSpPr>
          <p:nvPr/>
        </p:nvCxnSpPr>
        <p:spPr>
          <a:xfrm flipH="1">
            <a:off x="8478527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C8DB66EA-CFD6-4A31-B0C7-B0AAD4619450}"/>
              </a:ext>
            </a:extLst>
          </p:cNvPr>
          <p:cNvCxnSpPr>
            <a:cxnSpLocks/>
          </p:cNvCxnSpPr>
          <p:nvPr/>
        </p:nvCxnSpPr>
        <p:spPr>
          <a:xfrm flipH="1">
            <a:off x="9134862" y="4359545"/>
            <a:ext cx="29883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テキスト ボックス 141">
            <a:extLst>
              <a:ext uri="{FF2B5EF4-FFF2-40B4-BE49-F238E27FC236}">
                <a16:creationId xmlns:a16="http://schemas.microsoft.com/office/drawing/2014/main" id="{95A54752-2836-4A25-A583-8A03F195FA6F}"/>
              </a:ext>
            </a:extLst>
          </p:cNvPr>
          <p:cNvSpPr txBox="1"/>
          <p:nvPr/>
        </p:nvSpPr>
        <p:spPr>
          <a:xfrm>
            <a:off x="368659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(2)</a:t>
            </a:r>
            <a:endParaRPr kumimoji="1" lang="ja-JP" altLang="en-US" sz="1600" dirty="0"/>
          </a:p>
        </p:txBody>
      </p:sp>
      <p:sp>
        <p:nvSpPr>
          <p:cNvPr id="143" name="テキスト ボックス 142">
            <a:extLst>
              <a:ext uri="{FF2B5EF4-FFF2-40B4-BE49-F238E27FC236}">
                <a16:creationId xmlns:a16="http://schemas.microsoft.com/office/drawing/2014/main" id="{416601A6-E672-41B0-9AA2-9B12D8A11C08}"/>
              </a:ext>
            </a:extLst>
          </p:cNvPr>
          <p:cNvSpPr txBox="1"/>
          <p:nvPr/>
        </p:nvSpPr>
        <p:spPr>
          <a:xfrm>
            <a:off x="434036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(3)</a:t>
            </a:r>
            <a:endParaRPr kumimoji="1" lang="ja-JP" altLang="en-US" sz="1600" dirty="0"/>
          </a:p>
        </p:txBody>
      </p:sp>
      <p:sp>
        <p:nvSpPr>
          <p:cNvPr id="144" name="テキスト ボックス 143">
            <a:extLst>
              <a:ext uri="{FF2B5EF4-FFF2-40B4-BE49-F238E27FC236}">
                <a16:creationId xmlns:a16="http://schemas.microsoft.com/office/drawing/2014/main" id="{2676FF72-E204-4774-8CAF-98FCC2BCAE85}"/>
              </a:ext>
            </a:extLst>
          </p:cNvPr>
          <p:cNvSpPr txBox="1"/>
          <p:nvPr/>
        </p:nvSpPr>
        <p:spPr>
          <a:xfrm>
            <a:off x="499412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(4)</a:t>
            </a:r>
            <a:endParaRPr kumimoji="1" lang="ja-JP" altLang="en-US" sz="1600" dirty="0"/>
          </a:p>
        </p:txBody>
      </p:sp>
      <p:sp>
        <p:nvSpPr>
          <p:cNvPr id="145" name="テキスト ボックス 144">
            <a:extLst>
              <a:ext uri="{FF2B5EF4-FFF2-40B4-BE49-F238E27FC236}">
                <a16:creationId xmlns:a16="http://schemas.microsoft.com/office/drawing/2014/main" id="{72F29B3D-EE4C-4BD9-A5CB-FD8CC51C5E0A}"/>
              </a:ext>
            </a:extLst>
          </p:cNvPr>
          <p:cNvSpPr txBox="1"/>
          <p:nvPr/>
        </p:nvSpPr>
        <p:spPr>
          <a:xfrm>
            <a:off x="564789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(5)</a:t>
            </a:r>
            <a:endParaRPr kumimoji="1" lang="ja-JP" altLang="en-US" sz="1600" dirty="0"/>
          </a:p>
        </p:txBody>
      </p:sp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F648F417-2A50-4DA8-8E81-D4CE7656D1F8}"/>
              </a:ext>
            </a:extLst>
          </p:cNvPr>
          <p:cNvSpPr txBox="1"/>
          <p:nvPr/>
        </p:nvSpPr>
        <p:spPr>
          <a:xfrm>
            <a:off x="630165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(6)</a:t>
            </a:r>
            <a:endParaRPr kumimoji="1" lang="ja-JP" altLang="en-US" sz="1600" dirty="0"/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47401E32-B4C1-41F2-8A59-90B60E19B698}"/>
              </a:ext>
            </a:extLst>
          </p:cNvPr>
          <p:cNvSpPr txBox="1"/>
          <p:nvPr/>
        </p:nvSpPr>
        <p:spPr>
          <a:xfrm>
            <a:off x="695542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(7)</a:t>
            </a:r>
            <a:endParaRPr kumimoji="1" lang="ja-JP" altLang="en-US" sz="1600" dirty="0"/>
          </a:p>
        </p:txBody>
      </p:sp>
      <p:sp>
        <p:nvSpPr>
          <p:cNvPr id="148" name="テキスト ボックス 147">
            <a:extLst>
              <a:ext uri="{FF2B5EF4-FFF2-40B4-BE49-F238E27FC236}">
                <a16:creationId xmlns:a16="http://schemas.microsoft.com/office/drawing/2014/main" id="{D6481569-9E34-47DF-B52B-3689C0BFCC2B}"/>
              </a:ext>
            </a:extLst>
          </p:cNvPr>
          <p:cNvSpPr txBox="1"/>
          <p:nvPr/>
        </p:nvSpPr>
        <p:spPr>
          <a:xfrm>
            <a:off x="7609185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(8)</a:t>
            </a:r>
            <a:endParaRPr kumimoji="1" lang="ja-JP" altLang="en-US" sz="1600" dirty="0"/>
          </a:p>
        </p:txBody>
      </p:sp>
      <p:sp>
        <p:nvSpPr>
          <p:cNvPr id="149" name="テキスト ボックス 148">
            <a:extLst>
              <a:ext uri="{FF2B5EF4-FFF2-40B4-BE49-F238E27FC236}">
                <a16:creationId xmlns:a16="http://schemas.microsoft.com/office/drawing/2014/main" id="{75CAE5F7-6E3C-4E23-B510-DAAACBAA8AD7}"/>
              </a:ext>
            </a:extLst>
          </p:cNvPr>
          <p:cNvSpPr txBox="1"/>
          <p:nvPr/>
        </p:nvSpPr>
        <p:spPr>
          <a:xfrm>
            <a:off x="8262950" y="2786779"/>
            <a:ext cx="641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(9)</a:t>
            </a:r>
            <a:endParaRPr kumimoji="1" lang="ja-JP" altLang="en-US" sz="1600" dirty="0"/>
          </a:p>
        </p:txBody>
      </p:sp>
      <p:sp>
        <p:nvSpPr>
          <p:cNvPr id="150" name="テキスト ボックス 149">
            <a:extLst>
              <a:ext uri="{FF2B5EF4-FFF2-40B4-BE49-F238E27FC236}">
                <a16:creationId xmlns:a16="http://schemas.microsoft.com/office/drawing/2014/main" id="{EC65737D-84E9-48FB-9C2D-05CEDDA3B2E8}"/>
              </a:ext>
            </a:extLst>
          </p:cNvPr>
          <p:cNvSpPr txBox="1"/>
          <p:nvPr/>
        </p:nvSpPr>
        <p:spPr>
          <a:xfrm>
            <a:off x="8916715" y="2786779"/>
            <a:ext cx="757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600" dirty="0"/>
              <a:t>b</a:t>
            </a:r>
            <a:r>
              <a:rPr kumimoji="1" lang="en-US" altLang="ja-JP" sz="1600" dirty="0"/>
              <a:t>(10)</a:t>
            </a:r>
            <a:endParaRPr kumimoji="1" lang="ja-JP" altLang="en-US" sz="1600" dirty="0"/>
          </a:p>
        </p:txBody>
      </p:sp>
      <p:sp>
        <p:nvSpPr>
          <p:cNvPr id="151" name="テキスト ボックス 150">
            <a:extLst>
              <a:ext uri="{FF2B5EF4-FFF2-40B4-BE49-F238E27FC236}">
                <a16:creationId xmlns:a16="http://schemas.microsoft.com/office/drawing/2014/main" id="{ABF1F041-D62C-43D5-8551-DFED65E4136D}"/>
              </a:ext>
            </a:extLst>
          </p:cNvPr>
          <p:cNvSpPr txBox="1"/>
          <p:nvPr/>
        </p:nvSpPr>
        <p:spPr>
          <a:xfrm>
            <a:off x="1256836" y="2121755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で</a:t>
            </a:r>
            <a:endParaRPr kumimoji="1" lang="en-US" altLang="ja-JP" dirty="0"/>
          </a:p>
          <a:p>
            <a:pPr algn="ctr"/>
            <a:r>
              <a:rPr lang="ja-JP" altLang="en-US" dirty="0"/>
              <a:t>計算</a:t>
            </a:r>
            <a:endParaRPr kumimoji="1" lang="ja-JP" altLang="en-US" dirty="0"/>
          </a:p>
        </p:txBody>
      </p:sp>
      <p:cxnSp>
        <p:nvCxnSpPr>
          <p:cNvPr id="155" name="直線矢印コネクタ 154">
            <a:extLst>
              <a:ext uri="{FF2B5EF4-FFF2-40B4-BE49-F238E27FC236}">
                <a16:creationId xmlns:a16="http://schemas.microsoft.com/office/drawing/2014/main" id="{51A2A888-50CE-43BD-9038-FC24A4739D47}"/>
              </a:ext>
            </a:extLst>
          </p:cNvPr>
          <p:cNvCxnSpPr>
            <a:cxnSpLocks/>
          </p:cNvCxnSpPr>
          <p:nvPr/>
        </p:nvCxnSpPr>
        <p:spPr>
          <a:xfrm>
            <a:off x="3077486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矢印コネクタ 155">
            <a:extLst>
              <a:ext uri="{FF2B5EF4-FFF2-40B4-BE49-F238E27FC236}">
                <a16:creationId xmlns:a16="http://schemas.microsoft.com/office/drawing/2014/main" id="{965A2660-4CC9-4482-B867-BEBC099F79CB}"/>
              </a:ext>
            </a:extLst>
          </p:cNvPr>
          <p:cNvCxnSpPr>
            <a:cxnSpLocks/>
          </p:cNvCxnSpPr>
          <p:nvPr/>
        </p:nvCxnSpPr>
        <p:spPr>
          <a:xfrm>
            <a:off x="3739982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線矢印コネクタ 156">
            <a:extLst>
              <a:ext uri="{FF2B5EF4-FFF2-40B4-BE49-F238E27FC236}">
                <a16:creationId xmlns:a16="http://schemas.microsoft.com/office/drawing/2014/main" id="{4B7534D8-19B7-4C3C-85FC-7561E37F68E0}"/>
              </a:ext>
            </a:extLst>
          </p:cNvPr>
          <p:cNvCxnSpPr>
            <a:cxnSpLocks/>
          </p:cNvCxnSpPr>
          <p:nvPr/>
        </p:nvCxnSpPr>
        <p:spPr>
          <a:xfrm>
            <a:off x="439613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線矢印コネクタ 157">
            <a:extLst>
              <a:ext uri="{FF2B5EF4-FFF2-40B4-BE49-F238E27FC236}">
                <a16:creationId xmlns:a16="http://schemas.microsoft.com/office/drawing/2014/main" id="{B21BCE4B-4A8A-46EE-9BB4-A51CAD4F041E}"/>
              </a:ext>
            </a:extLst>
          </p:cNvPr>
          <p:cNvCxnSpPr>
            <a:cxnSpLocks/>
          </p:cNvCxnSpPr>
          <p:nvPr/>
        </p:nvCxnSpPr>
        <p:spPr>
          <a:xfrm>
            <a:off x="504595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線矢印コネクタ 158">
            <a:extLst>
              <a:ext uri="{FF2B5EF4-FFF2-40B4-BE49-F238E27FC236}">
                <a16:creationId xmlns:a16="http://schemas.microsoft.com/office/drawing/2014/main" id="{F135CE5D-75A8-4DD7-845B-D67E179A8822}"/>
              </a:ext>
            </a:extLst>
          </p:cNvPr>
          <p:cNvCxnSpPr>
            <a:cxnSpLocks/>
          </p:cNvCxnSpPr>
          <p:nvPr/>
        </p:nvCxnSpPr>
        <p:spPr>
          <a:xfrm>
            <a:off x="5702104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線矢印コネクタ 159">
            <a:extLst>
              <a:ext uri="{FF2B5EF4-FFF2-40B4-BE49-F238E27FC236}">
                <a16:creationId xmlns:a16="http://schemas.microsoft.com/office/drawing/2014/main" id="{43533D84-2271-4660-AEB5-363F28FAF222}"/>
              </a:ext>
            </a:extLst>
          </p:cNvPr>
          <p:cNvCxnSpPr>
            <a:cxnSpLocks/>
          </p:cNvCxnSpPr>
          <p:nvPr/>
        </p:nvCxnSpPr>
        <p:spPr>
          <a:xfrm>
            <a:off x="6350843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矢印コネクタ 160">
            <a:extLst>
              <a:ext uri="{FF2B5EF4-FFF2-40B4-BE49-F238E27FC236}">
                <a16:creationId xmlns:a16="http://schemas.microsoft.com/office/drawing/2014/main" id="{45FC9600-CA87-49A0-AD68-000A1D7FDC9C}"/>
              </a:ext>
            </a:extLst>
          </p:cNvPr>
          <p:cNvCxnSpPr>
            <a:cxnSpLocks/>
          </p:cNvCxnSpPr>
          <p:nvPr/>
        </p:nvCxnSpPr>
        <p:spPr>
          <a:xfrm>
            <a:off x="7006994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線矢印コネクタ 161">
            <a:extLst>
              <a:ext uri="{FF2B5EF4-FFF2-40B4-BE49-F238E27FC236}">
                <a16:creationId xmlns:a16="http://schemas.microsoft.com/office/drawing/2014/main" id="{D334D684-7983-4808-863A-1B1E8337EFC2}"/>
              </a:ext>
            </a:extLst>
          </p:cNvPr>
          <p:cNvCxnSpPr>
            <a:cxnSpLocks/>
          </p:cNvCxnSpPr>
          <p:nvPr/>
        </p:nvCxnSpPr>
        <p:spPr>
          <a:xfrm>
            <a:off x="7669490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線矢印コネクタ 162">
            <a:extLst>
              <a:ext uri="{FF2B5EF4-FFF2-40B4-BE49-F238E27FC236}">
                <a16:creationId xmlns:a16="http://schemas.microsoft.com/office/drawing/2014/main" id="{310AF442-5A59-4FDB-A356-22D0A838B110}"/>
              </a:ext>
            </a:extLst>
          </p:cNvPr>
          <p:cNvCxnSpPr>
            <a:cxnSpLocks/>
          </p:cNvCxnSpPr>
          <p:nvPr/>
        </p:nvCxnSpPr>
        <p:spPr>
          <a:xfrm>
            <a:off x="8325641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線矢印コネクタ 163">
            <a:extLst>
              <a:ext uri="{FF2B5EF4-FFF2-40B4-BE49-F238E27FC236}">
                <a16:creationId xmlns:a16="http://schemas.microsoft.com/office/drawing/2014/main" id="{E76A7870-257B-4BF8-B853-F9ED5E32F0D3}"/>
              </a:ext>
            </a:extLst>
          </p:cNvPr>
          <p:cNvCxnSpPr>
            <a:cxnSpLocks/>
          </p:cNvCxnSpPr>
          <p:nvPr/>
        </p:nvCxnSpPr>
        <p:spPr>
          <a:xfrm>
            <a:off x="8975461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線矢印コネクタ 164">
            <a:extLst>
              <a:ext uri="{FF2B5EF4-FFF2-40B4-BE49-F238E27FC236}">
                <a16:creationId xmlns:a16="http://schemas.microsoft.com/office/drawing/2014/main" id="{71044CBA-E86B-4BD6-A6F8-163BE4F65284}"/>
              </a:ext>
            </a:extLst>
          </p:cNvPr>
          <p:cNvCxnSpPr>
            <a:cxnSpLocks/>
          </p:cNvCxnSpPr>
          <p:nvPr/>
        </p:nvCxnSpPr>
        <p:spPr>
          <a:xfrm>
            <a:off x="9631612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3F81C571-1BC3-449F-A2D8-995DB7F24AA0}"/>
              </a:ext>
            </a:extLst>
          </p:cNvPr>
          <p:cNvCxnSpPr>
            <a:cxnSpLocks/>
          </p:cNvCxnSpPr>
          <p:nvPr/>
        </p:nvCxnSpPr>
        <p:spPr>
          <a:xfrm>
            <a:off x="10293027" y="1826041"/>
            <a:ext cx="1" cy="805104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C8D811D-B59A-4700-A272-B77D416E3E87}"/>
              </a:ext>
            </a:extLst>
          </p:cNvPr>
          <p:cNvSpPr/>
          <p:nvPr/>
        </p:nvSpPr>
        <p:spPr>
          <a:xfrm>
            <a:off x="2505264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</a:t>
            </a:r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5AA86FE7-CED5-45CA-B50D-35AD4A6BA3E6}"/>
              </a:ext>
            </a:extLst>
          </p:cNvPr>
          <p:cNvSpPr/>
          <p:nvPr/>
        </p:nvSpPr>
        <p:spPr>
          <a:xfrm>
            <a:off x="3162791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gen2</a:t>
            </a:r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63711355-4D05-4700-9EAE-BB65252ACF3A}"/>
              </a:ext>
            </a:extLst>
          </p:cNvPr>
          <p:cNvSpPr/>
          <p:nvPr/>
        </p:nvSpPr>
        <p:spPr>
          <a:xfrm>
            <a:off x="3820318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gen3</a:t>
            </a:r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858F4FFF-7232-4A46-A68A-3B34705CE26E}"/>
              </a:ext>
            </a:extLst>
          </p:cNvPr>
          <p:cNvSpPr/>
          <p:nvPr/>
        </p:nvSpPr>
        <p:spPr>
          <a:xfrm>
            <a:off x="4477845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gen4</a:t>
            </a:r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39AB57BA-C5D8-4186-AEA2-1AD23C882482}"/>
              </a:ext>
            </a:extLst>
          </p:cNvPr>
          <p:cNvSpPr/>
          <p:nvPr/>
        </p:nvSpPr>
        <p:spPr>
          <a:xfrm>
            <a:off x="5135372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gen5</a:t>
            </a:r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511A173-D7A5-41A5-A3B8-DA2C835A93B1}"/>
              </a:ext>
            </a:extLst>
          </p:cNvPr>
          <p:cNvSpPr/>
          <p:nvPr/>
        </p:nvSpPr>
        <p:spPr>
          <a:xfrm>
            <a:off x="5792899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gen6</a:t>
            </a: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11B28CFF-4FEA-4AD2-8B2C-D74E744751FD}"/>
              </a:ext>
            </a:extLst>
          </p:cNvPr>
          <p:cNvSpPr/>
          <p:nvPr/>
        </p:nvSpPr>
        <p:spPr>
          <a:xfrm>
            <a:off x="6450426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gen7</a:t>
            </a:r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7AF1D1D6-80CF-4419-9BDD-6A77591D6502}"/>
              </a:ext>
            </a:extLst>
          </p:cNvPr>
          <p:cNvSpPr/>
          <p:nvPr/>
        </p:nvSpPr>
        <p:spPr>
          <a:xfrm>
            <a:off x="7107953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gen8</a:t>
            </a:r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2A887908-C914-4D28-AB5D-166E2B1E481D}"/>
              </a:ext>
            </a:extLst>
          </p:cNvPr>
          <p:cNvSpPr/>
          <p:nvPr/>
        </p:nvSpPr>
        <p:spPr>
          <a:xfrm>
            <a:off x="7765480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gen9</a:t>
            </a:r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E394E589-4B7D-42FD-8CBF-CC9DE49DC1F2}"/>
              </a:ext>
            </a:extLst>
          </p:cNvPr>
          <p:cNvSpPr/>
          <p:nvPr/>
        </p:nvSpPr>
        <p:spPr>
          <a:xfrm>
            <a:off x="8423007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gen10</a:t>
            </a:r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55D74CB7-D8DA-4E8D-BFB4-574A0A2E4F9E}"/>
              </a:ext>
            </a:extLst>
          </p:cNvPr>
          <p:cNvSpPr/>
          <p:nvPr/>
        </p:nvSpPr>
        <p:spPr>
          <a:xfrm>
            <a:off x="9080534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gen11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02B04145-BC87-4964-80C7-18C0C1BD588A}"/>
              </a:ext>
            </a:extLst>
          </p:cNvPr>
          <p:cNvSpPr/>
          <p:nvPr/>
        </p:nvSpPr>
        <p:spPr>
          <a:xfrm>
            <a:off x="9738065" y="1420356"/>
            <a:ext cx="500198" cy="570369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τ(Z</a:t>
            </a:r>
            <a:r>
              <a:rPr lang="en-US" altLang="ja-JP" sz="1400" baseline="30000" dirty="0">
                <a:solidFill>
                  <a:schemeClr val="tx1"/>
                </a:solidFill>
              </a:rPr>
              <a:t>-1</a:t>
            </a:r>
            <a:r>
              <a:rPr lang="en-US" altLang="ja-JP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ja-JP" sz="1400" dirty="0">
                <a:solidFill>
                  <a:schemeClr val="tx1"/>
                </a:solidFill>
              </a:rPr>
              <a:t>gen12</a:t>
            </a:r>
          </a:p>
        </p:txBody>
      </p: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B9F15B49-D1C9-4A07-A254-0102D77D42C6}"/>
              </a:ext>
            </a:extLst>
          </p:cNvPr>
          <p:cNvSpPr txBox="1"/>
          <p:nvPr/>
        </p:nvSpPr>
        <p:spPr>
          <a:xfrm>
            <a:off x="10545284" y="5087933"/>
            <a:ext cx="65764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出力</a:t>
            </a:r>
          </a:p>
        </p:txBody>
      </p: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78B5B0A6-3FD0-4F47-B665-1266CE4D49BA}"/>
              </a:ext>
            </a:extLst>
          </p:cNvPr>
          <p:cNvSpPr txBox="1"/>
          <p:nvPr/>
        </p:nvSpPr>
        <p:spPr>
          <a:xfrm>
            <a:off x="1256836" y="4913025"/>
            <a:ext cx="9144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DDP</a:t>
            </a:r>
            <a:r>
              <a:rPr kumimoji="1" lang="ja-JP" altLang="en-US" dirty="0"/>
              <a:t>で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確認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6FD7DB2-BEF7-43EE-B57E-0E366FFD052E}"/>
              </a:ext>
            </a:extLst>
          </p:cNvPr>
          <p:cNvSpPr/>
          <p:nvPr/>
        </p:nvSpPr>
        <p:spPr>
          <a:xfrm>
            <a:off x="2522561" y="4933039"/>
            <a:ext cx="1539611" cy="7339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DMEM</a:t>
            </a:r>
          </a:p>
          <a:p>
            <a:pPr algn="ctr"/>
            <a:r>
              <a:rPr lang="ja-JP" altLang="en-US" sz="1400" dirty="0">
                <a:solidFill>
                  <a:schemeClr val="tx1"/>
                </a:solidFill>
              </a:rPr>
              <a:t>事前に</a:t>
            </a:r>
            <a:r>
              <a:rPr lang="en-US" altLang="ja-JP" sz="1400" dirty="0">
                <a:solidFill>
                  <a:schemeClr val="tx1"/>
                </a:solidFill>
              </a:rPr>
              <a:t>Python</a:t>
            </a:r>
            <a:r>
              <a:rPr lang="ja-JP" altLang="en-US" sz="1400" dirty="0">
                <a:solidFill>
                  <a:schemeClr val="tx1"/>
                </a:solidFill>
              </a:rPr>
              <a:t>で処理した結果値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110" name="直線矢印コネクタ 109">
            <a:extLst>
              <a:ext uri="{FF2B5EF4-FFF2-40B4-BE49-F238E27FC236}">
                <a16:creationId xmlns:a16="http://schemas.microsoft.com/office/drawing/2014/main" id="{E4E88BAB-1D1B-4FC1-AED6-1CF2BC84FC2C}"/>
              </a:ext>
            </a:extLst>
          </p:cNvPr>
          <p:cNvCxnSpPr>
            <a:cxnSpLocks/>
          </p:cNvCxnSpPr>
          <p:nvPr/>
        </p:nvCxnSpPr>
        <p:spPr>
          <a:xfrm>
            <a:off x="4068209" y="5300022"/>
            <a:ext cx="1227840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C1E7C750-9078-46D5-9FD8-8998DF2246CB}"/>
              </a:ext>
            </a:extLst>
          </p:cNvPr>
          <p:cNvSpPr/>
          <p:nvPr/>
        </p:nvSpPr>
        <p:spPr>
          <a:xfrm>
            <a:off x="5326194" y="4933039"/>
            <a:ext cx="1539611" cy="73396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比較</a:t>
            </a: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30A83CF8-392E-4968-B845-DFA6179C1A41}"/>
              </a:ext>
            </a:extLst>
          </p:cNvPr>
          <p:cNvCxnSpPr>
            <a:cxnSpLocks/>
            <a:stCxn id="54" idx="4"/>
            <a:endCxn id="113" idx="0"/>
          </p:cNvCxnSpPr>
          <p:nvPr/>
        </p:nvCxnSpPr>
        <p:spPr>
          <a:xfrm rot="16200000" flipH="1">
            <a:off x="4055786" y="2892825"/>
            <a:ext cx="405762" cy="3674665"/>
          </a:xfrm>
          <a:prstGeom prst="bentConnector3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EB92992-2517-471E-8045-655706E90594}"/>
              </a:ext>
            </a:extLst>
          </p:cNvPr>
          <p:cNvCxnSpPr>
            <a:cxnSpLocks/>
            <a:stCxn id="113" idx="3"/>
            <a:endCxn id="24" idx="1"/>
          </p:cNvCxnSpPr>
          <p:nvPr/>
        </p:nvCxnSpPr>
        <p:spPr>
          <a:xfrm flipV="1">
            <a:off x="6865805" y="5067995"/>
            <a:ext cx="519614" cy="232027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コネクタ 114">
            <a:extLst>
              <a:ext uri="{FF2B5EF4-FFF2-40B4-BE49-F238E27FC236}">
                <a16:creationId xmlns:a16="http://schemas.microsoft.com/office/drawing/2014/main" id="{35D827CD-50FB-49C9-A59E-7ED9432D88AA}"/>
              </a:ext>
            </a:extLst>
          </p:cNvPr>
          <p:cNvCxnSpPr>
            <a:cxnSpLocks/>
            <a:stCxn id="113" idx="3"/>
            <a:endCxn id="119" idx="1"/>
          </p:cNvCxnSpPr>
          <p:nvPr/>
        </p:nvCxnSpPr>
        <p:spPr>
          <a:xfrm>
            <a:off x="6865805" y="5300022"/>
            <a:ext cx="519613" cy="217209"/>
          </a:xfrm>
          <a:prstGeom prst="lin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E0F7A8D-D53E-403C-B345-C07BBD5A632D}"/>
              </a:ext>
            </a:extLst>
          </p:cNvPr>
          <p:cNvSpPr txBox="1"/>
          <p:nvPr/>
        </p:nvSpPr>
        <p:spPr>
          <a:xfrm>
            <a:off x="7385419" y="4883329"/>
            <a:ext cx="5003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＝ </a:t>
            </a:r>
          </a:p>
        </p:txBody>
      </p: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41C76114-1EFF-4B67-8496-1F58481C25D2}"/>
              </a:ext>
            </a:extLst>
          </p:cNvPr>
          <p:cNvSpPr txBox="1"/>
          <p:nvPr/>
        </p:nvSpPr>
        <p:spPr>
          <a:xfrm>
            <a:off x="7385418" y="5332565"/>
            <a:ext cx="5003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/>
              <a:t>≠ </a:t>
            </a:r>
          </a:p>
        </p:txBody>
      </p:sp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577ADFAF-7D48-4EF0-B2DE-74E6EF1AF38F}"/>
              </a:ext>
            </a:extLst>
          </p:cNvPr>
          <p:cNvCxnSpPr>
            <a:cxnSpLocks/>
          </p:cNvCxnSpPr>
          <p:nvPr/>
        </p:nvCxnSpPr>
        <p:spPr>
          <a:xfrm>
            <a:off x="7885801" y="5067995"/>
            <a:ext cx="3906149" cy="0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線矢印コネクタ 124">
            <a:extLst>
              <a:ext uri="{FF2B5EF4-FFF2-40B4-BE49-F238E27FC236}">
                <a16:creationId xmlns:a16="http://schemas.microsoft.com/office/drawing/2014/main" id="{43057E55-4970-4455-B0D2-5DD3F2DD3E87}"/>
              </a:ext>
            </a:extLst>
          </p:cNvPr>
          <p:cNvCxnSpPr>
            <a:cxnSpLocks/>
            <a:stCxn id="119" idx="3"/>
          </p:cNvCxnSpPr>
          <p:nvPr/>
        </p:nvCxnSpPr>
        <p:spPr>
          <a:xfrm>
            <a:off x="7885801" y="5517231"/>
            <a:ext cx="3921758" cy="14364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8F637BD-A002-434F-B962-DCD499DEC6F5}"/>
              </a:ext>
            </a:extLst>
          </p:cNvPr>
          <p:cNvSpPr txBox="1"/>
          <p:nvPr/>
        </p:nvSpPr>
        <p:spPr>
          <a:xfrm>
            <a:off x="11318091" y="4710164"/>
            <a:ext cx="38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０</a:t>
            </a:r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F9D5F51E-0760-4279-8D30-A14AFD6A5568}"/>
              </a:ext>
            </a:extLst>
          </p:cNvPr>
          <p:cNvSpPr txBox="1"/>
          <p:nvPr/>
        </p:nvSpPr>
        <p:spPr>
          <a:xfrm>
            <a:off x="11329114" y="5170908"/>
            <a:ext cx="384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C22DE4F-4224-4933-AAF5-5C2AD3878F52}"/>
              </a:ext>
            </a:extLst>
          </p:cNvPr>
          <p:cNvSpPr/>
          <p:nvPr/>
        </p:nvSpPr>
        <p:spPr>
          <a:xfrm>
            <a:off x="223706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541D76CC-06A1-4511-A4FF-FFA338B2BC7B}"/>
              </a:ext>
            </a:extLst>
          </p:cNvPr>
          <p:cNvSpPr/>
          <p:nvPr/>
        </p:nvSpPr>
        <p:spPr>
          <a:xfrm>
            <a:off x="289293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726A1F77-FEDE-4A66-A34E-5BF14AE7E1B0}"/>
              </a:ext>
            </a:extLst>
          </p:cNvPr>
          <p:cNvSpPr/>
          <p:nvPr/>
        </p:nvSpPr>
        <p:spPr>
          <a:xfrm>
            <a:off x="3548814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7CAD3744-87DE-45FB-9EF1-0B44BFF693B6}"/>
              </a:ext>
            </a:extLst>
          </p:cNvPr>
          <p:cNvSpPr/>
          <p:nvPr/>
        </p:nvSpPr>
        <p:spPr>
          <a:xfrm>
            <a:off x="420469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330168C5-4B40-4189-8F4A-BC7F0834C56C}"/>
              </a:ext>
            </a:extLst>
          </p:cNvPr>
          <p:cNvSpPr/>
          <p:nvPr/>
        </p:nvSpPr>
        <p:spPr>
          <a:xfrm>
            <a:off x="4860566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86B6BDB9-1A5E-4BC5-9645-D92546DAF041}"/>
              </a:ext>
            </a:extLst>
          </p:cNvPr>
          <p:cNvSpPr/>
          <p:nvPr/>
        </p:nvSpPr>
        <p:spPr>
          <a:xfrm>
            <a:off x="551644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CB917C31-12AC-4F15-A2B3-924AA0BB01B1}"/>
              </a:ext>
            </a:extLst>
          </p:cNvPr>
          <p:cNvSpPr/>
          <p:nvPr/>
        </p:nvSpPr>
        <p:spPr>
          <a:xfrm>
            <a:off x="617231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FEF841BB-A84D-4FFB-B275-646CF5784444}"/>
              </a:ext>
            </a:extLst>
          </p:cNvPr>
          <p:cNvSpPr/>
          <p:nvPr/>
        </p:nvSpPr>
        <p:spPr>
          <a:xfrm>
            <a:off x="6828194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98ABAD4D-54A2-4E17-A285-F547D4495413}"/>
              </a:ext>
            </a:extLst>
          </p:cNvPr>
          <p:cNvSpPr/>
          <p:nvPr/>
        </p:nvSpPr>
        <p:spPr>
          <a:xfrm>
            <a:off x="748407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FFAA4699-98E6-4790-89B6-780CCA88FFA0}"/>
              </a:ext>
            </a:extLst>
          </p:cNvPr>
          <p:cNvSpPr/>
          <p:nvPr/>
        </p:nvSpPr>
        <p:spPr>
          <a:xfrm>
            <a:off x="8139946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C1A8D430-A59B-48AA-9DB6-D79FCC3574E8}"/>
              </a:ext>
            </a:extLst>
          </p:cNvPr>
          <p:cNvSpPr/>
          <p:nvPr/>
        </p:nvSpPr>
        <p:spPr>
          <a:xfrm>
            <a:off x="8795822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B9481FDC-8266-4A72-A55F-AFF6EEA76BD0}"/>
              </a:ext>
            </a:extLst>
          </p:cNvPr>
          <p:cNvSpPr/>
          <p:nvPr/>
        </p:nvSpPr>
        <p:spPr>
          <a:xfrm>
            <a:off x="9451698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7B6A8EE4-D737-4DBB-A914-9E0A129EFD6F}"/>
              </a:ext>
            </a:extLst>
          </p:cNvPr>
          <p:cNvSpPr/>
          <p:nvPr/>
        </p:nvSpPr>
        <p:spPr>
          <a:xfrm>
            <a:off x="10107570" y="3504383"/>
            <a:ext cx="368543" cy="386483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AFEF5AA7-BF00-4002-9DC1-B14F89B85E7F}"/>
              </a:ext>
            </a:extLst>
          </p:cNvPr>
          <p:cNvCxnSpPr>
            <a:cxnSpLocks/>
            <a:endCxn id="54" idx="0"/>
          </p:cNvCxnSpPr>
          <p:nvPr/>
        </p:nvCxnSpPr>
        <p:spPr>
          <a:xfrm>
            <a:off x="2421333" y="3912880"/>
            <a:ext cx="2" cy="278933"/>
          </a:xfrm>
          <a:prstGeom prst="straightConnector1">
            <a:avLst/>
          </a:prstGeom>
          <a:ln w="19050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B497A698-AAA1-4697-A992-583D8FA026CF}"/>
              </a:ext>
            </a:extLst>
          </p:cNvPr>
          <p:cNvCxnSpPr>
            <a:cxnSpLocks/>
            <a:stCxn id="117" idx="2"/>
            <a:endCxn id="7" idx="0"/>
          </p:cNvCxnSpPr>
          <p:nvPr/>
        </p:nvCxnSpPr>
        <p:spPr>
          <a:xfrm>
            <a:off x="3077210" y="3890866"/>
            <a:ext cx="460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9CD65602-1294-427C-9322-85B063E5441E}"/>
              </a:ext>
            </a:extLst>
          </p:cNvPr>
          <p:cNvCxnSpPr>
            <a:cxnSpLocks/>
            <a:stCxn id="127" idx="2"/>
            <a:endCxn id="9" idx="0"/>
          </p:cNvCxnSpPr>
          <p:nvPr/>
        </p:nvCxnSpPr>
        <p:spPr>
          <a:xfrm>
            <a:off x="3733086" y="3890866"/>
            <a:ext cx="919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EB83BA7F-C093-448A-80EB-BDD7F52E6008}"/>
              </a:ext>
            </a:extLst>
          </p:cNvPr>
          <p:cNvCxnSpPr>
            <a:cxnSpLocks/>
            <a:stCxn id="129" idx="2"/>
            <a:endCxn id="46" idx="0"/>
          </p:cNvCxnSpPr>
          <p:nvPr/>
        </p:nvCxnSpPr>
        <p:spPr>
          <a:xfrm>
            <a:off x="4388962" y="3890866"/>
            <a:ext cx="1378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D898C1A7-8335-435F-A4A2-74C00D17C189}"/>
              </a:ext>
            </a:extLst>
          </p:cNvPr>
          <p:cNvCxnSpPr>
            <a:cxnSpLocks/>
            <a:stCxn id="133" idx="2"/>
            <a:endCxn id="11" idx="0"/>
          </p:cNvCxnSpPr>
          <p:nvPr/>
        </p:nvCxnSpPr>
        <p:spPr>
          <a:xfrm>
            <a:off x="5044838" y="3890866"/>
            <a:ext cx="1837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9E85603A-3DCF-4399-B5AB-4BF5F84E132B}"/>
              </a:ext>
            </a:extLst>
          </p:cNvPr>
          <p:cNvCxnSpPr>
            <a:cxnSpLocks/>
            <a:stCxn id="135" idx="2"/>
            <a:endCxn id="14" idx="0"/>
          </p:cNvCxnSpPr>
          <p:nvPr/>
        </p:nvCxnSpPr>
        <p:spPr>
          <a:xfrm>
            <a:off x="5700714" y="3890866"/>
            <a:ext cx="2296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EF50CEC4-C0D6-48A7-B0A7-3C16C8D69CF1}"/>
              </a:ext>
            </a:extLst>
          </p:cNvPr>
          <p:cNvCxnSpPr>
            <a:stCxn id="137" idx="2"/>
            <a:endCxn id="47" idx="0"/>
          </p:cNvCxnSpPr>
          <p:nvPr/>
        </p:nvCxnSpPr>
        <p:spPr>
          <a:xfrm>
            <a:off x="6356590" y="3890866"/>
            <a:ext cx="2755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F018302D-CB6F-4668-831C-42AC0A08E279}"/>
              </a:ext>
            </a:extLst>
          </p:cNvPr>
          <p:cNvCxnSpPr>
            <a:cxnSpLocks/>
            <a:stCxn id="139" idx="2"/>
            <a:endCxn id="48" idx="0"/>
          </p:cNvCxnSpPr>
          <p:nvPr/>
        </p:nvCxnSpPr>
        <p:spPr>
          <a:xfrm>
            <a:off x="7012466" y="3890866"/>
            <a:ext cx="3214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6D0BBA90-CB3D-4E43-A427-D42CC79EFEB9}"/>
              </a:ext>
            </a:extLst>
          </p:cNvPr>
          <p:cNvCxnSpPr>
            <a:cxnSpLocks/>
            <a:stCxn id="152" idx="2"/>
            <a:endCxn id="52" idx="0"/>
          </p:cNvCxnSpPr>
          <p:nvPr/>
        </p:nvCxnSpPr>
        <p:spPr>
          <a:xfrm>
            <a:off x="8324218" y="3890866"/>
            <a:ext cx="4132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矢印コネクタ 93">
            <a:extLst>
              <a:ext uri="{FF2B5EF4-FFF2-40B4-BE49-F238E27FC236}">
                <a16:creationId xmlns:a16="http://schemas.microsoft.com/office/drawing/2014/main" id="{928A545F-FCB5-4AC4-AFC1-5C903FAD7A64}"/>
              </a:ext>
            </a:extLst>
          </p:cNvPr>
          <p:cNvCxnSpPr>
            <a:cxnSpLocks/>
            <a:stCxn id="141" idx="2"/>
            <a:endCxn id="49" idx="0"/>
          </p:cNvCxnSpPr>
          <p:nvPr/>
        </p:nvCxnSpPr>
        <p:spPr>
          <a:xfrm>
            <a:off x="7668342" y="3890866"/>
            <a:ext cx="3673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E751AF51-AE48-437A-A79B-D5C2969DADDB}"/>
              </a:ext>
            </a:extLst>
          </p:cNvPr>
          <p:cNvCxnSpPr>
            <a:cxnSpLocks/>
            <a:stCxn id="153" idx="2"/>
            <a:endCxn id="50" idx="0"/>
          </p:cNvCxnSpPr>
          <p:nvPr/>
        </p:nvCxnSpPr>
        <p:spPr>
          <a:xfrm>
            <a:off x="8980094" y="3890866"/>
            <a:ext cx="4591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C2051B2E-B67A-4978-85A0-94EA967572D3}"/>
              </a:ext>
            </a:extLst>
          </p:cNvPr>
          <p:cNvCxnSpPr>
            <a:cxnSpLocks/>
            <a:stCxn id="154" idx="2"/>
            <a:endCxn id="51" idx="0"/>
          </p:cNvCxnSpPr>
          <p:nvPr/>
        </p:nvCxnSpPr>
        <p:spPr>
          <a:xfrm>
            <a:off x="9635970" y="3890866"/>
            <a:ext cx="5050" cy="300947"/>
          </a:xfrm>
          <a:prstGeom prst="straightConnector1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テキスト ボックス 210">
            <a:extLst>
              <a:ext uri="{FF2B5EF4-FFF2-40B4-BE49-F238E27FC236}">
                <a16:creationId xmlns:a16="http://schemas.microsoft.com/office/drawing/2014/main" id="{38C8510F-5C51-4AC8-9248-0203A79E8455}"/>
              </a:ext>
            </a:extLst>
          </p:cNvPr>
          <p:cNvSpPr txBox="1"/>
          <p:nvPr/>
        </p:nvSpPr>
        <p:spPr>
          <a:xfrm>
            <a:off x="2231068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C4AFCFE9-1895-4933-99CC-2A2E8A8F1B93}"/>
              </a:ext>
            </a:extLst>
          </p:cNvPr>
          <p:cNvSpPr txBox="1"/>
          <p:nvPr/>
        </p:nvSpPr>
        <p:spPr>
          <a:xfrm>
            <a:off x="2904533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3" name="テキスト ボックス 212">
            <a:extLst>
              <a:ext uri="{FF2B5EF4-FFF2-40B4-BE49-F238E27FC236}">
                <a16:creationId xmlns:a16="http://schemas.microsoft.com/office/drawing/2014/main" id="{9ADCF598-BD55-41C6-8A96-2E8015890C7B}"/>
              </a:ext>
            </a:extLst>
          </p:cNvPr>
          <p:cNvSpPr txBox="1"/>
          <p:nvPr/>
        </p:nvSpPr>
        <p:spPr>
          <a:xfrm>
            <a:off x="3547101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5" name="テキスト ボックス 214">
            <a:extLst>
              <a:ext uri="{FF2B5EF4-FFF2-40B4-BE49-F238E27FC236}">
                <a16:creationId xmlns:a16="http://schemas.microsoft.com/office/drawing/2014/main" id="{9CA7D524-E220-45FF-B455-FDA12EC7D96A}"/>
              </a:ext>
            </a:extLst>
          </p:cNvPr>
          <p:cNvSpPr txBox="1"/>
          <p:nvPr/>
        </p:nvSpPr>
        <p:spPr>
          <a:xfrm>
            <a:off x="4204737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6" name="テキスト ボックス 215">
            <a:extLst>
              <a:ext uri="{FF2B5EF4-FFF2-40B4-BE49-F238E27FC236}">
                <a16:creationId xmlns:a16="http://schemas.microsoft.com/office/drawing/2014/main" id="{1C0F86AA-E88D-418A-B1CE-D5DC07398472}"/>
              </a:ext>
            </a:extLst>
          </p:cNvPr>
          <p:cNvSpPr txBox="1"/>
          <p:nvPr/>
        </p:nvSpPr>
        <p:spPr>
          <a:xfrm>
            <a:off x="4878202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7" name="テキスト ボックス 216">
            <a:extLst>
              <a:ext uri="{FF2B5EF4-FFF2-40B4-BE49-F238E27FC236}">
                <a16:creationId xmlns:a16="http://schemas.microsoft.com/office/drawing/2014/main" id="{EC34B876-7ECD-4F5C-8D7F-B1A2E0C4A189}"/>
              </a:ext>
            </a:extLst>
          </p:cNvPr>
          <p:cNvSpPr txBox="1"/>
          <p:nvPr/>
        </p:nvSpPr>
        <p:spPr>
          <a:xfrm>
            <a:off x="5520770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8" name="テキスト ボックス 217">
            <a:extLst>
              <a:ext uri="{FF2B5EF4-FFF2-40B4-BE49-F238E27FC236}">
                <a16:creationId xmlns:a16="http://schemas.microsoft.com/office/drawing/2014/main" id="{CB999D39-2654-40EC-8AD8-8DF70B2BB8D0}"/>
              </a:ext>
            </a:extLst>
          </p:cNvPr>
          <p:cNvSpPr txBox="1"/>
          <p:nvPr/>
        </p:nvSpPr>
        <p:spPr>
          <a:xfrm>
            <a:off x="6178406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19" name="テキスト ボックス 218">
            <a:extLst>
              <a:ext uri="{FF2B5EF4-FFF2-40B4-BE49-F238E27FC236}">
                <a16:creationId xmlns:a16="http://schemas.microsoft.com/office/drawing/2014/main" id="{69FF70F5-E083-410D-AF07-2443A4A133B9}"/>
              </a:ext>
            </a:extLst>
          </p:cNvPr>
          <p:cNvSpPr txBox="1"/>
          <p:nvPr/>
        </p:nvSpPr>
        <p:spPr>
          <a:xfrm>
            <a:off x="6851871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0" name="テキスト ボックス 219">
            <a:extLst>
              <a:ext uri="{FF2B5EF4-FFF2-40B4-BE49-F238E27FC236}">
                <a16:creationId xmlns:a16="http://schemas.microsoft.com/office/drawing/2014/main" id="{26A41C50-5EA0-43DA-A828-AF6F0CC10AD9}"/>
              </a:ext>
            </a:extLst>
          </p:cNvPr>
          <p:cNvSpPr txBox="1"/>
          <p:nvPr/>
        </p:nvSpPr>
        <p:spPr>
          <a:xfrm>
            <a:off x="7494439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1" name="テキスト ボックス 220">
            <a:extLst>
              <a:ext uri="{FF2B5EF4-FFF2-40B4-BE49-F238E27FC236}">
                <a16:creationId xmlns:a16="http://schemas.microsoft.com/office/drawing/2014/main" id="{1168B326-2444-4380-9621-7A8761475F5C}"/>
              </a:ext>
            </a:extLst>
          </p:cNvPr>
          <p:cNvSpPr txBox="1"/>
          <p:nvPr/>
        </p:nvSpPr>
        <p:spPr>
          <a:xfrm>
            <a:off x="8152075" y="2580842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2" name="テキスト ボックス 221">
            <a:extLst>
              <a:ext uri="{FF2B5EF4-FFF2-40B4-BE49-F238E27FC236}">
                <a16:creationId xmlns:a16="http://schemas.microsoft.com/office/drawing/2014/main" id="{78E5D7EF-FE3B-4139-A28A-01177E65B8B8}"/>
              </a:ext>
            </a:extLst>
          </p:cNvPr>
          <p:cNvSpPr txBox="1"/>
          <p:nvPr/>
        </p:nvSpPr>
        <p:spPr>
          <a:xfrm>
            <a:off x="8825540" y="2580842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06D00F1B-249F-43CA-87CC-DF175CC2E1B2}"/>
              </a:ext>
            </a:extLst>
          </p:cNvPr>
          <p:cNvSpPr txBox="1"/>
          <p:nvPr/>
        </p:nvSpPr>
        <p:spPr>
          <a:xfrm>
            <a:off x="9468108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4" name="テキスト ボックス 223">
            <a:extLst>
              <a:ext uri="{FF2B5EF4-FFF2-40B4-BE49-F238E27FC236}">
                <a16:creationId xmlns:a16="http://schemas.microsoft.com/office/drawing/2014/main" id="{E8B45CED-AF1A-48F4-9109-4451AABB50BB}"/>
              </a:ext>
            </a:extLst>
          </p:cNvPr>
          <p:cNvSpPr txBox="1"/>
          <p:nvPr/>
        </p:nvSpPr>
        <p:spPr>
          <a:xfrm>
            <a:off x="10125749" y="2580842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×</a:t>
            </a:r>
            <a:endParaRPr kumimoji="1" lang="ja-JP" altLang="en-US" dirty="0"/>
          </a:p>
        </p:txBody>
      </p:sp>
      <p:sp>
        <p:nvSpPr>
          <p:cNvPr id="225" name="テキスト ボックス 224">
            <a:extLst>
              <a:ext uri="{FF2B5EF4-FFF2-40B4-BE49-F238E27FC236}">
                <a16:creationId xmlns:a16="http://schemas.microsoft.com/office/drawing/2014/main" id="{8666AC66-2277-4142-91DD-E50477C22639}"/>
              </a:ext>
            </a:extLst>
          </p:cNvPr>
          <p:cNvSpPr txBox="1"/>
          <p:nvPr/>
        </p:nvSpPr>
        <p:spPr>
          <a:xfrm>
            <a:off x="2202493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26" name="テキスト ボックス 225">
            <a:extLst>
              <a:ext uri="{FF2B5EF4-FFF2-40B4-BE49-F238E27FC236}">
                <a16:creationId xmlns:a16="http://schemas.microsoft.com/office/drawing/2014/main" id="{B25D1BE6-357A-40EC-A593-2E54273665E5}"/>
              </a:ext>
            </a:extLst>
          </p:cNvPr>
          <p:cNvSpPr txBox="1"/>
          <p:nvPr/>
        </p:nvSpPr>
        <p:spPr>
          <a:xfrm>
            <a:off x="2875958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S</a:t>
            </a:r>
            <a:endParaRPr kumimoji="1" lang="ja-JP" altLang="en-US" dirty="0"/>
          </a:p>
        </p:txBody>
      </p:sp>
      <p:sp>
        <p:nvSpPr>
          <p:cNvPr id="227" name="テキスト ボックス 226">
            <a:extLst>
              <a:ext uri="{FF2B5EF4-FFF2-40B4-BE49-F238E27FC236}">
                <a16:creationId xmlns:a16="http://schemas.microsoft.com/office/drawing/2014/main" id="{4F86B1C9-7691-40D7-AEB6-AE9224B9E4AF}"/>
              </a:ext>
            </a:extLst>
          </p:cNvPr>
          <p:cNvSpPr txBox="1"/>
          <p:nvPr/>
        </p:nvSpPr>
        <p:spPr>
          <a:xfrm>
            <a:off x="3518526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S</a:t>
            </a:r>
            <a:endParaRPr kumimoji="1" lang="ja-JP" altLang="en-US" dirty="0"/>
          </a:p>
        </p:txBody>
      </p:sp>
      <p:sp>
        <p:nvSpPr>
          <p:cNvPr id="228" name="テキスト ボックス 227">
            <a:extLst>
              <a:ext uri="{FF2B5EF4-FFF2-40B4-BE49-F238E27FC236}">
                <a16:creationId xmlns:a16="http://schemas.microsoft.com/office/drawing/2014/main" id="{E87BACA1-99E6-42B0-8E4F-7AF18432BB70}"/>
              </a:ext>
            </a:extLst>
          </p:cNvPr>
          <p:cNvSpPr txBox="1"/>
          <p:nvPr/>
        </p:nvSpPr>
        <p:spPr>
          <a:xfrm>
            <a:off x="4176162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29" name="テキスト ボックス 228">
            <a:extLst>
              <a:ext uri="{FF2B5EF4-FFF2-40B4-BE49-F238E27FC236}">
                <a16:creationId xmlns:a16="http://schemas.microsoft.com/office/drawing/2014/main" id="{20AB4C50-907D-4437-90B4-F9B863414A2A}"/>
              </a:ext>
            </a:extLst>
          </p:cNvPr>
          <p:cNvSpPr txBox="1"/>
          <p:nvPr/>
        </p:nvSpPr>
        <p:spPr>
          <a:xfrm>
            <a:off x="4849627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759543B9-ECBA-48C4-82C2-EF77C211543D}"/>
              </a:ext>
            </a:extLst>
          </p:cNvPr>
          <p:cNvSpPr txBox="1"/>
          <p:nvPr/>
        </p:nvSpPr>
        <p:spPr>
          <a:xfrm>
            <a:off x="5492195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1" name="テキスト ボックス 230">
            <a:extLst>
              <a:ext uri="{FF2B5EF4-FFF2-40B4-BE49-F238E27FC236}">
                <a16:creationId xmlns:a16="http://schemas.microsoft.com/office/drawing/2014/main" id="{DEED83E9-E4F1-4F95-BE32-82C6AF57746E}"/>
              </a:ext>
            </a:extLst>
          </p:cNvPr>
          <p:cNvSpPr txBox="1"/>
          <p:nvPr/>
        </p:nvSpPr>
        <p:spPr>
          <a:xfrm>
            <a:off x="6149831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2" name="テキスト ボックス 231">
            <a:extLst>
              <a:ext uri="{FF2B5EF4-FFF2-40B4-BE49-F238E27FC236}">
                <a16:creationId xmlns:a16="http://schemas.microsoft.com/office/drawing/2014/main" id="{C2E51B3F-9A30-48B2-8275-BDD6259BCD2F}"/>
              </a:ext>
            </a:extLst>
          </p:cNvPr>
          <p:cNvSpPr txBox="1"/>
          <p:nvPr/>
        </p:nvSpPr>
        <p:spPr>
          <a:xfrm>
            <a:off x="6823296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3" name="テキスト ボックス 232">
            <a:extLst>
              <a:ext uri="{FF2B5EF4-FFF2-40B4-BE49-F238E27FC236}">
                <a16:creationId xmlns:a16="http://schemas.microsoft.com/office/drawing/2014/main" id="{C84A0BD7-D93A-4EF5-A8B7-27576688FFC3}"/>
              </a:ext>
            </a:extLst>
          </p:cNvPr>
          <p:cNvSpPr txBox="1"/>
          <p:nvPr/>
        </p:nvSpPr>
        <p:spPr>
          <a:xfrm>
            <a:off x="7465864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4" name="テキスト ボックス 233">
            <a:extLst>
              <a:ext uri="{FF2B5EF4-FFF2-40B4-BE49-F238E27FC236}">
                <a16:creationId xmlns:a16="http://schemas.microsoft.com/office/drawing/2014/main" id="{3990376B-E38C-4971-AB68-758DB01DB353}"/>
              </a:ext>
            </a:extLst>
          </p:cNvPr>
          <p:cNvSpPr txBox="1"/>
          <p:nvPr/>
        </p:nvSpPr>
        <p:spPr>
          <a:xfrm>
            <a:off x="8123500" y="3504767"/>
            <a:ext cx="432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5" name="テキスト ボックス 234">
            <a:extLst>
              <a:ext uri="{FF2B5EF4-FFF2-40B4-BE49-F238E27FC236}">
                <a16:creationId xmlns:a16="http://schemas.microsoft.com/office/drawing/2014/main" id="{1B049139-7D0E-4616-B426-80022EC1F260}"/>
              </a:ext>
            </a:extLst>
          </p:cNvPr>
          <p:cNvSpPr txBox="1"/>
          <p:nvPr/>
        </p:nvSpPr>
        <p:spPr>
          <a:xfrm>
            <a:off x="8796965" y="3504767"/>
            <a:ext cx="401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6" name="テキスト ボックス 235">
            <a:extLst>
              <a:ext uri="{FF2B5EF4-FFF2-40B4-BE49-F238E27FC236}">
                <a16:creationId xmlns:a16="http://schemas.microsoft.com/office/drawing/2014/main" id="{1A16AAD2-7510-4EA5-A1CC-E64131645F4B}"/>
              </a:ext>
            </a:extLst>
          </p:cNvPr>
          <p:cNvSpPr txBox="1"/>
          <p:nvPr/>
        </p:nvSpPr>
        <p:spPr>
          <a:xfrm>
            <a:off x="9439533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7" name="テキスト ボックス 236">
            <a:extLst>
              <a:ext uri="{FF2B5EF4-FFF2-40B4-BE49-F238E27FC236}">
                <a16:creationId xmlns:a16="http://schemas.microsoft.com/office/drawing/2014/main" id="{EB48385E-8BAB-4D1D-BBE0-39216F9D997D}"/>
              </a:ext>
            </a:extLst>
          </p:cNvPr>
          <p:cNvSpPr txBox="1"/>
          <p:nvPr/>
        </p:nvSpPr>
        <p:spPr>
          <a:xfrm>
            <a:off x="10097174" y="3504767"/>
            <a:ext cx="416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/>
              <a:t>S</a:t>
            </a:r>
            <a:endParaRPr kumimoji="1" lang="ja-JP" altLang="en-US" dirty="0"/>
          </a:p>
        </p:txBody>
      </p:sp>
      <p:sp>
        <p:nvSpPr>
          <p:cNvPr id="238" name="テキスト ボックス 237">
            <a:extLst>
              <a:ext uri="{FF2B5EF4-FFF2-40B4-BE49-F238E27FC236}">
                <a16:creationId xmlns:a16="http://schemas.microsoft.com/office/drawing/2014/main" id="{FD58A1AB-F7FE-457C-9A13-F3176A62655E}"/>
              </a:ext>
            </a:extLst>
          </p:cNvPr>
          <p:cNvSpPr txBox="1"/>
          <p:nvPr/>
        </p:nvSpPr>
        <p:spPr>
          <a:xfrm>
            <a:off x="66681" y="3930297"/>
            <a:ext cx="1784011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>
                <a:lumMod val="75000"/>
              </a:schemeClr>
            </a:solidFill>
            <a:prstDash val="sysDash"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 dirty="0"/>
              <a:t>④１</a:t>
            </a:r>
            <a:r>
              <a:rPr lang="en-US" altLang="ja-JP" sz="1600" dirty="0"/>
              <a:t>Bit</a:t>
            </a:r>
            <a:r>
              <a:rPr lang="ja-JP" altLang="en-US" sz="1600" dirty="0"/>
              <a:t>左シフト</a:t>
            </a:r>
            <a:endParaRPr kumimoji="1" lang="en-US" altLang="ja-JP" sz="1600" dirty="0"/>
          </a:p>
        </p:txBody>
      </p:sp>
      <p:cxnSp>
        <p:nvCxnSpPr>
          <p:cNvPr id="239" name="直線コネクタ 238">
            <a:extLst>
              <a:ext uri="{FF2B5EF4-FFF2-40B4-BE49-F238E27FC236}">
                <a16:creationId xmlns:a16="http://schemas.microsoft.com/office/drawing/2014/main" id="{F93B7D98-D5D7-40C3-B2C5-76772AA0A638}"/>
              </a:ext>
            </a:extLst>
          </p:cNvPr>
          <p:cNvCxnSpPr>
            <a:cxnSpLocks/>
            <a:stCxn id="238" idx="0"/>
          </p:cNvCxnSpPr>
          <p:nvPr/>
        </p:nvCxnSpPr>
        <p:spPr>
          <a:xfrm flipV="1">
            <a:off x="958687" y="3677183"/>
            <a:ext cx="1294779" cy="253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テキスト ボックス 244">
            <a:extLst>
              <a:ext uri="{FF2B5EF4-FFF2-40B4-BE49-F238E27FC236}">
                <a16:creationId xmlns:a16="http://schemas.microsoft.com/office/drawing/2014/main" id="{089EDF95-2E61-4295-97A5-96D23A66E836}"/>
              </a:ext>
            </a:extLst>
          </p:cNvPr>
          <p:cNvSpPr txBox="1"/>
          <p:nvPr/>
        </p:nvSpPr>
        <p:spPr>
          <a:xfrm>
            <a:off x="2387584" y="2318063"/>
            <a:ext cx="730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定数</a:t>
            </a:r>
          </a:p>
        </p:txBody>
      </p:sp>
      <p:sp>
        <p:nvSpPr>
          <p:cNvPr id="255" name="テキスト ボックス 254">
            <a:extLst>
              <a:ext uri="{FF2B5EF4-FFF2-40B4-BE49-F238E27FC236}">
                <a16:creationId xmlns:a16="http://schemas.microsoft.com/office/drawing/2014/main" id="{0B111E50-5334-4A07-AEF5-5D25D4E06DF5}"/>
              </a:ext>
            </a:extLst>
          </p:cNvPr>
          <p:cNvSpPr txBox="1"/>
          <p:nvPr/>
        </p:nvSpPr>
        <p:spPr>
          <a:xfrm>
            <a:off x="1999304" y="1038225"/>
            <a:ext cx="1033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ja-JP" altLang="en-US" dirty="0"/>
          </a:p>
        </p:txBody>
      </p:sp>
      <p:cxnSp>
        <p:nvCxnSpPr>
          <p:cNvPr id="260" name="コネクタ: カギ線 259">
            <a:extLst>
              <a:ext uri="{FF2B5EF4-FFF2-40B4-BE49-F238E27FC236}">
                <a16:creationId xmlns:a16="http://schemas.microsoft.com/office/drawing/2014/main" id="{623FE25D-160F-4F5A-972C-8231D43FA92E}"/>
              </a:ext>
            </a:extLst>
          </p:cNvPr>
          <p:cNvCxnSpPr/>
          <p:nvPr/>
        </p:nvCxnSpPr>
        <p:spPr>
          <a:xfrm rot="16200000" flipH="1">
            <a:off x="836130" y="3104403"/>
            <a:ext cx="2884123" cy="327397"/>
          </a:xfrm>
          <a:prstGeom prst="bentConnector3">
            <a:avLst>
              <a:gd name="adj1" fmla="val -859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F60A4A65-9734-4ADE-8E03-BFD2AB1A0B82}"/>
              </a:ext>
            </a:extLst>
          </p:cNvPr>
          <p:cNvCxnSpPr/>
          <p:nvPr/>
        </p:nvCxnSpPr>
        <p:spPr>
          <a:xfrm rot="16200000" flipH="1">
            <a:off x="1309272" y="2591607"/>
            <a:ext cx="2573158" cy="962717"/>
          </a:xfrm>
          <a:prstGeom prst="bentConnector3">
            <a:avLst>
              <a:gd name="adj1" fmla="val 76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998FE424-3B56-4AA7-A10F-E4A8D379891F}"/>
              </a:ext>
            </a:extLst>
          </p:cNvPr>
          <p:cNvCxnSpPr/>
          <p:nvPr/>
        </p:nvCxnSpPr>
        <p:spPr>
          <a:xfrm flipH="1">
            <a:off x="2421333" y="4359545"/>
            <a:ext cx="655877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23A31CE1-5291-42E5-8EC5-1B081B75932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61085" y="2255906"/>
            <a:ext cx="2544727" cy="1623772"/>
          </a:xfrm>
          <a:prstGeom prst="bentConnector3">
            <a:avLst>
              <a:gd name="adj1" fmla="val 1341"/>
            </a:avLst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直線矢印コネクタ 182">
            <a:extLst>
              <a:ext uri="{FF2B5EF4-FFF2-40B4-BE49-F238E27FC236}">
                <a16:creationId xmlns:a16="http://schemas.microsoft.com/office/drawing/2014/main" id="{2F683B3B-D2B5-4940-8BFD-2999E6EC7D0C}"/>
              </a:ext>
            </a:extLst>
          </p:cNvPr>
          <p:cNvCxnSpPr>
            <a:cxnSpLocks/>
          </p:cNvCxnSpPr>
          <p:nvPr/>
        </p:nvCxnSpPr>
        <p:spPr>
          <a:xfrm flipH="1">
            <a:off x="3089459" y="4340156"/>
            <a:ext cx="655876" cy="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FE55384-4ECC-4069-A954-003664B365E8}"/>
              </a:ext>
            </a:extLst>
          </p:cNvPr>
          <p:cNvSpPr txBox="1"/>
          <p:nvPr/>
        </p:nvSpPr>
        <p:spPr>
          <a:xfrm>
            <a:off x="1720824" y="6065295"/>
            <a:ext cx="8793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データ入力数</a:t>
            </a:r>
            <a:r>
              <a:rPr lang="en-US" altLang="ja-JP" dirty="0"/>
              <a:t>1</a:t>
            </a:r>
            <a:r>
              <a:rPr lang="ja-JP" altLang="en-US" dirty="0"/>
              <a:t>～</a:t>
            </a:r>
            <a:r>
              <a:rPr lang="en-US" altLang="ja-JP" dirty="0"/>
              <a:t>12</a:t>
            </a:r>
            <a:r>
              <a:rPr lang="ja-JP" altLang="en-US" dirty="0"/>
              <a:t>の時は⊕演算の時に対応するパケットが存在しない場合がある</a:t>
            </a:r>
            <a:endParaRPr lang="en-US" altLang="ja-JP" dirty="0"/>
          </a:p>
          <a:p>
            <a:r>
              <a:rPr lang="ja-JP" altLang="en-US" dirty="0"/>
              <a:t>⇓</a:t>
            </a:r>
            <a:endParaRPr lang="en-US" altLang="ja-JP" dirty="0"/>
          </a:p>
          <a:p>
            <a:r>
              <a:rPr lang="ja-JP" altLang="en-US" dirty="0"/>
              <a:t>あらかじめ、</a:t>
            </a:r>
            <a:r>
              <a:rPr lang="en-US" altLang="ja-JP" dirty="0"/>
              <a:t>MMCAM</a:t>
            </a:r>
            <a:r>
              <a:rPr lang="ja-JP" altLang="en-US" dirty="0"/>
              <a:t>にマッチング用のパケットを仕込んでおく？</a:t>
            </a:r>
            <a:endParaRPr kumimoji="1" lang="ja-JP" altLang="en-US" dirty="0"/>
          </a:p>
        </p:txBody>
      </p:sp>
      <p:cxnSp>
        <p:nvCxnSpPr>
          <p:cNvPr id="185" name="直線矢印コネクタ 184">
            <a:extLst>
              <a:ext uri="{FF2B5EF4-FFF2-40B4-BE49-F238E27FC236}">
                <a16:creationId xmlns:a16="http://schemas.microsoft.com/office/drawing/2014/main" id="{3DE6E1FB-F6BB-4674-8662-3A016BB39E52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2811427" y="4527277"/>
            <a:ext cx="922578" cy="1584829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2EF1AE0F-CEDD-4077-A8C8-D91AA5EB2D54}"/>
              </a:ext>
            </a:extLst>
          </p:cNvPr>
          <p:cNvCxnSpPr>
            <a:cxnSpLocks/>
          </p:cNvCxnSpPr>
          <p:nvPr/>
        </p:nvCxnSpPr>
        <p:spPr>
          <a:xfrm rot="5400000">
            <a:off x="9796683" y="3902516"/>
            <a:ext cx="537930" cy="475414"/>
          </a:xfrm>
          <a:prstGeom prst="bentConnector2">
            <a:avLst/>
          </a:prstGeom>
          <a:ln w="190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092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</p:spTree>
    <p:extLst>
      <p:ext uri="{BB962C8B-B14F-4D97-AF65-F5344CB8AC3E}">
        <p14:creationId xmlns:p14="http://schemas.microsoft.com/office/powerpoint/2010/main" val="2616870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FIR</a:t>
            </a:r>
            <a:r>
              <a:rPr kumimoji="1" lang="ja-JP" altLang="en-US" dirty="0"/>
              <a:t>・</a:t>
            </a:r>
            <a:r>
              <a:rPr kumimoji="1" lang="en-US" altLang="ja-JP" dirty="0"/>
              <a:t>DDP</a:t>
            </a:r>
            <a:r>
              <a:rPr kumimoji="1" lang="ja-JP" altLang="en-US" dirty="0"/>
              <a:t>プログラム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408774" y="179546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408773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r>
              <a:rPr kumimoji="1" lang="en-US" altLang="ja-JP" sz="1200" dirty="0">
                <a:solidFill>
                  <a:schemeClr val="tx1"/>
                </a:solidFill>
              </a:rPr>
              <a:t>	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408770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408769" y="450084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1274915" y="179719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1274914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1274911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1274910" y="450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EC466D5C-67EE-4AD2-A3DC-D605E9567AA3}"/>
              </a:ext>
            </a:extLst>
          </p:cNvPr>
          <p:cNvSpPr/>
          <p:nvPr/>
        </p:nvSpPr>
        <p:spPr>
          <a:xfrm>
            <a:off x="2141056" y="179892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2141055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2141052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2141051" y="450377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18CD7357-9FD6-437E-BB0B-473A19B3848C}"/>
              </a:ext>
            </a:extLst>
          </p:cNvPr>
          <p:cNvSpPr/>
          <p:nvPr/>
        </p:nvSpPr>
        <p:spPr>
          <a:xfrm>
            <a:off x="3007197" y="180065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8E1200D8-5013-487B-963B-03B10102521D}"/>
              </a:ext>
            </a:extLst>
          </p:cNvPr>
          <p:cNvSpPr/>
          <p:nvPr/>
        </p:nvSpPr>
        <p:spPr>
          <a:xfrm>
            <a:off x="3007196" y="253884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A3A2D0A1-12E0-4B2F-8220-D17F7DB08A1E}"/>
              </a:ext>
            </a:extLst>
          </p:cNvPr>
          <p:cNvSpPr/>
          <p:nvPr/>
        </p:nvSpPr>
        <p:spPr>
          <a:xfrm>
            <a:off x="3007193" y="324765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72BEB1EE-10A7-4BF9-ADEE-E5C3A40689C4}"/>
              </a:ext>
            </a:extLst>
          </p:cNvPr>
          <p:cNvSpPr/>
          <p:nvPr/>
        </p:nvSpPr>
        <p:spPr>
          <a:xfrm>
            <a:off x="3007192" y="450524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F61A0380-7413-4781-BFAE-45A3496254AB}"/>
              </a:ext>
            </a:extLst>
          </p:cNvPr>
          <p:cNvSpPr/>
          <p:nvPr/>
        </p:nvSpPr>
        <p:spPr>
          <a:xfrm>
            <a:off x="3873338" y="180239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EC8DCE2-87C1-416D-A282-B3D0E3622FEF}"/>
              </a:ext>
            </a:extLst>
          </p:cNvPr>
          <p:cNvSpPr/>
          <p:nvPr/>
        </p:nvSpPr>
        <p:spPr>
          <a:xfrm>
            <a:off x="3873337" y="254057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0F5CA180-E2CF-40B7-9D2D-D6EE59194996}"/>
              </a:ext>
            </a:extLst>
          </p:cNvPr>
          <p:cNvSpPr/>
          <p:nvPr/>
        </p:nvSpPr>
        <p:spPr>
          <a:xfrm>
            <a:off x="3873334" y="324912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D4859279-CCB3-48E2-AC66-6AFB2FBDFCBE}"/>
              </a:ext>
            </a:extLst>
          </p:cNvPr>
          <p:cNvSpPr/>
          <p:nvPr/>
        </p:nvSpPr>
        <p:spPr>
          <a:xfrm>
            <a:off x="3873333" y="450670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F10ECCF7-7EEA-4244-BDF3-81483D0C2BCE}"/>
              </a:ext>
            </a:extLst>
          </p:cNvPr>
          <p:cNvSpPr/>
          <p:nvPr/>
        </p:nvSpPr>
        <p:spPr>
          <a:xfrm>
            <a:off x="4739479" y="180412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46EEBB9-9313-45D1-9F55-960C76719BD4}"/>
              </a:ext>
            </a:extLst>
          </p:cNvPr>
          <p:cNvSpPr/>
          <p:nvPr/>
        </p:nvSpPr>
        <p:spPr>
          <a:xfrm>
            <a:off x="4739478" y="254231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3A98C065-8404-4672-BD2F-51F02CA798EF}"/>
              </a:ext>
            </a:extLst>
          </p:cNvPr>
          <p:cNvSpPr/>
          <p:nvPr/>
        </p:nvSpPr>
        <p:spPr>
          <a:xfrm>
            <a:off x="4739475" y="325058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C62418E4-B442-41C1-8E43-409D52925F07}"/>
              </a:ext>
            </a:extLst>
          </p:cNvPr>
          <p:cNvSpPr/>
          <p:nvPr/>
        </p:nvSpPr>
        <p:spPr>
          <a:xfrm>
            <a:off x="4739474" y="450817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10CE4F87-8369-4ED5-A753-BAFE903CBBF3}"/>
              </a:ext>
            </a:extLst>
          </p:cNvPr>
          <p:cNvSpPr/>
          <p:nvPr/>
        </p:nvSpPr>
        <p:spPr>
          <a:xfrm>
            <a:off x="5605620" y="180585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58F7C2D-242B-4D15-9F7F-EB9B51A6B0A9}"/>
              </a:ext>
            </a:extLst>
          </p:cNvPr>
          <p:cNvSpPr/>
          <p:nvPr/>
        </p:nvSpPr>
        <p:spPr>
          <a:xfrm>
            <a:off x="5605619" y="25440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69C05EB3-DFF4-4587-97DD-AF30B65FFC53}"/>
              </a:ext>
            </a:extLst>
          </p:cNvPr>
          <p:cNvSpPr/>
          <p:nvPr/>
        </p:nvSpPr>
        <p:spPr>
          <a:xfrm>
            <a:off x="5605616" y="325205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6BDF6646-CB98-4FB3-A6B0-00A3AE448F07}"/>
              </a:ext>
            </a:extLst>
          </p:cNvPr>
          <p:cNvSpPr/>
          <p:nvPr/>
        </p:nvSpPr>
        <p:spPr>
          <a:xfrm>
            <a:off x="5605615" y="450963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F4664805-0503-4B20-B75E-C5FA74B1F434}"/>
              </a:ext>
            </a:extLst>
          </p:cNvPr>
          <p:cNvSpPr/>
          <p:nvPr/>
        </p:nvSpPr>
        <p:spPr>
          <a:xfrm>
            <a:off x="6471761" y="180758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069D76DF-B488-4544-A3B2-A6FCFFDB6242}"/>
              </a:ext>
            </a:extLst>
          </p:cNvPr>
          <p:cNvSpPr/>
          <p:nvPr/>
        </p:nvSpPr>
        <p:spPr>
          <a:xfrm>
            <a:off x="6471760" y="254577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8D626D15-701F-4E86-94A5-DC2B59DD2BA3}"/>
              </a:ext>
            </a:extLst>
          </p:cNvPr>
          <p:cNvSpPr/>
          <p:nvPr/>
        </p:nvSpPr>
        <p:spPr>
          <a:xfrm>
            <a:off x="6471757" y="325351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C03585C9-3C59-4646-9AEA-1CAA1F34FBD4}"/>
              </a:ext>
            </a:extLst>
          </p:cNvPr>
          <p:cNvSpPr/>
          <p:nvPr/>
        </p:nvSpPr>
        <p:spPr>
          <a:xfrm>
            <a:off x="6471756" y="451110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0547F044-4A31-40FA-9622-A457B8889B34}"/>
              </a:ext>
            </a:extLst>
          </p:cNvPr>
          <p:cNvSpPr/>
          <p:nvPr/>
        </p:nvSpPr>
        <p:spPr>
          <a:xfrm>
            <a:off x="7337902" y="180931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5CFE1EA4-B403-457A-8BAE-7A9DB881BC9A}"/>
              </a:ext>
            </a:extLst>
          </p:cNvPr>
          <p:cNvSpPr/>
          <p:nvPr/>
        </p:nvSpPr>
        <p:spPr>
          <a:xfrm>
            <a:off x="7337901" y="2547506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124A2EFB-0AAA-42FF-8EDD-2AAC6F8584DB}"/>
              </a:ext>
            </a:extLst>
          </p:cNvPr>
          <p:cNvSpPr/>
          <p:nvPr/>
        </p:nvSpPr>
        <p:spPr>
          <a:xfrm>
            <a:off x="7337898" y="32549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1239E0EF-A863-4DE1-A8B1-BAF007AE19EF}"/>
              </a:ext>
            </a:extLst>
          </p:cNvPr>
          <p:cNvSpPr/>
          <p:nvPr/>
        </p:nvSpPr>
        <p:spPr>
          <a:xfrm>
            <a:off x="7337897" y="451256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C1E7AB9F-F087-4A5A-AE27-12B86899AC45}"/>
              </a:ext>
            </a:extLst>
          </p:cNvPr>
          <p:cNvSpPr/>
          <p:nvPr/>
        </p:nvSpPr>
        <p:spPr>
          <a:xfrm>
            <a:off x="8204043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14F88EA5-CCEC-479E-9217-2B084664A1A6}"/>
              </a:ext>
            </a:extLst>
          </p:cNvPr>
          <p:cNvSpPr/>
          <p:nvPr/>
        </p:nvSpPr>
        <p:spPr>
          <a:xfrm>
            <a:off x="8204042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4A3CB47D-6E72-4011-B2AA-4E2A50548E4D}"/>
              </a:ext>
            </a:extLst>
          </p:cNvPr>
          <p:cNvSpPr/>
          <p:nvPr/>
        </p:nvSpPr>
        <p:spPr>
          <a:xfrm>
            <a:off x="8204039" y="32564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5625E79C-AD45-4A19-A962-A3D4EAD34F8B}"/>
              </a:ext>
            </a:extLst>
          </p:cNvPr>
          <p:cNvSpPr/>
          <p:nvPr/>
        </p:nvSpPr>
        <p:spPr>
          <a:xfrm>
            <a:off x="8204038" y="451403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D7639968-B30A-4D2A-BC99-15D0DAC92D3B}"/>
              </a:ext>
            </a:extLst>
          </p:cNvPr>
          <p:cNvSpPr/>
          <p:nvPr/>
        </p:nvSpPr>
        <p:spPr>
          <a:xfrm>
            <a:off x="9070184" y="1814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CC3168BD-F01A-46F7-A845-A248D3A7EA92}"/>
              </a:ext>
            </a:extLst>
          </p:cNvPr>
          <p:cNvSpPr/>
          <p:nvPr/>
        </p:nvSpPr>
        <p:spPr>
          <a:xfrm>
            <a:off x="9070183" y="255270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EDEC8E1B-4693-4B05-AA3B-4E9A0020735E}"/>
              </a:ext>
            </a:extLst>
          </p:cNvPr>
          <p:cNvSpPr/>
          <p:nvPr/>
        </p:nvSpPr>
        <p:spPr>
          <a:xfrm>
            <a:off x="9070180" y="326084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99ED02D3-B9F2-4CFB-B249-13535C2659F7}"/>
              </a:ext>
            </a:extLst>
          </p:cNvPr>
          <p:cNvSpPr/>
          <p:nvPr/>
        </p:nvSpPr>
        <p:spPr>
          <a:xfrm>
            <a:off x="9070179" y="451842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732773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732770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732769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1598914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1598911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1598910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70306C91-65C4-459F-92A1-0A3F5D3363F2}"/>
              </a:ext>
            </a:extLst>
          </p:cNvPr>
          <p:cNvCxnSpPr>
            <a:stCxn id="12" idx="4"/>
            <a:endCxn id="13" idx="0"/>
          </p:cNvCxnSpPr>
          <p:nvPr/>
        </p:nvCxnSpPr>
        <p:spPr>
          <a:xfrm flipH="1">
            <a:off x="2465055" y="215892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2465052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2465051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EE939015-6F8A-4B86-B314-8D028C48BDA0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 flipH="1">
            <a:off x="3331192" y="360765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41C75F2E-CD41-442C-9D2E-6D1FC4F8C30B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3331196" y="216065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844BC73-0B33-445B-8388-3A0BC37DDADF}"/>
              </a:ext>
            </a:extLst>
          </p:cNvPr>
          <p:cNvCxnSpPr>
            <a:stCxn id="17" idx="4"/>
            <a:endCxn id="18" idx="0"/>
          </p:cNvCxnSpPr>
          <p:nvPr/>
        </p:nvCxnSpPr>
        <p:spPr>
          <a:xfrm flipH="1">
            <a:off x="3331193" y="2898846"/>
            <a:ext cx="3" cy="3488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矢印コネクタ 76">
            <a:extLst>
              <a:ext uri="{FF2B5EF4-FFF2-40B4-BE49-F238E27FC236}">
                <a16:creationId xmlns:a16="http://schemas.microsoft.com/office/drawing/2014/main" id="{93E63DFF-4D71-429A-A454-151EB07A2DC2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 flipH="1">
            <a:off x="4197337" y="216239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48D1E6BE-1F70-42A6-B8DE-A081641A0339}"/>
              </a:ext>
            </a:extLst>
          </p:cNvPr>
          <p:cNvCxnSpPr>
            <a:stCxn id="21" idx="4"/>
            <a:endCxn id="22" idx="0"/>
          </p:cNvCxnSpPr>
          <p:nvPr/>
        </p:nvCxnSpPr>
        <p:spPr>
          <a:xfrm flipH="1">
            <a:off x="4197334" y="2900578"/>
            <a:ext cx="3" cy="3485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矢印コネクタ 80">
            <a:extLst>
              <a:ext uri="{FF2B5EF4-FFF2-40B4-BE49-F238E27FC236}">
                <a16:creationId xmlns:a16="http://schemas.microsoft.com/office/drawing/2014/main" id="{FCDF71C4-C46C-4F45-9643-94C291BE479F}"/>
              </a:ext>
            </a:extLst>
          </p:cNvPr>
          <p:cNvCxnSpPr>
            <a:stCxn id="22" idx="4"/>
            <a:endCxn id="23" idx="0"/>
          </p:cNvCxnSpPr>
          <p:nvPr/>
        </p:nvCxnSpPr>
        <p:spPr>
          <a:xfrm flipH="1">
            <a:off x="4197333" y="360912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FC63CBF5-EDAB-494A-954B-04BED038CDA4}"/>
              </a:ext>
            </a:extLst>
          </p:cNvPr>
          <p:cNvCxnSpPr>
            <a:stCxn id="24" idx="4"/>
            <a:endCxn id="25" idx="0"/>
          </p:cNvCxnSpPr>
          <p:nvPr/>
        </p:nvCxnSpPr>
        <p:spPr>
          <a:xfrm flipH="1">
            <a:off x="5063478" y="216412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84">
            <a:extLst>
              <a:ext uri="{FF2B5EF4-FFF2-40B4-BE49-F238E27FC236}">
                <a16:creationId xmlns:a16="http://schemas.microsoft.com/office/drawing/2014/main" id="{66F2E981-0A4B-4FB8-A5FC-14CB33D9863D}"/>
              </a:ext>
            </a:extLst>
          </p:cNvPr>
          <p:cNvCxnSpPr>
            <a:stCxn id="25" idx="4"/>
            <a:endCxn id="26" idx="0"/>
          </p:cNvCxnSpPr>
          <p:nvPr/>
        </p:nvCxnSpPr>
        <p:spPr>
          <a:xfrm flipH="1">
            <a:off x="5063475" y="2902310"/>
            <a:ext cx="3" cy="3482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線矢印コネクタ 86">
            <a:extLst>
              <a:ext uri="{FF2B5EF4-FFF2-40B4-BE49-F238E27FC236}">
                <a16:creationId xmlns:a16="http://schemas.microsoft.com/office/drawing/2014/main" id="{5D0B413D-54DF-4B48-A102-A71573709D9F}"/>
              </a:ext>
            </a:extLst>
          </p:cNvPr>
          <p:cNvCxnSpPr>
            <a:stCxn id="26" idx="4"/>
            <a:endCxn id="27" idx="0"/>
          </p:cNvCxnSpPr>
          <p:nvPr/>
        </p:nvCxnSpPr>
        <p:spPr>
          <a:xfrm flipH="1">
            <a:off x="5063474" y="361058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矢印コネクタ 88">
            <a:extLst>
              <a:ext uri="{FF2B5EF4-FFF2-40B4-BE49-F238E27FC236}">
                <a16:creationId xmlns:a16="http://schemas.microsoft.com/office/drawing/2014/main" id="{A9C2931D-EC60-46D2-9B24-36DCA48B558B}"/>
              </a:ext>
            </a:extLst>
          </p:cNvPr>
          <p:cNvCxnSpPr>
            <a:stCxn id="28" idx="4"/>
            <a:endCxn id="29" idx="0"/>
          </p:cNvCxnSpPr>
          <p:nvPr/>
        </p:nvCxnSpPr>
        <p:spPr>
          <a:xfrm flipH="1">
            <a:off x="5929619" y="216585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矢印コネクタ 90">
            <a:extLst>
              <a:ext uri="{FF2B5EF4-FFF2-40B4-BE49-F238E27FC236}">
                <a16:creationId xmlns:a16="http://schemas.microsoft.com/office/drawing/2014/main" id="{AF662493-AA81-44B3-870A-E319B4B439DD}"/>
              </a:ext>
            </a:extLst>
          </p:cNvPr>
          <p:cNvCxnSpPr>
            <a:stCxn id="29" idx="4"/>
            <a:endCxn id="30" idx="0"/>
          </p:cNvCxnSpPr>
          <p:nvPr/>
        </p:nvCxnSpPr>
        <p:spPr>
          <a:xfrm flipH="1">
            <a:off x="5929616" y="2904042"/>
            <a:ext cx="3" cy="3480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07AD6B7E-37D3-4FD8-AAB7-3697BF715A19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flipH="1">
            <a:off x="5929615" y="361205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922D371-6FB2-4453-AFF6-CA0DBF01960A}"/>
              </a:ext>
            </a:extLst>
          </p:cNvPr>
          <p:cNvCxnSpPr>
            <a:stCxn id="34" idx="4"/>
            <a:endCxn id="35" idx="0"/>
          </p:cNvCxnSpPr>
          <p:nvPr/>
        </p:nvCxnSpPr>
        <p:spPr>
          <a:xfrm flipH="1">
            <a:off x="6795756" y="361351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矢印コネクタ 96">
            <a:extLst>
              <a:ext uri="{FF2B5EF4-FFF2-40B4-BE49-F238E27FC236}">
                <a16:creationId xmlns:a16="http://schemas.microsoft.com/office/drawing/2014/main" id="{C909BCEE-027B-43E7-BA8A-20575D879930}"/>
              </a:ext>
            </a:extLst>
          </p:cNvPr>
          <p:cNvCxnSpPr>
            <a:stCxn id="32" idx="4"/>
            <a:endCxn id="33" idx="0"/>
          </p:cNvCxnSpPr>
          <p:nvPr/>
        </p:nvCxnSpPr>
        <p:spPr>
          <a:xfrm flipH="1">
            <a:off x="6795760" y="2167586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矢印コネクタ 98">
            <a:extLst>
              <a:ext uri="{FF2B5EF4-FFF2-40B4-BE49-F238E27FC236}">
                <a16:creationId xmlns:a16="http://schemas.microsoft.com/office/drawing/2014/main" id="{0A9B9A30-0F02-4F9B-BC6A-0D917C08C72E}"/>
              </a:ext>
            </a:extLst>
          </p:cNvPr>
          <p:cNvCxnSpPr>
            <a:stCxn id="33" idx="4"/>
            <a:endCxn id="34" idx="0"/>
          </p:cNvCxnSpPr>
          <p:nvPr/>
        </p:nvCxnSpPr>
        <p:spPr>
          <a:xfrm flipH="1">
            <a:off x="6795757" y="2905774"/>
            <a:ext cx="3" cy="3477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矢印コネクタ 100">
            <a:extLst>
              <a:ext uri="{FF2B5EF4-FFF2-40B4-BE49-F238E27FC236}">
                <a16:creationId xmlns:a16="http://schemas.microsoft.com/office/drawing/2014/main" id="{8ABB34FF-0683-4C5C-9C54-23BF461873C5}"/>
              </a:ext>
            </a:extLst>
          </p:cNvPr>
          <p:cNvCxnSpPr>
            <a:stCxn id="37" idx="4"/>
            <a:endCxn id="38" idx="0"/>
          </p:cNvCxnSpPr>
          <p:nvPr/>
        </p:nvCxnSpPr>
        <p:spPr>
          <a:xfrm flipH="1">
            <a:off x="7661898" y="2907506"/>
            <a:ext cx="3" cy="34747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C8226674-1A5F-4F9A-9FE9-AB28DC770BF2}"/>
              </a:ext>
            </a:extLst>
          </p:cNvPr>
          <p:cNvCxnSpPr>
            <a:stCxn id="36" idx="4"/>
            <a:endCxn id="37" idx="0"/>
          </p:cNvCxnSpPr>
          <p:nvPr/>
        </p:nvCxnSpPr>
        <p:spPr>
          <a:xfrm flipH="1">
            <a:off x="7661901" y="2169318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E8D07E17-7135-4A3A-B299-847384AA10D4}"/>
              </a:ext>
            </a:extLst>
          </p:cNvPr>
          <p:cNvCxnSpPr>
            <a:stCxn id="38" idx="4"/>
            <a:endCxn id="39" idx="0"/>
          </p:cNvCxnSpPr>
          <p:nvPr/>
        </p:nvCxnSpPr>
        <p:spPr>
          <a:xfrm flipH="1">
            <a:off x="7661897" y="361498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線矢印コネクタ 106">
            <a:extLst>
              <a:ext uri="{FF2B5EF4-FFF2-40B4-BE49-F238E27FC236}">
                <a16:creationId xmlns:a16="http://schemas.microsoft.com/office/drawing/2014/main" id="{1C25A62C-07F1-4F8D-8F74-5CC84C39161B}"/>
              </a:ext>
            </a:extLst>
          </p:cNvPr>
          <p:cNvCxnSpPr>
            <a:stCxn id="42" idx="4"/>
            <a:endCxn id="43" idx="0"/>
          </p:cNvCxnSpPr>
          <p:nvPr/>
        </p:nvCxnSpPr>
        <p:spPr>
          <a:xfrm flipH="1">
            <a:off x="8528038" y="361644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矢印コネクタ 108">
            <a:extLst>
              <a:ext uri="{FF2B5EF4-FFF2-40B4-BE49-F238E27FC236}">
                <a16:creationId xmlns:a16="http://schemas.microsoft.com/office/drawing/2014/main" id="{80FED51C-24C6-4467-97D7-835E1AEDC790}"/>
              </a:ext>
            </a:extLst>
          </p:cNvPr>
          <p:cNvCxnSpPr>
            <a:stCxn id="41" idx="4"/>
            <a:endCxn id="42" idx="0"/>
          </p:cNvCxnSpPr>
          <p:nvPr/>
        </p:nvCxnSpPr>
        <p:spPr>
          <a:xfrm flipH="1">
            <a:off x="8528039" y="2909238"/>
            <a:ext cx="3" cy="34720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矢印コネクタ 110">
            <a:extLst>
              <a:ext uri="{FF2B5EF4-FFF2-40B4-BE49-F238E27FC236}">
                <a16:creationId xmlns:a16="http://schemas.microsoft.com/office/drawing/2014/main" id="{6B365DC5-E784-4476-B831-433CE98FA359}"/>
              </a:ext>
            </a:extLst>
          </p:cNvPr>
          <p:cNvCxnSpPr>
            <a:stCxn id="40" idx="4"/>
            <a:endCxn id="41" idx="0"/>
          </p:cNvCxnSpPr>
          <p:nvPr/>
        </p:nvCxnSpPr>
        <p:spPr>
          <a:xfrm flipH="1">
            <a:off x="8528042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4B7D2CB4-9725-42EA-8463-1049ED4BD659}"/>
              </a:ext>
            </a:extLst>
          </p:cNvPr>
          <p:cNvCxnSpPr>
            <a:stCxn id="44" idx="4"/>
            <a:endCxn id="45" idx="0"/>
          </p:cNvCxnSpPr>
          <p:nvPr/>
        </p:nvCxnSpPr>
        <p:spPr>
          <a:xfrm flipH="1">
            <a:off x="9394183" y="217451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B6AB3A91-066A-4CD5-8C3C-C7FAE9DB69B3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 flipH="1">
            <a:off x="9394180" y="2912700"/>
            <a:ext cx="3" cy="34814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線矢印コネクタ 116">
            <a:extLst>
              <a:ext uri="{FF2B5EF4-FFF2-40B4-BE49-F238E27FC236}">
                <a16:creationId xmlns:a16="http://schemas.microsoft.com/office/drawing/2014/main" id="{27B48C82-D865-4D09-938C-0C7379FD350A}"/>
              </a:ext>
            </a:extLst>
          </p:cNvPr>
          <p:cNvCxnSpPr>
            <a:stCxn id="46" idx="4"/>
            <a:endCxn id="47" idx="0"/>
          </p:cNvCxnSpPr>
          <p:nvPr/>
        </p:nvCxnSpPr>
        <p:spPr>
          <a:xfrm flipH="1">
            <a:off x="9394179" y="362084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898519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2" idx="1"/>
          </p:cNvCxnSpPr>
          <p:nvPr/>
        </p:nvCxnSpPr>
        <p:spPr>
          <a:xfrm rot="5400000" flipH="1" flipV="1">
            <a:off x="1764660" y="168590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コネクタ: カギ線 133">
            <a:extLst>
              <a:ext uri="{FF2B5EF4-FFF2-40B4-BE49-F238E27FC236}">
                <a16:creationId xmlns:a16="http://schemas.microsoft.com/office/drawing/2014/main" id="{E2953AB9-85FB-4F6D-907F-594A3665206D}"/>
              </a:ext>
            </a:extLst>
          </p:cNvPr>
          <p:cNvCxnSpPr>
            <a:stCxn id="12" idx="4"/>
            <a:endCxn id="16" idx="1"/>
          </p:cNvCxnSpPr>
          <p:nvPr/>
        </p:nvCxnSpPr>
        <p:spPr>
          <a:xfrm rot="5400000" flipH="1" flipV="1">
            <a:off x="2630801" y="168763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35">
            <a:extLst>
              <a:ext uri="{FF2B5EF4-FFF2-40B4-BE49-F238E27FC236}">
                <a16:creationId xmlns:a16="http://schemas.microsoft.com/office/drawing/2014/main" id="{367F82DE-92C3-403D-8580-662959C877DD}"/>
              </a:ext>
            </a:extLst>
          </p:cNvPr>
          <p:cNvCxnSpPr>
            <a:stCxn id="16" idx="4"/>
            <a:endCxn id="20" idx="1"/>
          </p:cNvCxnSpPr>
          <p:nvPr/>
        </p:nvCxnSpPr>
        <p:spPr>
          <a:xfrm rot="5400000" flipH="1" flipV="1">
            <a:off x="3496942" y="168936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090108E7-8EB2-4740-A501-92DB7C1CF136}"/>
              </a:ext>
            </a:extLst>
          </p:cNvPr>
          <p:cNvCxnSpPr>
            <a:stCxn id="20" idx="4"/>
            <a:endCxn id="24" idx="1"/>
          </p:cNvCxnSpPr>
          <p:nvPr/>
        </p:nvCxnSpPr>
        <p:spPr>
          <a:xfrm rot="5400000" flipH="1" flipV="1">
            <a:off x="4363083" y="1691098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39">
            <a:extLst>
              <a:ext uri="{FF2B5EF4-FFF2-40B4-BE49-F238E27FC236}">
                <a16:creationId xmlns:a16="http://schemas.microsoft.com/office/drawing/2014/main" id="{BB650C1A-8385-4E8A-A899-55CA62B033AA}"/>
              </a:ext>
            </a:extLst>
          </p:cNvPr>
          <p:cNvCxnSpPr>
            <a:stCxn id="24" idx="4"/>
            <a:endCxn id="28" idx="1"/>
          </p:cNvCxnSpPr>
          <p:nvPr/>
        </p:nvCxnSpPr>
        <p:spPr>
          <a:xfrm rot="5400000" flipH="1" flipV="1">
            <a:off x="5229224" y="169283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77C409A6-17A1-445A-810B-D03C659AEAD3}"/>
              </a:ext>
            </a:extLst>
          </p:cNvPr>
          <p:cNvCxnSpPr>
            <a:stCxn id="28" idx="4"/>
            <a:endCxn id="32" idx="1"/>
          </p:cNvCxnSpPr>
          <p:nvPr/>
        </p:nvCxnSpPr>
        <p:spPr>
          <a:xfrm rot="5400000" flipH="1" flipV="1">
            <a:off x="6095365" y="1694562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コネクタ: カギ線 143">
            <a:extLst>
              <a:ext uri="{FF2B5EF4-FFF2-40B4-BE49-F238E27FC236}">
                <a16:creationId xmlns:a16="http://schemas.microsoft.com/office/drawing/2014/main" id="{29D827E5-6A6B-4F13-92DC-171EDD3F0A8C}"/>
              </a:ext>
            </a:extLst>
          </p:cNvPr>
          <p:cNvCxnSpPr>
            <a:stCxn id="32" idx="4"/>
            <a:endCxn id="36" idx="1"/>
          </p:cNvCxnSpPr>
          <p:nvPr/>
        </p:nvCxnSpPr>
        <p:spPr>
          <a:xfrm rot="5400000" flipH="1" flipV="1">
            <a:off x="6961506" y="1696294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コネクタ: カギ線 145">
            <a:extLst>
              <a:ext uri="{FF2B5EF4-FFF2-40B4-BE49-F238E27FC236}">
                <a16:creationId xmlns:a16="http://schemas.microsoft.com/office/drawing/2014/main" id="{F273562A-66A8-4509-AE8D-A88988CCA549}"/>
              </a:ext>
            </a:extLst>
          </p:cNvPr>
          <p:cNvCxnSpPr>
            <a:stCxn id="36" idx="4"/>
            <a:endCxn id="40" idx="1"/>
          </p:cNvCxnSpPr>
          <p:nvPr/>
        </p:nvCxnSpPr>
        <p:spPr>
          <a:xfrm rot="5400000" flipH="1" flipV="1">
            <a:off x="7827647" y="1698026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コネクタ: カギ線 147">
            <a:extLst>
              <a:ext uri="{FF2B5EF4-FFF2-40B4-BE49-F238E27FC236}">
                <a16:creationId xmlns:a16="http://schemas.microsoft.com/office/drawing/2014/main" id="{436C46B0-27C4-4AB2-AA6E-2CC569A4D907}"/>
              </a:ext>
            </a:extLst>
          </p:cNvPr>
          <p:cNvCxnSpPr>
            <a:stCxn id="40" idx="4"/>
            <a:endCxn id="44" idx="1"/>
          </p:cNvCxnSpPr>
          <p:nvPr/>
        </p:nvCxnSpPr>
        <p:spPr>
          <a:xfrm rot="5400000" flipH="1" flipV="1">
            <a:off x="8694653" y="1700623"/>
            <a:ext cx="303817" cy="637038"/>
          </a:xfrm>
          <a:prstGeom prst="bentConnector5">
            <a:avLst>
              <a:gd name="adj1" fmla="val -75243"/>
              <a:gd name="adj2" fmla="val 67982"/>
              <a:gd name="adj3" fmla="val 17524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コネクタ: カギ線 149">
            <a:extLst>
              <a:ext uri="{FF2B5EF4-FFF2-40B4-BE49-F238E27FC236}">
                <a16:creationId xmlns:a16="http://schemas.microsoft.com/office/drawing/2014/main" id="{1B8045CB-6F12-4BBE-9B06-06F4DB7EA646}"/>
              </a:ext>
            </a:extLst>
          </p:cNvPr>
          <p:cNvCxnSpPr>
            <a:cxnSpLocks/>
            <a:stCxn id="44" idx="4"/>
            <a:endCxn id="237" idx="1"/>
          </p:cNvCxnSpPr>
          <p:nvPr/>
        </p:nvCxnSpPr>
        <p:spPr>
          <a:xfrm rot="5400000" flipH="1" flipV="1">
            <a:off x="9557332" y="1700623"/>
            <a:ext cx="310741" cy="637038"/>
          </a:xfrm>
          <a:prstGeom prst="bentConnector5">
            <a:avLst>
              <a:gd name="adj1" fmla="val -73566"/>
              <a:gd name="adj2" fmla="val 67982"/>
              <a:gd name="adj3" fmla="val 17356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1286051" y="519638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7" name="楕円 156">
            <a:extLst>
              <a:ext uri="{FF2B5EF4-FFF2-40B4-BE49-F238E27FC236}">
                <a16:creationId xmlns:a16="http://schemas.microsoft.com/office/drawing/2014/main" id="{AE33CB5B-D28C-46CC-8145-084AE5F08BE3}"/>
              </a:ext>
            </a:extLst>
          </p:cNvPr>
          <p:cNvSpPr/>
          <p:nvPr/>
        </p:nvSpPr>
        <p:spPr>
          <a:xfrm>
            <a:off x="2151032" y="519812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8" name="楕円 157">
            <a:extLst>
              <a:ext uri="{FF2B5EF4-FFF2-40B4-BE49-F238E27FC236}">
                <a16:creationId xmlns:a16="http://schemas.microsoft.com/office/drawing/2014/main" id="{B4DAD651-21C8-4038-B362-6E7E6F8B3D32}"/>
              </a:ext>
            </a:extLst>
          </p:cNvPr>
          <p:cNvSpPr/>
          <p:nvPr/>
        </p:nvSpPr>
        <p:spPr>
          <a:xfrm>
            <a:off x="3016013" y="519985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9" name="楕円 158">
            <a:extLst>
              <a:ext uri="{FF2B5EF4-FFF2-40B4-BE49-F238E27FC236}">
                <a16:creationId xmlns:a16="http://schemas.microsoft.com/office/drawing/2014/main" id="{274E61C6-E8D8-4A05-A8E6-15AA46D01DAB}"/>
              </a:ext>
            </a:extLst>
          </p:cNvPr>
          <p:cNvSpPr/>
          <p:nvPr/>
        </p:nvSpPr>
        <p:spPr>
          <a:xfrm>
            <a:off x="3880994" y="520158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0" name="楕円 159">
            <a:extLst>
              <a:ext uri="{FF2B5EF4-FFF2-40B4-BE49-F238E27FC236}">
                <a16:creationId xmlns:a16="http://schemas.microsoft.com/office/drawing/2014/main" id="{8A04C198-073E-4A19-BEF5-A8FBD790C266}"/>
              </a:ext>
            </a:extLst>
          </p:cNvPr>
          <p:cNvSpPr/>
          <p:nvPr/>
        </p:nvSpPr>
        <p:spPr>
          <a:xfrm>
            <a:off x="4745975" y="520331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1" name="楕円 160">
            <a:extLst>
              <a:ext uri="{FF2B5EF4-FFF2-40B4-BE49-F238E27FC236}">
                <a16:creationId xmlns:a16="http://schemas.microsoft.com/office/drawing/2014/main" id="{F55CB87A-DABF-44D3-B100-6A3C6A7C95BB}"/>
              </a:ext>
            </a:extLst>
          </p:cNvPr>
          <p:cNvSpPr/>
          <p:nvPr/>
        </p:nvSpPr>
        <p:spPr>
          <a:xfrm>
            <a:off x="5610956" y="5205048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2" name="楕円 161">
            <a:extLst>
              <a:ext uri="{FF2B5EF4-FFF2-40B4-BE49-F238E27FC236}">
                <a16:creationId xmlns:a16="http://schemas.microsoft.com/office/drawing/2014/main" id="{3D92306A-8F52-4A21-98BE-873E7374CEF6}"/>
              </a:ext>
            </a:extLst>
          </p:cNvPr>
          <p:cNvSpPr/>
          <p:nvPr/>
        </p:nvSpPr>
        <p:spPr>
          <a:xfrm>
            <a:off x="6475937" y="520678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3" name="楕円 162">
            <a:extLst>
              <a:ext uri="{FF2B5EF4-FFF2-40B4-BE49-F238E27FC236}">
                <a16:creationId xmlns:a16="http://schemas.microsoft.com/office/drawing/2014/main" id="{B4EF84C6-D89B-419E-94F2-80A201154672}"/>
              </a:ext>
            </a:extLst>
          </p:cNvPr>
          <p:cNvSpPr/>
          <p:nvPr/>
        </p:nvSpPr>
        <p:spPr>
          <a:xfrm>
            <a:off x="7340918" y="52085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4" name="楕円 163">
            <a:extLst>
              <a:ext uri="{FF2B5EF4-FFF2-40B4-BE49-F238E27FC236}">
                <a16:creationId xmlns:a16="http://schemas.microsoft.com/office/drawing/2014/main" id="{4E0745EA-3E82-428E-B78C-96B6FD978F16}"/>
              </a:ext>
            </a:extLst>
          </p:cNvPr>
          <p:cNvSpPr/>
          <p:nvPr/>
        </p:nvSpPr>
        <p:spPr>
          <a:xfrm>
            <a:off x="8205899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65" name="楕円 164">
            <a:extLst>
              <a:ext uri="{FF2B5EF4-FFF2-40B4-BE49-F238E27FC236}">
                <a16:creationId xmlns:a16="http://schemas.microsoft.com/office/drawing/2014/main" id="{824603B2-17DD-4513-80E8-2331FBEB8D3B}"/>
              </a:ext>
            </a:extLst>
          </p:cNvPr>
          <p:cNvSpPr/>
          <p:nvPr/>
        </p:nvSpPr>
        <p:spPr>
          <a:xfrm>
            <a:off x="9070880" y="5213706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1610051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線矢印コネクタ 166">
            <a:extLst>
              <a:ext uri="{FF2B5EF4-FFF2-40B4-BE49-F238E27FC236}">
                <a16:creationId xmlns:a16="http://schemas.microsoft.com/office/drawing/2014/main" id="{DF846F31-EF67-4E88-AB1E-830574DB8A18}"/>
              </a:ext>
            </a:extLst>
          </p:cNvPr>
          <p:cNvCxnSpPr>
            <a:cxnSpLocks/>
            <a:stCxn id="15" idx="4"/>
            <a:endCxn id="157" idx="0"/>
          </p:cNvCxnSpPr>
          <p:nvPr/>
        </p:nvCxnSpPr>
        <p:spPr>
          <a:xfrm>
            <a:off x="2465051" y="4863777"/>
            <a:ext cx="9981" cy="334343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線矢印コネクタ 167">
            <a:extLst>
              <a:ext uri="{FF2B5EF4-FFF2-40B4-BE49-F238E27FC236}">
                <a16:creationId xmlns:a16="http://schemas.microsoft.com/office/drawing/2014/main" id="{3927328B-AF2A-4B26-BB83-BC03DEBA10AE}"/>
              </a:ext>
            </a:extLst>
          </p:cNvPr>
          <p:cNvCxnSpPr>
            <a:cxnSpLocks/>
            <a:stCxn id="19" idx="4"/>
            <a:endCxn id="158" idx="0"/>
          </p:cNvCxnSpPr>
          <p:nvPr/>
        </p:nvCxnSpPr>
        <p:spPr>
          <a:xfrm>
            <a:off x="3331192" y="4865242"/>
            <a:ext cx="8821" cy="3346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線矢印コネクタ 168">
            <a:extLst>
              <a:ext uri="{FF2B5EF4-FFF2-40B4-BE49-F238E27FC236}">
                <a16:creationId xmlns:a16="http://schemas.microsoft.com/office/drawing/2014/main" id="{E8F44C3B-9412-4434-AF8F-8B098D9D8666}"/>
              </a:ext>
            </a:extLst>
          </p:cNvPr>
          <p:cNvCxnSpPr>
            <a:cxnSpLocks/>
            <a:stCxn id="23" idx="4"/>
            <a:endCxn id="159" idx="0"/>
          </p:cNvCxnSpPr>
          <p:nvPr/>
        </p:nvCxnSpPr>
        <p:spPr>
          <a:xfrm>
            <a:off x="4197333" y="4866707"/>
            <a:ext cx="7661" cy="33487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線矢印コネクタ 169">
            <a:extLst>
              <a:ext uri="{FF2B5EF4-FFF2-40B4-BE49-F238E27FC236}">
                <a16:creationId xmlns:a16="http://schemas.microsoft.com/office/drawing/2014/main" id="{81B2CDFD-28E8-46B5-8180-5F75B39E6CC6}"/>
              </a:ext>
            </a:extLst>
          </p:cNvPr>
          <p:cNvCxnSpPr>
            <a:cxnSpLocks/>
            <a:stCxn id="27" idx="4"/>
            <a:endCxn id="160" idx="0"/>
          </p:cNvCxnSpPr>
          <p:nvPr/>
        </p:nvCxnSpPr>
        <p:spPr>
          <a:xfrm>
            <a:off x="5063474" y="4868172"/>
            <a:ext cx="6501" cy="33514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線矢印コネクタ 170">
            <a:extLst>
              <a:ext uri="{FF2B5EF4-FFF2-40B4-BE49-F238E27FC236}">
                <a16:creationId xmlns:a16="http://schemas.microsoft.com/office/drawing/2014/main" id="{B2E1B6EF-71AA-43D3-A112-A4B30612B17E}"/>
              </a:ext>
            </a:extLst>
          </p:cNvPr>
          <p:cNvCxnSpPr>
            <a:cxnSpLocks/>
            <a:stCxn id="31" idx="4"/>
            <a:endCxn id="161" idx="0"/>
          </p:cNvCxnSpPr>
          <p:nvPr/>
        </p:nvCxnSpPr>
        <p:spPr>
          <a:xfrm>
            <a:off x="5929615" y="4869637"/>
            <a:ext cx="5341" cy="335411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線矢印コネクタ 171">
            <a:extLst>
              <a:ext uri="{FF2B5EF4-FFF2-40B4-BE49-F238E27FC236}">
                <a16:creationId xmlns:a16="http://schemas.microsoft.com/office/drawing/2014/main" id="{8128AA2F-9595-4335-AC1A-8A52CD738960}"/>
              </a:ext>
            </a:extLst>
          </p:cNvPr>
          <p:cNvCxnSpPr>
            <a:cxnSpLocks/>
            <a:stCxn id="35" idx="4"/>
            <a:endCxn id="162" idx="0"/>
          </p:cNvCxnSpPr>
          <p:nvPr/>
        </p:nvCxnSpPr>
        <p:spPr>
          <a:xfrm>
            <a:off x="6795756" y="4871102"/>
            <a:ext cx="4181" cy="3356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線矢印コネクタ 172">
            <a:extLst>
              <a:ext uri="{FF2B5EF4-FFF2-40B4-BE49-F238E27FC236}">
                <a16:creationId xmlns:a16="http://schemas.microsoft.com/office/drawing/2014/main" id="{9B75D050-76C9-4FC9-918E-915937DB87E4}"/>
              </a:ext>
            </a:extLst>
          </p:cNvPr>
          <p:cNvCxnSpPr>
            <a:cxnSpLocks/>
            <a:stCxn id="39" idx="4"/>
            <a:endCxn id="163" idx="0"/>
          </p:cNvCxnSpPr>
          <p:nvPr/>
        </p:nvCxnSpPr>
        <p:spPr>
          <a:xfrm>
            <a:off x="7661897" y="4872567"/>
            <a:ext cx="3021" cy="3359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線矢印コネクタ 173">
            <a:extLst>
              <a:ext uri="{FF2B5EF4-FFF2-40B4-BE49-F238E27FC236}">
                <a16:creationId xmlns:a16="http://schemas.microsoft.com/office/drawing/2014/main" id="{2BD5064B-3478-4FAE-85F8-A2C0F6552CC5}"/>
              </a:ext>
            </a:extLst>
          </p:cNvPr>
          <p:cNvCxnSpPr>
            <a:cxnSpLocks/>
            <a:stCxn id="43" idx="4"/>
            <a:endCxn id="164" idx="0"/>
          </p:cNvCxnSpPr>
          <p:nvPr/>
        </p:nvCxnSpPr>
        <p:spPr>
          <a:xfrm>
            <a:off x="8528038" y="4874032"/>
            <a:ext cx="1861" cy="3362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線矢印コネクタ 174">
            <a:extLst>
              <a:ext uri="{FF2B5EF4-FFF2-40B4-BE49-F238E27FC236}">
                <a16:creationId xmlns:a16="http://schemas.microsoft.com/office/drawing/2014/main" id="{3DD23CE4-E5BB-4E07-A7E2-2B392E5EF26F}"/>
              </a:ext>
            </a:extLst>
          </p:cNvPr>
          <p:cNvCxnSpPr>
            <a:cxnSpLocks/>
            <a:stCxn id="47" idx="4"/>
            <a:endCxn id="165" idx="0"/>
          </p:cNvCxnSpPr>
          <p:nvPr/>
        </p:nvCxnSpPr>
        <p:spPr>
          <a:xfrm>
            <a:off x="9394179" y="4878427"/>
            <a:ext cx="701" cy="335279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コネクタ: カギ線 179">
            <a:extLst>
              <a:ext uri="{FF2B5EF4-FFF2-40B4-BE49-F238E27FC236}">
                <a16:creationId xmlns:a16="http://schemas.microsoft.com/office/drawing/2014/main" id="{3F13F392-7E7C-4826-B279-89AF5F27E316}"/>
              </a:ext>
            </a:extLst>
          </p:cNvPr>
          <p:cNvCxnSpPr>
            <a:cxnSpLocks/>
            <a:stCxn id="165" idx="4"/>
            <a:endCxn id="308" idx="0"/>
          </p:cNvCxnSpPr>
          <p:nvPr/>
        </p:nvCxnSpPr>
        <p:spPr>
          <a:xfrm rot="5400000" flipH="1">
            <a:off x="8247667" y="4426494"/>
            <a:ext cx="1697123" cy="597303"/>
          </a:xfrm>
          <a:prstGeom prst="bentConnector5">
            <a:avLst>
              <a:gd name="adj1" fmla="val -13470"/>
              <a:gd name="adj2" fmla="val 62029"/>
              <a:gd name="adj3" fmla="val 11347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DF3A087-B7E4-4738-B144-25BE614FA999}"/>
              </a:ext>
            </a:extLst>
          </p:cNvPr>
          <p:cNvCxnSpPr>
            <a:cxnSpLocks/>
            <a:stCxn id="164" idx="4"/>
            <a:endCxn id="306" idx="0"/>
          </p:cNvCxnSpPr>
          <p:nvPr/>
        </p:nvCxnSpPr>
        <p:spPr>
          <a:xfrm rot="5400000" flipH="1">
            <a:off x="7373200" y="4413545"/>
            <a:ext cx="1717720" cy="595678"/>
          </a:xfrm>
          <a:prstGeom prst="bentConnector5">
            <a:avLst>
              <a:gd name="adj1" fmla="val -13308"/>
              <a:gd name="adj2" fmla="val 62062"/>
              <a:gd name="adj3" fmla="val 11330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コネクタ: カギ線 183">
            <a:extLst>
              <a:ext uri="{FF2B5EF4-FFF2-40B4-BE49-F238E27FC236}">
                <a16:creationId xmlns:a16="http://schemas.microsoft.com/office/drawing/2014/main" id="{33E66C4A-1087-4035-8208-32CB25F0BD19}"/>
              </a:ext>
            </a:extLst>
          </p:cNvPr>
          <p:cNvCxnSpPr>
            <a:cxnSpLocks/>
            <a:stCxn id="163" idx="4"/>
            <a:endCxn id="304" idx="0"/>
          </p:cNvCxnSpPr>
          <p:nvPr/>
        </p:nvCxnSpPr>
        <p:spPr>
          <a:xfrm rot="5400000" flipH="1">
            <a:off x="6491850" y="4395444"/>
            <a:ext cx="1752084" cy="594053"/>
          </a:xfrm>
          <a:prstGeom prst="bentConnector5">
            <a:avLst>
              <a:gd name="adj1" fmla="val -13047"/>
              <a:gd name="adj2" fmla="val 62095"/>
              <a:gd name="adj3" fmla="val 11304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コネクタ: カギ線 185">
            <a:extLst>
              <a:ext uri="{FF2B5EF4-FFF2-40B4-BE49-F238E27FC236}">
                <a16:creationId xmlns:a16="http://schemas.microsoft.com/office/drawing/2014/main" id="{09EBD17D-66ED-4F91-8937-799582DE2A88}"/>
              </a:ext>
            </a:extLst>
          </p:cNvPr>
          <p:cNvCxnSpPr>
            <a:cxnSpLocks/>
            <a:stCxn id="162" idx="4"/>
            <a:endCxn id="302" idx="0"/>
          </p:cNvCxnSpPr>
          <p:nvPr/>
        </p:nvCxnSpPr>
        <p:spPr>
          <a:xfrm rot="5400000" flipH="1">
            <a:off x="5649603" y="4416446"/>
            <a:ext cx="1708240" cy="592428"/>
          </a:xfrm>
          <a:prstGeom prst="bentConnector5">
            <a:avLst>
              <a:gd name="adj1" fmla="val -13382"/>
              <a:gd name="adj2" fmla="val 62128"/>
              <a:gd name="adj3" fmla="val 11338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コネクタ: カギ線 187">
            <a:extLst>
              <a:ext uri="{FF2B5EF4-FFF2-40B4-BE49-F238E27FC236}">
                <a16:creationId xmlns:a16="http://schemas.microsoft.com/office/drawing/2014/main" id="{F8055B3D-115D-486E-9C8D-A8C4B596E9B8}"/>
              </a:ext>
            </a:extLst>
          </p:cNvPr>
          <p:cNvCxnSpPr>
            <a:cxnSpLocks/>
            <a:stCxn id="161" idx="4"/>
            <a:endCxn id="300" idx="0"/>
          </p:cNvCxnSpPr>
          <p:nvPr/>
        </p:nvCxnSpPr>
        <p:spPr>
          <a:xfrm rot="5400000" flipH="1">
            <a:off x="4759229" y="4389321"/>
            <a:ext cx="1760652" cy="590803"/>
          </a:xfrm>
          <a:prstGeom prst="bentConnector5">
            <a:avLst>
              <a:gd name="adj1" fmla="val -12984"/>
              <a:gd name="adj2" fmla="val 62161"/>
              <a:gd name="adj3" fmla="val 11298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コネクタ: カギ線 189">
            <a:extLst>
              <a:ext uri="{FF2B5EF4-FFF2-40B4-BE49-F238E27FC236}">
                <a16:creationId xmlns:a16="http://schemas.microsoft.com/office/drawing/2014/main" id="{F4DD224B-43B8-4D51-B383-F88752FC242C}"/>
              </a:ext>
            </a:extLst>
          </p:cNvPr>
          <p:cNvCxnSpPr>
            <a:cxnSpLocks/>
            <a:stCxn id="160" idx="4"/>
            <a:endCxn id="298" idx="0"/>
          </p:cNvCxnSpPr>
          <p:nvPr/>
        </p:nvCxnSpPr>
        <p:spPr>
          <a:xfrm rot="5400000" flipH="1">
            <a:off x="3926006" y="4419347"/>
            <a:ext cx="1698760" cy="589178"/>
          </a:xfrm>
          <a:prstGeom prst="bentConnector5">
            <a:avLst>
              <a:gd name="adj1" fmla="val -13457"/>
              <a:gd name="adj2" fmla="val 62195"/>
              <a:gd name="adj3" fmla="val 11345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コネクタ: カギ線 191">
            <a:extLst>
              <a:ext uri="{FF2B5EF4-FFF2-40B4-BE49-F238E27FC236}">
                <a16:creationId xmlns:a16="http://schemas.microsoft.com/office/drawing/2014/main" id="{2E6E5583-2211-4D93-8F5B-5086155A1019}"/>
              </a:ext>
            </a:extLst>
          </p:cNvPr>
          <p:cNvCxnSpPr>
            <a:cxnSpLocks/>
            <a:stCxn id="159" idx="4"/>
            <a:endCxn id="296" idx="0"/>
          </p:cNvCxnSpPr>
          <p:nvPr/>
        </p:nvCxnSpPr>
        <p:spPr>
          <a:xfrm rot="5400000" flipH="1">
            <a:off x="3035632" y="4392222"/>
            <a:ext cx="1751172" cy="587553"/>
          </a:xfrm>
          <a:prstGeom prst="bentConnector5">
            <a:avLst>
              <a:gd name="adj1" fmla="val -13054"/>
              <a:gd name="adj2" fmla="val 62228"/>
              <a:gd name="adj3" fmla="val 113054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コネクタ: カギ線 193">
            <a:extLst>
              <a:ext uri="{FF2B5EF4-FFF2-40B4-BE49-F238E27FC236}">
                <a16:creationId xmlns:a16="http://schemas.microsoft.com/office/drawing/2014/main" id="{24E8122C-829E-4E9A-9CA0-645E3B1CF845}"/>
              </a:ext>
            </a:extLst>
          </p:cNvPr>
          <p:cNvCxnSpPr>
            <a:cxnSpLocks/>
            <a:stCxn id="158" idx="4"/>
            <a:endCxn id="294" idx="0"/>
          </p:cNvCxnSpPr>
          <p:nvPr/>
        </p:nvCxnSpPr>
        <p:spPr>
          <a:xfrm rot="5400000" flipH="1">
            <a:off x="2178345" y="4398184"/>
            <a:ext cx="1737408" cy="585928"/>
          </a:xfrm>
          <a:prstGeom prst="bentConnector5">
            <a:avLst>
              <a:gd name="adj1" fmla="val -13158"/>
              <a:gd name="adj2" fmla="val 62262"/>
              <a:gd name="adj3" fmla="val 113158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7" idx="4"/>
            <a:endCxn id="292" idx="0"/>
          </p:cNvCxnSpPr>
          <p:nvPr/>
        </p:nvCxnSpPr>
        <p:spPr>
          <a:xfrm rot="5400000" flipH="1">
            <a:off x="1318051" y="4401139"/>
            <a:ext cx="1729660" cy="584303"/>
          </a:xfrm>
          <a:prstGeom prst="bentConnector5">
            <a:avLst>
              <a:gd name="adj1" fmla="val -13216"/>
              <a:gd name="adj2" fmla="val 62296"/>
              <a:gd name="adj3" fmla="val 11321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457756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893202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1742391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2683933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110E330C-BE60-4336-9132-D9D22988E28B}"/>
              </a:ext>
            </a:extLst>
          </p:cNvPr>
          <p:cNvSpPr/>
          <p:nvPr/>
        </p:nvSpPr>
        <p:spPr>
          <a:xfrm>
            <a:off x="3543664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86BDDD8A-ADEB-4894-A32B-A566A027E471}"/>
              </a:ext>
            </a:extLst>
          </p:cNvPr>
          <p:cNvSpPr/>
          <p:nvPr/>
        </p:nvSpPr>
        <p:spPr>
          <a:xfrm>
            <a:off x="4382246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3C18CC92-888B-4B4E-ABAA-707F12B9C9A4}"/>
              </a:ext>
            </a:extLst>
          </p:cNvPr>
          <p:cNvSpPr/>
          <p:nvPr/>
        </p:nvSpPr>
        <p:spPr>
          <a:xfrm>
            <a:off x="514376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ECE115FF-A7C0-41D8-977C-CADCBD8B93D9}"/>
              </a:ext>
            </a:extLst>
          </p:cNvPr>
          <p:cNvSpPr/>
          <p:nvPr/>
        </p:nvSpPr>
        <p:spPr>
          <a:xfrm>
            <a:off x="5977442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9AAAF372-1B64-4C85-9DFD-17C38609761E}"/>
              </a:ext>
            </a:extLst>
          </p:cNvPr>
          <p:cNvSpPr/>
          <p:nvPr/>
        </p:nvSpPr>
        <p:spPr>
          <a:xfrm>
            <a:off x="6811926" y="310515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0A1F5A73-7F4E-42FC-8E2D-FE18763640B6}"/>
              </a:ext>
            </a:extLst>
          </p:cNvPr>
          <p:cNvSpPr/>
          <p:nvPr/>
        </p:nvSpPr>
        <p:spPr>
          <a:xfrm>
            <a:off x="7707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09BB725E-B4F6-4CF6-AA52-C7D3597223AD}"/>
              </a:ext>
            </a:extLst>
          </p:cNvPr>
          <p:cNvSpPr/>
          <p:nvPr/>
        </p:nvSpPr>
        <p:spPr>
          <a:xfrm>
            <a:off x="85751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1" name="正方形/長方形 210">
            <a:extLst>
              <a:ext uri="{FF2B5EF4-FFF2-40B4-BE49-F238E27FC236}">
                <a16:creationId xmlns:a16="http://schemas.microsoft.com/office/drawing/2014/main" id="{8C63F190-74D3-497A-BC06-8E1FD0BF3FC6}"/>
              </a:ext>
            </a:extLst>
          </p:cNvPr>
          <p:cNvSpPr/>
          <p:nvPr/>
        </p:nvSpPr>
        <p:spPr>
          <a:xfrm>
            <a:off x="94592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1666191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2533112" y="503763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6" name="正方形/長方形 215">
            <a:extLst>
              <a:ext uri="{FF2B5EF4-FFF2-40B4-BE49-F238E27FC236}">
                <a16:creationId xmlns:a16="http://schemas.microsoft.com/office/drawing/2014/main" id="{BD01C55E-B80A-4D71-8EEA-17DD074C7E01}"/>
              </a:ext>
            </a:extLst>
          </p:cNvPr>
          <p:cNvSpPr/>
          <p:nvPr/>
        </p:nvSpPr>
        <p:spPr>
          <a:xfrm>
            <a:off x="3400033" y="504220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50F1224-7581-43D3-8D46-2156CD62A94B}"/>
              </a:ext>
            </a:extLst>
          </p:cNvPr>
          <p:cNvSpPr/>
          <p:nvPr/>
        </p:nvSpPr>
        <p:spPr>
          <a:xfrm>
            <a:off x="4266954" y="505132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4E366CB2-EA82-4934-86CD-913C52C8636A}"/>
              </a:ext>
            </a:extLst>
          </p:cNvPr>
          <p:cNvSpPr/>
          <p:nvPr/>
        </p:nvSpPr>
        <p:spPr>
          <a:xfrm>
            <a:off x="5133875" y="505589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396C8283-03AA-42D9-8161-DED3D9F7CB4F}"/>
              </a:ext>
            </a:extLst>
          </p:cNvPr>
          <p:cNvSpPr/>
          <p:nvPr/>
        </p:nvSpPr>
        <p:spPr>
          <a:xfrm>
            <a:off x="6000796" y="506045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3F867A61-5A01-4B2E-8514-32300FD57AE8}"/>
              </a:ext>
            </a:extLst>
          </p:cNvPr>
          <p:cNvSpPr/>
          <p:nvPr/>
        </p:nvSpPr>
        <p:spPr>
          <a:xfrm>
            <a:off x="6867717" y="504676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FE741693-B435-46A4-BA9F-4499649A2F52}"/>
              </a:ext>
            </a:extLst>
          </p:cNvPr>
          <p:cNvSpPr/>
          <p:nvPr/>
        </p:nvSpPr>
        <p:spPr>
          <a:xfrm>
            <a:off x="7734638" y="5065021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8031C80F-68BF-47AE-B691-8B262DBA8158}"/>
              </a:ext>
            </a:extLst>
          </p:cNvPr>
          <p:cNvSpPr/>
          <p:nvPr/>
        </p:nvSpPr>
        <p:spPr>
          <a:xfrm>
            <a:off x="8601559" y="507414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C4C192F0-D4D7-4437-84E9-084DE6DAE43B}"/>
              </a:ext>
            </a:extLst>
          </p:cNvPr>
          <p:cNvSpPr/>
          <p:nvPr/>
        </p:nvSpPr>
        <p:spPr>
          <a:xfrm>
            <a:off x="9468480" y="5083277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902727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1762648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2622569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8" name="正方形/長方形 227">
            <a:extLst>
              <a:ext uri="{FF2B5EF4-FFF2-40B4-BE49-F238E27FC236}">
                <a16:creationId xmlns:a16="http://schemas.microsoft.com/office/drawing/2014/main" id="{7A5D8F94-A069-4A70-8DEB-EB6C587DE450}"/>
              </a:ext>
            </a:extLst>
          </p:cNvPr>
          <p:cNvSpPr/>
          <p:nvPr/>
        </p:nvSpPr>
        <p:spPr>
          <a:xfrm>
            <a:off x="3482490" y="24200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3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9" name="正方形/長方形 228">
            <a:extLst>
              <a:ext uri="{FF2B5EF4-FFF2-40B4-BE49-F238E27FC236}">
                <a16:creationId xmlns:a16="http://schemas.microsoft.com/office/drawing/2014/main" id="{349C0ADE-DC59-43BC-B2FC-70A4907287C7}"/>
              </a:ext>
            </a:extLst>
          </p:cNvPr>
          <p:cNvSpPr/>
          <p:nvPr/>
        </p:nvSpPr>
        <p:spPr>
          <a:xfrm>
            <a:off x="4342411" y="242542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4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0" name="正方形/長方形 229">
            <a:extLst>
              <a:ext uri="{FF2B5EF4-FFF2-40B4-BE49-F238E27FC236}">
                <a16:creationId xmlns:a16="http://schemas.microsoft.com/office/drawing/2014/main" id="{1C16CB7D-51D0-4E15-8475-CAD63875776F}"/>
              </a:ext>
            </a:extLst>
          </p:cNvPr>
          <p:cNvSpPr/>
          <p:nvPr/>
        </p:nvSpPr>
        <p:spPr>
          <a:xfrm>
            <a:off x="5202332" y="242721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5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6EF01BEA-9670-459E-AEEB-8EEF35741516}"/>
              </a:ext>
            </a:extLst>
          </p:cNvPr>
          <p:cNvSpPr/>
          <p:nvPr/>
        </p:nvSpPr>
        <p:spPr>
          <a:xfrm>
            <a:off x="6062253" y="242900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6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ABE4DB85-850C-4875-912B-A6C83F2FC0F3}"/>
              </a:ext>
            </a:extLst>
          </p:cNvPr>
          <p:cNvSpPr/>
          <p:nvPr/>
        </p:nvSpPr>
        <p:spPr>
          <a:xfrm>
            <a:off x="6922174" y="24218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7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9551931F-BFED-4EE6-94E6-72CAB7AB8A1F}"/>
              </a:ext>
            </a:extLst>
          </p:cNvPr>
          <p:cNvSpPr/>
          <p:nvPr/>
        </p:nvSpPr>
        <p:spPr>
          <a:xfrm>
            <a:off x="7782095" y="243079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8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E735DBE1-E9AA-40FA-90DC-D649ABBE0663}"/>
              </a:ext>
            </a:extLst>
          </p:cNvPr>
          <p:cNvSpPr/>
          <p:nvPr/>
        </p:nvSpPr>
        <p:spPr>
          <a:xfrm>
            <a:off x="8642016" y="243258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9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8B1A4AC0-2131-40AF-92DB-765EFF92091C}"/>
              </a:ext>
            </a:extLst>
          </p:cNvPr>
          <p:cNvSpPr/>
          <p:nvPr/>
        </p:nvSpPr>
        <p:spPr>
          <a:xfrm>
            <a:off x="9501937" y="243795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7" name="楕円 236">
            <a:extLst>
              <a:ext uri="{FF2B5EF4-FFF2-40B4-BE49-F238E27FC236}">
                <a16:creationId xmlns:a16="http://schemas.microsoft.com/office/drawing/2014/main" id="{E082E485-F690-44BF-B479-DC2E2538E2D2}"/>
              </a:ext>
            </a:extLst>
          </p:cNvPr>
          <p:cNvSpPr/>
          <p:nvPr/>
        </p:nvSpPr>
        <p:spPr>
          <a:xfrm>
            <a:off x="9936325" y="181105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8" name="楕円 237">
            <a:extLst>
              <a:ext uri="{FF2B5EF4-FFF2-40B4-BE49-F238E27FC236}">
                <a16:creationId xmlns:a16="http://schemas.microsoft.com/office/drawing/2014/main" id="{4FA7EFEA-7DDA-4374-837E-3D34E4E88D3C}"/>
              </a:ext>
            </a:extLst>
          </p:cNvPr>
          <p:cNvSpPr/>
          <p:nvPr/>
        </p:nvSpPr>
        <p:spPr>
          <a:xfrm>
            <a:off x="9936324" y="254923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39" name="楕円 238">
            <a:extLst>
              <a:ext uri="{FF2B5EF4-FFF2-40B4-BE49-F238E27FC236}">
                <a16:creationId xmlns:a16="http://schemas.microsoft.com/office/drawing/2014/main" id="{FB61E30E-8C9A-4D3F-8C05-8898F35A2030}"/>
              </a:ext>
            </a:extLst>
          </p:cNvPr>
          <p:cNvSpPr/>
          <p:nvPr/>
        </p:nvSpPr>
        <p:spPr>
          <a:xfrm>
            <a:off x="9936321" y="32579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0" name="楕円 239">
            <a:extLst>
              <a:ext uri="{FF2B5EF4-FFF2-40B4-BE49-F238E27FC236}">
                <a16:creationId xmlns:a16="http://schemas.microsoft.com/office/drawing/2014/main" id="{EE486428-1CA2-41FC-BAEB-11063AB9A678}"/>
              </a:ext>
            </a:extLst>
          </p:cNvPr>
          <p:cNvSpPr/>
          <p:nvPr/>
        </p:nvSpPr>
        <p:spPr>
          <a:xfrm>
            <a:off x="9936320" y="45154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2" name="楕円 241">
            <a:extLst>
              <a:ext uri="{FF2B5EF4-FFF2-40B4-BE49-F238E27FC236}">
                <a16:creationId xmlns:a16="http://schemas.microsoft.com/office/drawing/2014/main" id="{72B199F4-D0C3-4A5C-9A6D-25AD148D0507}"/>
              </a:ext>
            </a:extLst>
          </p:cNvPr>
          <p:cNvSpPr/>
          <p:nvPr/>
        </p:nvSpPr>
        <p:spPr>
          <a:xfrm>
            <a:off x="10802465" y="2552700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3" name="楕円 242">
            <a:extLst>
              <a:ext uri="{FF2B5EF4-FFF2-40B4-BE49-F238E27FC236}">
                <a16:creationId xmlns:a16="http://schemas.microsoft.com/office/drawing/2014/main" id="{87573DD2-BB0A-4375-948E-7E60849E616C}"/>
              </a:ext>
            </a:extLst>
          </p:cNvPr>
          <p:cNvSpPr/>
          <p:nvPr/>
        </p:nvSpPr>
        <p:spPr>
          <a:xfrm>
            <a:off x="10802462" y="3262312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楕円 243">
            <a:extLst>
              <a:ext uri="{FF2B5EF4-FFF2-40B4-BE49-F238E27FC236}">
                <a16:creationId xmlns:a16="http://schemas.microsoft.com/office/drawing/2014/main" id="{28B96732-05D5-4382-B1D7-E9B8EA5A61F0}"/>
              </a:ext>
            </a:extLst>
          </p:cNvPr>
          <p:cNvSpPr/>
          <p:nvPr/>
        </p:nvSpPr>
        <p:spPr>
          <a:xfrm>
            <a:off x="10802461" y="4519897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45" name="直線矢印コネクタ 244">
            <a:extLst>
              <a:ext uri="{FF2B5EF4-FFF2-40B4-BE49-F238E27FC236}">
                <a16:creationId xmlns:a16="http://schemas.microsoft.com/office/drawing/2014/main" id="{2BAB084F-C966-4A72-94DC-B824AF366333}"/>
              </a:ext>
            </a:extLst>
          </p:cNvPr>
          <p:cNvCxnSpPr>
            <a:stCxn id="239" idx="4"/>
            <a:endCxn id="240" idx="0"/>
          </p:cNvCxnSpPr>
          <p:nvPr/>
        </p:nvCxnSpPr>
        <p:spPr>
          <a:xfrm flipH="1">
            <a:off x="10260320" y="36179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線矢印コネクタ 245">
            <a:extLst>
              <a:ext uri="{FF2B5EF4-FFF2-40B4-BE49-F238E27FC236}">
                <a16:creationId xmlns:a16="http://schemas.microsoft.com/office/drawing/2014/main" id="{53A9B532-CC89-48CA-9FB4-E1AA812C7132}"/>
              </a:ext>
            </a:extLst>
          </p:cNvPr>
          <p:cNvCxnSpPr>
            <a:stCxn id="238" idx="4"/>
            <a:endCxn id="239" idx="0"/>
          </p:cNvCxnSpPr>
          <p:nvPr/>
        </p:nvCxnSpPr>
        <p:spPr>
          <a:xfrm flipH="1">
            <a:off x="10260321" y="2909238"/>
            <a:ext cx="3" cy="348674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線矢印コネクタ 246">
            <a:extLst>
              <a:ext uri="{FF2B5EF4-FFF2-40B4-BE49-F238E27FC236}">
                <a16:creationId xmlns:a16="http://schemas.microsoft.com/office/drawing/2014/main" id="{FA2D0E8B-8D1B-4520-BD92-0901E6AC0970}"/>
              </a:ext>
            </a:extLst>
          </p:cNvPr>
          <p:cNvCxnSpPr>
            <a:stCxn id="237" idx="4"/>
            <a:endCxn id="238" idx="0"/>
          </p:cNvCxnSpPr>
          <p:nvPr/>
        </p:nvCxnSpPr>
        <p:spPr>
          <a:xfrm flipH="1">
            <a:off x="10260324" y="2171050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直線矢印コネクタ 248">
            <a:extLst>
              <a:ext uri="{FF2B5EF4-FFF2-40B4-BE49-F238E27FC236}">
                <a16:creationId xmlns:a16="http://schemas.microsoft.com/office/drawing/2014/main" id="{5FC7C4C4-D494-44BE-8C60-6E212FB4CC3C}"/>
              </a:ext>
            </a:extLst>
          </p:cNvPr>
          <p:cNvCxnSpPr>
            <a:stCxn id="242" idx="4"/>
            <a:endCxn id="243" idx="0"/>
          </p:cNvCxnSpPr>
          <p:nvPr/>
        </p:nvCxnSpPr>
        <p:spPr>
          <a:xfrm flipH="1">
            <a:off x="11126462" y="291270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直線矢印コネクタ 249">
            <a:extLst>
              <a:ext uri="{FF2B5EF4-FFF2-40B4-BE49-F238E27FC236}">
                <a16:creationId xmlns:a16="http://schemas.microsoft.com/office/drawing/2014/main" id="{B21412D8-8844-474C-A8FE-637ACD24E136}"/>
              </a:ext>
            </a:extLst>
          </p:cNvPr>
          <p:cNvCxnSpPr>
            <a:cxnSpLocks/>
            <a:stCxn id="243" idx="4"/>
            <a:endCxn id="244" idx="0"/>
          </p:cNvCxnSpPr>
          <p:nvPr/>
        </p:nvCxnSpPr>
        <p:spPr>
          <a:xfrm flipH="1">
            <a:off x="11126461" y="362231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コネクタ: カギ線 250">
            <a:extLst>
              <a:ext uri="{FF2B5EF4-FFF2-40B4-BE49-F238E27FC236}">
                <a16:creationId xmlns:a16="http://schemas.microsoft.com/office/drawing/2014/main" id="{D0BEA347-9059-464D-BAAF-B4F76960399A}"/>
              </a:ext>
            </a:extLst>
          </p:cNvPr>
          <p:cNvCxnSpPr>
            <a:cxnSpLocks/>
            <a:stCxn id="237" idx="4"/>
            <a:endCxn id="242" idx="0"/>
          </p:cNvCxnSpPr>
          <p:nvPr/>
        </p:nvCxnSpPr>
        <p:spPr>
          <a:xfrm rot="16200000" flipH="1">
            <a:off x="10502570" y="1928805"/>
            <a:ext cx="381650" cy="86614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楕円 251">
            <a:extLst>
              <a:ext uri="{FF2B5EF4-FFF2-40B4-BE49-F238E27FC236}">
                <a16:creationId xmlns:a16="http://schemas.microsoft.com/office/drawing/2014/main" id="{F9DE0EF5-7C2F-4637-B363-898134D377B7}"/>
              </a:ext>
            </a:extLst>
          </p:cNvPr>
          <p:cNvSpPr/>
          <p:nvPr/>
        </p:nvSpPr>
        <p:spPr>
          <a:xfrm>
            <a:off x="9935861" y="5210244"/>
            <a:ext cx="648000" cy="36000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54" name="直線矢印コネクタ 253">
            <a:extLst>
              <a:ext uri="{FF2B5EF4-FFF2-40B4-BE49-F238E27FC236}">
                <a16:creationId xmlns:a16="http://schemas.microsoft.com/office/drawing/2014/main" id="{AB3DD3A8-CC72-47D5-AD16-A230101CA7EB}"/>
              </a:ext>
            </a:extLst>
          </p:cNvPr>
          <p:cNvCxnSpPr>
            <a:cxnSpLocks/>
            <a:stCxn id="240" idx="4"/>
            <a:endCxn id="252" idx="0"/>
          </p:cNvCxnSpPr>
          <p:nvPr/>
        </p:nvCxnSpPr>
        <p:spPr>
          <a:xfrm flipH="1">
            <a:off x="10259861" y="4875497"/>
            <a:ext cx="459" cy="334747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コネクタ: カギ線 255">
            <a:extLst>
              <a:ext uri="{FF2B5EF4-FFF2-40B4-BE49-F238E27FC236}">
                <a16:creationId xmlns:a16="http://schemas.microsoft.com/office/drawing/2014/main" id="{C0979AA4-64BB-4682-86CC-E82494476D80}"/>
              </a:ext>
            </a:extLst>
          </p:cNvPr>
          <p:cNvCxnSpPr>
            <a:cxnSpLocks/>
            <a:stCxn id="244" idx="4"/>
            <a:endCxn id="312" idx="0"/>
          </p:cNvCxnSpPr>
          <p:nvPr/>
        </p:nvCxnSpPr>
        <p:spPr>
          <a:xfrm rot="5400000" flipH="1">
            <a:off x="10305672" y="4059109"/>
            <a:ext cx="1039405" cy="602172"/>
          </a:xfrm>
          <a:prstGeom prst="bentConnector5">
            <a:avLst>
              <a:gd name="adj1" fmla="val -21993"/>
              <a:gd name="adj2" fmla="val 61931"/>
              <a:gd name="adj3" fmla="val 121993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A4CB5781-F54B-425F-9D2A-C6F44E92F9F6}"/>
              </a:ext>
            </a:extLst>
          </p:cNvPr>
          <p:cNvSpPr/>
          <p:nvPr/>
        </p:nvSpPr>
        <p:spPr>
          <a:xfrm>
            <a:off x="10251598" y="3114669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86C11F0-296A-42D9-AB8A-F7A13D3AC0D8}"/>
              </a:ext>
            </a:extLst>
          </p:cNvPr>
          <p:cNvSpPr/>
          <p:nvPr/>
        </p:nvSpPr>
        <p:spPr>
          <a:xfrm>
            <a:off x="1113564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A555638C-4EFF-4A5A-9CE5-24D03AEFAB72}"/>
              </a:ext>
            </a:extLst>
          </p:cNvPr>
          <p:cNvSpPr/>
          <p:nvPr/>
        </p:nvSpPr>
        <p:spPr>
          <a:xfrm>
            <a:off x="10335401" y="5069585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0195373-2C55-4880-9276-426D55D50AC8}"/>
              </a:ext>
            </a:extLst>
          </p:cNvPr>
          <p:cNvSpPr/>
          <p:nvPr/>
        </p:nvSpPr>
        <p:spPr>
          <a:xfrm>
            <a:off x="10361858" y="243437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69525A05-F077-48CE-8805-4938B17222E7}"/>
              </a:ext>
            </a:extLst>
          </p:cNvPr>
          <p:cNvSpPr/>
          <p:nvPr/>
        </p:nvSpPr>
        <p:spPr>
          <a:xfrm>
            <a:off x="11221779" y="243974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12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270" name="コネクタ: カギ線 269">
            <a:extLst>
              <a:ext uri="{FF2B5EF4-FFF2-40B4-BE49-F238E27FC236}">
                <a16:creationId xmlns:a16="http://schemas.microsoft.com/office/drawing/2014/main" id="{5FDBED61-36C5-4A8D-8A0E-F503960378E6}"/>
              </a:ext>
            </a:extLst>
          </p:cNvPr>
          <p:cNvCxnSpPr>
            <a:cxnSpLocks/>
            <a:stCxn id="252" idx="4"/>
            <a:endCxn id="310" idx="0"/>
          </p:cNvCxnSpPr>
          <p:nvPr/>
        </p:nvCxnSpPr>
        <p:spPr>
          <a:xfrm rot="5400000" flipH="1">
            <a:off x="9098529" y="4408912"/>
            <a:ext cx="1723736" cy="598928"/>
          </a:xfrm>
          <a:prstGeom prst="bentConnector5">
            <a:avLst>
              <a:gd name="adj1" fmla="val -13262"/>
              <a:gd name="adj2" fmla="val 61996"/>
              <a:gd name="adj3" fmla="val 113262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836052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1685241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68AAFECC-4913-4CEA-8403-C696A5780317}"/>
              </a:ext>
            </a:extLst>
          </p:cNvPr>
          <p:cNvSpPr/>
          <p:nvPr/>
        </p:nvSpPr>
        <p:spPr>
          <a:xfrm>
            <a:off x="2626783" y="1656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D7A06B7D-5086-4FF0-9DA5-38325373D5F3}"/>
              </a:ext>
            </a:extLst>
          </p:cNvPr>
          <p:cNvSpPr/>
          <p:nvPr/>
        </p:nvSpPr>
        <p:spPr>
          <a:xfrm>
            <a:off x="3486514" y="1659171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C4B21E31-CC73-408E-A54D-533D31E1A3B7}"/>
              </a:ext>
            </a:extLst>
          </p:cNvPr>
          <p:cNvSpPr/>
          <p:nvPr/>
        </p:nvSpPr>
        <p:spPr>
          <a:xfrm>
            <a:off x="4315571" y="1667898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D77D7450-E52A-48A9-B1D7-594AC8B1E1A7}"/>
              </a:ext>
            </a:extLst>
          </p:cNvPr>
          <p:cNvSpPr/>
          <p:nvPr/>
        </p:nvSpPr>
        <p:spPr>
          <a:xfrm>
            <a:off x="5067568" y="167080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0F492A67-BF87-43A5-B241-CEC8B3C5505B}"/>
              </a:ext>
            </a:extLst>
          </p:cNvPr>
          <p:cNvSpPr/>
          <p:nvPr/>
        </p:nvSpPr>
        <p:spPr>
          <a:xfrm>
            <a:off x="5891717" y="1673716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0B907516-214D-4240-B54A-8F9ED21F489C}"/>
              </a:ext>
            </a:extLst>
          </p:cNvPr>
          <p:cNvSpPr/>
          <p:nvPr/>
        </p:nvSpPr>
        <p:spPr>
          <a:xfrm>
            <a:off x="6697626" y="16620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1" name="正方形/長方形 280">
            <a:extLst>
              <a:ext uri="{FF2B5EF4-FFF2-40B4-BE49-F238E27FC236}">
                <a16:creationId xmlns:a16="http://schemas.microsoft.com/office/drawing/2014/main" id="{B4E211ED-59ED-49EC-A31A-4E355B09C641}"/>
              </a:ext>
            </a:extLst>
          </p:cNvPr>
          <p:cNvSpPr/>
          <p:nvPr/>
        </p:nvSpPr>
        <p:spPr>
          <a:xfrm>
            <a:off x="7602669" y="167498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2" name="正方形/長方形 281">
            <a:extLst>
              <a:ext uri="{FF2B5EF4-FFF2-40B4-BE49-F238E27FC236}">
                <a16:creationId xmlns:a16="http://schemas.microsoft.com/office/drawing/2014/main" id="{954FAF61-1E61-4B55-8BAB-80FB6682A67C}"/>
              </a:ext>
            </a:extLst>
          </p:cNvPr>
          <p:cNvSpPr/>
          <p:nvPr/>
        </p:nvSpPr>
        <p:spPr>
          <a:xfrm>
            <a:off x="84799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3" name="正方形/長方形 282">
            <a:extLst>
              <a:ext uri="{FF2B5EF4-FFF2-40B4-BE49-F238E27FC236}">
                <a16:creationId xmlns:a16="http://schemas.microsoft.com/office/drawing/2014/main" id="{BE6690DF-FEA1-4063-979B-F869FC949232}"/>
              </a:ext>
            </a:extLst>
          </p:cNvPr>
          <p:cNvSpPr/>
          <p:nvPr/>
        </p:nvSpPr>
        <p:spPr>
          <a:xfrm>
            <a:off x="9383043" y="1677890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5" name="正方形/長方形 284">
            <a:extLst>
              <a:ext uri="{FF2B5EF4-FFF2-40B4-BE49-F238E27FC236}">
                <a16:creationId xmlns:a16="http://schemas.microsoft.com/office/drawing/2014/main" id="{36E3F1D4-4ECA-46BC-9894-B578563C799D}"/>
              </a:ext>
            </a:extLst>
          </p:cNvPr>
          <p:cNvSpPr/>
          <p:nvPr/>
        </p:nvSpPr>
        <p:spPr>
          <a:xfrm>
            <a:off x="10156348" y="1676625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847070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138118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1710426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3" name="四角形: 角を丸くする 292">
            <a:extLst>
              <a:ext uri="{FF2B5EF4-FFF2-40B4-BE49-F238E27FC236}">
                <a16:creationId xmlns:a16="http://schemas.microsoft.com/office/drawing/2014/main" id="{4CBE9611-8C48-4125-BC38-C452F2E86E52}"/>
              </a:ext>
            </a:extLst>
          </p:cNvPr>
          <p:cNvSpPr/>
          <p:nvPr/>
        </p:nvSpPr>
        <p:spPr>
          <a:xfrm>
            <a:off x="2314631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4" name="四角形: 角を丸くする 293">
            <a:extLst>
              <a:ext uri="{FF2B5EF4-FFF2-40B4-BE49-F238E27FC236}">
                <a16:creationId xmlns:a16="http://schemas.microsoft.com/office/drawing/2014/main" id="{569ED9DF-7C97-456D-B291-3D265CD6FAAE}"/>
              </a:ext>
            </a:extLst>
          </p:cNvPr>
          <p:cNvSpPr/>
          <p:nvPr/>
        </p:nvSpPr>
        <p:spPr>
          <a:xfrm>
            <a:off x="2573782" y="382244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5" name="四角形: 角を丸くする 294">
            <a:extLst>
              <a:ext uri="{FF2B5EF4-FFF2-40B4-BE49-F238E27FC236}">
                <a16:creationId xmlns:a16="http://schemas.microsoft.com/office/drawing/2014/main" id="{9C5938DD-9CAE-46C7-BFF0-ECFDC3F299DD}"/>
              </a:ext>
            </a:extLst>
          </p:cNvPr>
          <p:cNvSpPr/>
          <p:nvPr/>
        </p:nvSpPr>
        <p:spPr>
          <a:xfrm>
            <a:off x="327665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6" name="四角形: 角を丸くする 295">
            <a:extLst>
              <a:ext uri="{FF2B5EF4-FFF2-40B4-BE49-F238E27FC236}">
                <a16:creationId xmlns:a16="http://schemas.microsoft.com/office/drawing/2014/main" id="{EA4E46B0-4FD1-40D9-A8A9-D21C0F0C50DD}"/>
              </a:ext>
            </a:extLst>
          </p:cNvPr>
          <p:cNvSpPr/>
          <p:nvPr/>
        </p:nvSpPr>
        <p:spPr>
          <a:xfrm>
            <a:off x="3437138" y="381041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7" name="四角形: 角を丸くする 296">
            <a:extLst>
              <a:ext uri="{FF2B5EF4-FFF2-40B4-BE49-F238E27FC236}">
                <a16:creationId xmlns:a16="http://schemas.microsoft.com/office/drawing/2014/main" id="{D31CF553-B1F2-409D-9A0E-D0050F503996}"/>
              </a:ext>
            </a:extLst>
          </p:cNvPr>
          <p:cNvSpPr/>
          <p:nvPr/>
        </p:nvSpPr>
        <p:spPr>
          <a:xfrm>
            <a:off x="4210106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8" name="四角形: 角を丸くする 297">
            <a:extLst>
              <a:ext uri="{FF2B5EF4-FFF2-40B4-BE49-F238E27FC236}">
                <a16:creationId xmlns:a16="http://schemas.microsoft.com/office/drawing/2014/main" id="{195C5337-04BA-4428-B8E4-FA9718203868}"/>
              </a:ext>
            </a:extLst>
          </p:cNvPr>
          <p:cNvSpPr/>
          <p:nvPr/>
        </p:nvSpPr>
        <p:spPr>
          <a:xfrm>
            <a:off x="4300494" y="386455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9" name="四角形: 角を丸くする 298">
            <a:extLst>
              <a:ext uri="{FF2B5EF4-FFF2-40B4-BE49-F238E27FC236}">
                <a16:creationId xmlns:a16="http://schemas.microsoft.com/office/drawing/2014/main" id="{A62D867D-4BC4-40BF-9118-73F0E279B560}"/>
              </a:ext>
            </a:extLst>
          </p:cNvPr>
          <p:cNvSpPr/>
          <p:nvPr/>
        </p:nvSpPr>
        <p:spPr>
          <a:xfrm>
            <a:off x="4981631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0" name="四角形: 角を丸くする 299">
            <a:extLst>
              <a:ext uri="{FF2B5EF4-FFF2-40B4-BE49-F238E27FC236}">
                <a16:creationId xmlns:a16="http://schemas.microsoft.com/office/drawing/2014/main" id="{CC3CD08B-6FA7-4F7F-8CE2-61EF93D9AF79}"/>
              </a:ext>
            </a:extLst>
          </p:cNvPr>
          <p:cNvSpPr/>
          <p:nvPr/>
        </p:nvSpPr>
        <p:spPr>
          <a:xfrm>
            <a:off x="5163850" y="380439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1" name="四角形: 角を丸くする 300">
            <a:extLst>
              <a:ext uri="{FF2B5EF4-FFF2-40B4-BE49-F238E27FC236}">
                <a16:creationId xmlns:a16="http://schemas.microsoft.com/office/drawing/2014/main" id="{3FBBC81A-9117-4322-8EA9-A1BE49ECA765}"/>
              </a:ext>
            </a:extLst>
          </p:cNvPr>
          <p:cNvSpPr/>
          <p:nvPr/>
        </p:nvSpPr>
        <p:spPr>
          <a:xfrm>
            <a:off x="5733629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2" name="四角形: 角を丸くする 301">
            <a:extLst>
              <a:ext uri="{FF2B5EF4-FFF2-40B4-BE49-F238E27FC236}">
                <a16:creationId xmlns:a16="http://schemas.microsoft.com/office/drawing/2014/main" id="{0BC36001-AEA1-4A8B-ADF5-F33C52505782}"/>
              </a:ext>
            </a:extLst>
          </p:cNvPr>
          <p:cNvSpPr/>
          <p:nvPr/>
        </p:nvSpPr>
        <p:spPr>
          <a:xfrm>
            <a:off x="6027206" y="385854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3" name="四角形: 角を丸くする 302">
            <a:extLst>
              <a:ext uri="{FF2B5EF4-FFF2-40B4-BE49-F238E27FC236}">
                <a16:creationId xmlns:a16="http://schemas.microsoft.com/office/drawing/2014/main" id="{6EF85C9C-251B-42C1-95A7-37D3585F768B}"/>
              </a:ext>
            </a:extLst>
          </p:cNvPr>
          <p:cNvSpPr/>
          <p:nvPr/>
        </p:nvSpPr>
        <p:spPr>
          <a:xfrm>
            <a:off x="6582004" y="5640383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4" name="四角形: 角を丸くする 303">
            <a:extLst>
              <a:ext uri="{FF2B5EF4-FFF2-40B4-BE49-F238E27FC236}">
                <a16:creationId xmlns:a16="http://schemas.microsoft.com/office/drawing/2014/main" id="{82C695B1-EBEA-4251-BEFA-7CE3BD3F678A}"/>
              </a:ext>
            </a:extLst>
          </p:cNvPr>
          <p:cNvSpPr/>
          <p:nvPr/>
        </p:nvSpPr>
        <p:spPr>
          <a:xfrm>
            <a:off x="6890562" y="381642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5" name="四角形: 角を丸くする 304">
            <a:extLst>
              <a:ext uri="{FF2B5EF4-FFF2-40B4-BE49-F238E27FC236}">
                <a16:creationId xmlns:a16="http://schemas.microsoft.com/office/drawing/2014/main" id="{10D2D343-36A9-4AB9-8C1C-85F91AC59752}"/>
              </a:ext>
            </a:extLst>
          </p:cNvPr>
          <p:cNvSpPr/>
          <p:nvPr/>
        </p:nvSpPr>
        <p:spPr>
          <a:xfrm>
            <a:off x="7437417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6" name="四角形: 角を丸くする 305">
            <a:extLst>
              <a:ext uri="{FF2B5EF4-FFF2-40B4-BE49-F238E27FC236}">
                <a16:creationId xmlns:a16="http://schemas.microsoft.com/office/drawing/2014/main" id="{FC7B5265-2F45-4554-8E51-F38B7EA7E4AB}"/>
              </a:ext>
            </a:extLst>
          </p:cNvPr>
          <p:cNvSpPr/>
          <p:nvPr/>
        </p:nvSpPr>
        <p:spPr>
          <a:xfrm>
            <a:off x="7753918" y="3852524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7" name="四角形: 角を丸くする 306">
            <a:extLst>
              <a:ext uri="{FF2B5EF4-FFF2-40B4-BE49-F238E27FC236}">
                <a16:creationId xmlns:a16="http://schemas.microsoft.com/office/drawing/2014/main" id="{93B4244B-3810-4C97-96AE-9AB58EB08D52}"/>
              </a:ext>
            </a:extLst>
          </p:cNvPr>
          <p:cNvSpPr/>
          <p:nvPr/>
        </p:nvSpPr>
        <p:spPr>
          <a:xfrm>
            <a:off x="834395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08" name="四角形: 角を丸くする 307">
            <a:extLst>
              <a:ext uri="{FF2B5EF4-FFF2-40B4-BE49-F238E27FC236}">
                <a16:creationId xmlns:a16="http://schemas.microsoft.com/office/drawing/2014/main" id="{B5C213DA-DBAC-4CBE-98C4-D7C3140F5F5A}"/>
              </a:ext>
            </a:extLst>
          </p:cNvPr>
          <p:cNvSpPr/>
          <p:nvPr/>
        </p:nvSpPr>
        <p:spPr>
          <a:xfrm>
            <a:off x="8617274" y="3876583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09" name="四角形: 角を丸くする 308">
            <a:extLst>
              <a:ext uri="{FF2B5EF4-FFF2-40B4-BE49-F238E27FC236}">
                <a16:creationId xmlns:a16="http://schemas.microsoft.com/office/drawing/2014/main" id="{7A9C1CE6-EE1C-4ACC-B93D-7203D76470A2}"/>
              </a:ext>
            </a:extLst>
          </p:cNvPr>
          <p:cNvSpPr/>
          <p:nvPr/>
        </p:nvSpPr>
        <p:spPr>
          <a:xfrm>
            <a:off x="9277406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76E83890-2584-4249-BFED-E112F04EAB5A}"/>
              </a:ext>
            </a:extLst>
          </p:cNvPr>
          <p:cNvSpPr/>
          <p:nvPr/>
        </p:nvSpPr>
        <p:spPr>
          <a:xfrm>
            <a:off x="9480630" y="3846508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1EB36A7C-63BC-4618-9C64-C89226166424}"/>
              </a:ext>
            </a:extLst>
          </p:cNvPr>
          <p:cNvSpPr/>
          <p:nvPr/>
        </p:nvSpPr>
        <p:spPr>
          <a:xfrm>
            <a:off x="10087644" y="5659019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EE4AD687-31B6-423F-BD4D-64C6AA01C7CB}"/>
              </a:ext>
            </a:extLst>
          </p:cNvPr>
          <p:cNvSpPr/>
          <p:nvPr/>
        </p:nvSpPr>
        <p:spPr>
          <a:xfrm>
            <a:off x="10343986" y="3840492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732769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732774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79842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2933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846527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</p:spTree>
    <p:extLst>
      <p:ext uri="{BB962C8B-B14F-4D97-AF65-F5344CB8AC3E}">
        <p14:creationId xmlns:p14="http://schemas.microsoft.com/office/powerpoint/2010/main" val="945791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9E9E2FF7-6288-47BD-ADEF-D2DA67785F1D}"/>
              </a:ext>
            </a:extLst>
          </p:cNvPr>
          <p:cNvSpPr/>
          <p:nvPr/>
        </p:nvSpPr>
        <p:spPr>
          <a:xfrm>
            <a:off x="2147851" y="5048994"/>
            <a:ext cx="4400992" cy="9513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0B38A757-BED2-4A3A-A97D-BD5B8CDB0165}"/>
              </a:ext>
            </a:extLst>
          </p:cNvPr>
          <p:cNvSpPr/>
          <p:nvPr/>
        </p:nvSpPr>
        <p:spPr>
          <a:xfrm>
            <a:off x="5237351" y="3748322"/>
            <a:ext cx="1311489" cy="226117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48A4CF88-5BB7-473B-920A-E898F4C48813}"/>
              </a:ext>
            </a:extLst>
          </p:cNvPr>
          <p:cNvSpPr/>
          <p:nvPr/>
        </p:nvSpPr>
        <p:spPr>
          <a:xfrm>
            <a:off x="2124891" y="1410789"/>
            <a:ext cx="4423952" cy="94824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2199D6AD-6F5B-4A52-88EC-8DC822FA2703}"/>
              </a:ext>
            </a:extLst>
          </p:cNvPr>
          <p:cNvSpPr/>
          <p:nvPr/>
        </p:nvSpPr>
        <p:spPr>
          <a:xfrm>
            <a:off x="2124891" y="3758897"/>
            <a:ext cx="3089500" cy="123940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0FF64790-4ED4-4007-A52E-8480D57F29F4}"/>
              </a:ext>
            </a:extLst>
          </p:cNvPr>
          <p:cNvSpPr/>
          <p:nvPr/>
        </p:nvSpPr>
        <p:spPr>
          <a:xfrm>
            <a:off x="2147851" y="2419259"/>
            <a:ext cx="4400992" cy="130307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2311C7C-1B4E-46FC-9416-E87A89A27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600" dirty="0"/>
              <a:t>FIR</a:t>
            </a:r>
            <a:r>
              <a:rPr kumimoji="1" lang="ja-JP" altLang="en-US" sz="3600" dirty="0"/>
              <a:t>・</a:t>
            </a:r>
            <a:r>
              <a:rPr kumimoji="1" lang="en-US" altLang="ja-JP" sz="3600" dirty="0"/>
              <a:t>DDP</a:t>
            </a:r>
            <a:r>
              <a:rPr lang="ja-JP" altLang="en-US" sz="3600" dirty="0"/>
              <a:t>プログラム（説明のため３</a:t>
            </a:r>
            <a:r>
              <a:rPr kumimoji="1" lang="ja-JP" altLang="en-US" sz="3600" dirty="0"/>
              <a:t>タップの場合で）</a:t>
            </a: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DA96B753-0DE6-413F-A1CA-E8B1CB0259C1}"/>
              </a:ext>
            </a:extLst>
          </p:cNvPr>
          <p:cNvSpPr/>
          <p:nvPr/>
        </p:nvSpPr>
        <p:spPr>
          <a:xfrm>
            <a:off x="3509016" y="17954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41BFAB01-996F-40AD-BFAE-2E5DAB72DF8B}"/>
              </a:ext>
            </a:extLst>
          </p:cNvPr>
          <p:cNvSpPr/>
          <p:nvPr/>
        </p:nvSpPr>
        <p:spPr>
          <a:xfrm>
            <a:off x="3509015" y="2533650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8ED464CC-5DBE-4A15-87E5-4FA1FF31BB04}"/>
              </a:ext>
            </a:extLst>
          </p:cNvPr>
          <p:cNvSpPr/>
          <p:nvPr/>
        </p:nvSpPr>
        <p:spPr>
          <a:xfrm>
            <a:off x="3509012" y="324326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0A76956-3111-48BF-B194-4F7FE5F13BBB}"/>
              </a:ext>
            </a:extLst>
          </p:cNvPr>
          <p:cNvSpPr/>
          <p:nvPr/>
        </p:nvSpPr>
        <p:spPr>
          <a:xfrm>
            <a:off x="3509011" y="450084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EA5EAB7-A968-4F39-BE5E-83961C8C4A1A}"/>
              </a:ext>
            </a:extLst>
          </p:cNvPr>
          <p:cNvSpPr/>
          <p:nvPr/>
        </p:nvSpPr>
        <p:spPr>
          <a:xfrm>
            <a:off x="4375157" y="179719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copy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D003A87-CF09-454A-84AF-04C883092D72}"/>
              </a:ext>
            </a:extLst>
          </p:cNvPr>
          <p:cNvSpPr/>
          <p:nvPr/>
        </p:nvSpPr>
        <p:spPr>
          <a:xfrm>
            <a:off x="4375156" y="253538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08E442D3-DB4B-41E6-A846-9AFC611D893A}"/>
              </a:ext>
            </a:extLst>
          </p:cNvPr>
          <p:cNvSpPr/>
          <p:nvPr/>
        </p:nvSpPr>
        <p:spPr>
          <a:xfrm>
            <a:off x="4375153" y="324472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EBE94FF6-22C2-42E8-BA0F-8B72F0D6567B}"/>
              </a:ext>
            </a:extLst>
          </p:cNvPr>
          <p:cNvSpPr/>
          <p:nvPr/>
        </p:nvSpPr>
        <p:spPr>
          <a:xfrm>
            <a:off x="4375152" y="450231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add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B4CE19B0-F1C9-48B8-9DA4-1977F7DBF76F}"/>
              </a:ext>
            </a:extLst>
          </p:cNvPr>
          <p:cNvSpPr/>
          <p:nvPr/>
        </p:nvSpPr>
        <p:spPr>
          <a:xfrm>
            <a:off x="5241297" y="2537114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mul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DB51897-466D-4888-9C01-542558860143}"/>
              </a:ext>
            </a:extLst>
          </p:cNvPr>
          <p:cNvSpPr/>
          <p:nvPr/>
        </p:nvSpPr>
        <p:spPr>
          <a:xfrm>
            <a:off x="5241294" y="3246192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Lshift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C50E8EEF-A34F-4AD6-AF8E-CE40400733A9}"/>
              </a:ext>
            </a:extLst>
          </p:cNvPr>
          <p:cNvSpPr/>
          <p:nvPr/>
        </p:nvSpPr>
        <p:spPr>
          <a:xfrm>
            <a:off x="5241293" y="4503777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5E228D12-187A-46CC-8B9A-98DBD8BE1501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3833015" y="2155462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F5219B2-2596-46A8-AB7E-377499C7243C}"/>
              </a:ext>
            </a:extLst>
          </p:cNvPr>
          <p:cNvCxnSpPr>
            <a:stCxn id="5" idx="4"/>
            <a:endCxn id="6" idx="0"/>
          </p:cNvCxnSpPr>
          <p:nvPr/>
        </p:nvCxnSpPr>
        <p:spPr>
          <a:xfrm flipH="1">
            <a:off x="3833012" y="2893650"/>
            <a:ext cx="3" cy="349612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F7EFD191-891A-4ED9-9FB1-5C419B885E92}"/>
              </a:ext>
            </a:extLst>
          </p:cNvPr>
          <p:cNvCxnSpPr>
            <a:stCxn id="6" idx="4"/>
            <a:endCxn id="7" idx="0"/>
          </p:cNvCxnSpPr>
          <p:nvPr/>
        </p:nvCxnSpPr>
        <p:spPr>
          <a:xfrm flipH="1">
            <a:off x="3833011" y="360326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3D9DF25-02F1-4605-ABD1-15E00DC659A2}"/>
              </a:ext>
            </a:extLst>
          </p:cNvPr>
          <p:cNvCxnSpPr>
            <a:stCxn id="8" idx="4"/>
            <a:endCxn id="9" idx="0"/>
          </p:cNvCxnSpPr>
          <p:nvPr/>
        </p:nvCxnSpPr>
        <p:spPr>
          <a:xfrm flipH="1">
            <a:off x="4699156" y="2157194"/>
            <a:ext cx="1" cy="37818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2A3BDDA-491E-442B-849A-2C9BE0947693}"/>
              </a:ext>
            </a:extLst>
          </p:cNvPr>
          <p:cNvCxnSpPr>
            <a:stCxn id="9" idx="4"/>
            <a:endCxn id="10" idx="0"/>
          </p:cNvCxnSpPr>
          <p:nvPr/>
        </p:nvCxnSpPr>
        <p:spPr>
          <a:xfrm flipH="1">
            <a:off x="4699153" y="2895382"/>
            <a:ext cx="3" cy="34934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9F9B7064-F909-4B81-A2E9-A772B3AC3935}"/>
              </a:ext>
            </a:extLst>
          </p:cNvPr>
          <p:cNvCxnSpPr>
            <a:stCxn id="10" idx="4"/>
            <a:endCxn id="11" idx="0"/>
          </p:cNvCxnSpPr>
          <p:nvPr/>
        </p:nvCxnSpPr>
        <p:spPr>
          <a:xfrm flipH="1">
            <a:off x="4699152" y="3604727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F937594B-8195-44B0-89AE-9648EDBB1208}"/>
              </a:ext>
            </a:extLst>
          </p:cNvPr>
          <p:cNvCxnSpPr>
            <a:cxnSpLocks/>
            <a:stCxn id="13" idx="4"/>
            <a:endCxn id="14" idx="0"/>
          </p:cNvCxnSpPr>
          <p:nvPr/>
        </p:nvCxnSpPr>
        <p:spPr>
          <a:xfrm flipH="1">
            <a:off x="5565294" y="2897114"/>
            <a:ext cx="3" cy="349078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26EF24CB-F92C-44F5-8F9A-53B93EBFEB89}"/>
              </a:ext>
            </a:extLst>
          </p:cNvPr>
          <p:cNvCxnSpPr>
            <a:cxnSpLocks/>
            <a:stCxn id="14" idx="4"/>
            <a:endCxn id="15" idx="0"/>
          </p:cNvCxnSpPr>
          <p:nvPr/>
        </p:nvCxnSpPr>
        <p:spPr>
          <a:xfrm flipH="1">
            <a:off x="5565293" y="3606192"/>
            <a:ext cx="1" cy="89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3354673D-E568-4FA1-A79B-A06C48D197AE}"/>
              </a:ext>
            </a:extLst>
          </p:cNvPr>
          <p:cNvCxnSpPr>
            <a:stCxn id="4" idx="4"/>
            <a:endCxn id="8" idx="1"/>
          </p:cNvCxnSpPr>
          <p:nvPr/>
        </p:nvCxnSpPr>
        <p:spPr>
          <a:xfrm rot="5400000" flipH="1" flipV="1">
            <a:off x="3998761" y="1684170"/>
            <a:ext cx="305547" cy="637038"/>
          </a:xfrm>
          <a:prstGeom prst="bentConnector5">
            <a:avLst>
              <a:gd name="adj1" fmla="val -74817"/>
              <a:gd name="adj2" fmla="val 67982"/>
              <a:gd name="adj3" fmla="val 174817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コネクタ: カギ線 131">
            <a:extLst>
              <a:ext uri="{FF2B5EF4-FFF2-40B4-BE49-F238E27FC236}">
                <a16:creationId xmlns:a16="http://schemas.microsoft.com/office/drawing/2014/main" id="{50D31643-F00F-44AF-AFCB-2DE4669536B0}"/>
              </a:ext>
            </a:extLst>
          </p:cNvPr>
          <p:cNvCxnSpPr>
            <a:cxnSpLocks/>
            <a:stCxn id="8" idx="4"/>
            <a:endCxn id="13" idx="0"/>
          </p:cNvCxnSpPr>
          <p:nvPr/>
        </p:nvCxnSpPr>
        <p:spPr>
          <a:xfrm rot="16200000" flipH="1">
            <a:off x="4942267" y="1914084"/>
            <a:ext cx="379920" cy="866140"/>
          </a:xfrm>
          <a:prstGeom prst="bentConnector3">
            <a:avLst>
              <a:gd name="adj1" fmla="val 33955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楕円 155">
            <a:extLst>
              <a:ext uri="{FF2B5EF4-FFF2-40B4-BE49-F238E27FC236}">
                <a16:creationId xmlns:a16="http://schemas.microsoft.com/office/drawing/2014/main" id="{BF3B8919-17A7-4667-BBEC-CD588514D11D}"/>
              </a:ext>
            </a:extLst>
          </p:cNvPr>
          <p:cNvSpPr/>
          <p:nvPr/>
        </p:nvSpPr>
        <p:spPr>
          <a:xfrm>
            <a:off x="4386293" y="5196388"/>
            <a:ext cx="648000" cy="360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en-US" altLang="ja-JP" sz="1200" dirty="0" err="1">
                <a:solidFill>
                  <a:schemeClr val="tx1"/>
                </a:solidFill>
              </a:rPr>
              <a:t>addgen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cxnSp>
        <p:nvCxnSpPr>
          <p:cNvPr id="166" name="直線矢印コネクタ 165">
            <a:extLst>
              <a:ext uri="{FF2B5EF4-FFF2-40B4-BE49-F238E27FC236}">
                <a16:creationId xmlns:a16="http://schemas.microsoft.com/office/drawing/2014/main" id="{EAA1C2AC-BC23-499D-BA1F-85F6B4395FAE}"/>
              </a:ext>
            </a:extLst>
          </p:cNvPr>
          <p:cNvCxnSpPr>
            <a:endCxn id="156" idx="0"/>
          </p:cNvCxnSpPr>
          <p:nvPr/>
        </p:nvCxnSpPr>
        <p:spPr>
          <a:xfrm flipH="1">
            <a:off x="4710293" y="4898878"/>
            <a:ext cx="1" cy="297510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コネクタ: カギ線 195">
            <a:extLst>
              <a:ext uri="{FF2B5EF4-FFF2-40B4-BE49-F238E27FC236}">
                <a16:creationId xmlns:a16="http://schemas.microsoft.com/office/drawing/2014/main" id="{9FD810C7-8DAC-4F24-A6D5-D65A8293008D}"/>
              </a:ext>
            </a:extLst>
          </p:cNvPr>
          <p:cNvCxnSpPr>
            <a:cxnSpLocks/>
            <a:stCxn id="15" idx="4"/>
            <a:endCxn id="292" idx="0"/>
          </p:cNvCxnSpPr>
          <p:nvPr/>
        </p:nvCxnSpPr>
        <p:spPr>
          <a:xfrm rot="5400000" flipH="1">
            <a:off x="4760473" y="4058958"/>
            <a:ext cx="1035317" cy="574322"/>
          </a:xfrm>
          <a:prstGeom prst="bentConnector5">
            <a:avLst>
              <a:gd name="adj1" fmla="val -22080"/>
              <a:gd name="adj2" fmla="val 62510"/>
              <a:gd name="adj3" fmla="val 122080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コネクタ: カギ線 197">
            <a:extLst>
              <a:ext uri="{FF2B5EF4-FFF2-40B4-BE49-F238E27FC236}">
                <a16:creationId xmlns:a16="http://schemas.microsoft.com/office/drawing/2014/main" id="{4791C3AA-12DD-40E5-94FB-DC8DD083B1B6}"/>
              </a:ext>
            </a:extLst>
          </p:cNvPr>
          <p:cNvCxnSpPr>
            <a:cxnSpLocks/>
            <a:stCxn id="156" idx="4"/>
            <a:endCxn id="288" idx="0"/>
          </p:cNvCxnSpPr>
          <p:nvPr/>
        </p:nvCxnSpPr>
        <p:spPr>
          <a:xfrm rot="5400000" flipH="1">
            <a:off x="3557998" y="4404093"/>
            <a:ext cx="1721912" cy="582678"/>
          </a:xfrm>
          <a:prstGeom prst="bentConnector5">
            <a:avLst>
              <a:gd name="adj1" fmla="val -13276"/>
              <a:gd name="adj2" fmla="val 62331"/>
              <a:gd name="adj3" fmla="val 113276"/>
            </a:avLst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D9547175-6445-45BA-8FDB-1534D2754E1E}"/>
              </a:ext>
            </a:extLst>
          </p:cNvPr>
          <p:cNvSpPr/>
          <p:nvPr/>
        </p:nvSpPr>
        <p:spPr>
          <a:xfrm>
            <a:off x="3993444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F8BE0EC-825A-4888-A3EA-3E3EE89AFFF6}"/>
              </a:ext>
            </a:extLst>
          </p:cNvPr>
          <p:cNvSpPr/>
          <p:nvPr/>
        </p:nvSpPr>
        <p:spPr>
          <a:xfrm>
            <a:off x="4842633" y="3125690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E837873F-3E11-4BD3-9F0E-1C937D1EA109}"/>
              </a:ext>
            </a:extLst>
          </p:cNvPr>
          <p:cNvSpPr/>
          <p:nvPr/>
        </p:nvSpPr>
        <p:spPr>
          <a:xfrm>
            <a:off x="5784175" y="310406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4" name="正方形/長方形 213">
            <a:extLst>
              <a:ext uri="{FF2B5EF4-FFF2-40B4-BE49-F238E27FC236}">
                <a16:creationId xmlns:a16="http://schemas.microsoft.com/office/drawing/2014/main" id="{35F26908-CE38-46F1-8D45-9F18F8292FF0}"/>
              </a:ext>
            </a:extLst>
          </p:cNvPr>
          <p:cNvSpPr/>
          <p:nvPr/>
        </p:nvSpPr>
        <p:spPr>
          <a:xfrm>
            <a:off x="4766433" y="5078713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15" name="正方形/長方形 214">
            <a:extLst>
              <a:ext uri="{FF2B5EF4-FFF2-40B4-BE49-F238E27FC236}">
                <a16:creationId xmlns:a16="http://schemas.microsoft.com/office/drawing/2014/main" id="{B4EB3AE8-3883-4EB6-B308-C942EAA119B0}"/>
              </a:ext>
            </a:extLst>
          </p:cNvPr>
          <p:cNvSpPr/>
          <p:nvPr/>
        </p:nvSpPr>
        <p:spPr>
          <a:xfrm>
            <a:off x="5633354" y="4375792"/>
            <a:ext cx="252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</a:t>
            </a:r>
            <a:endParaRPr kumimoji="1" lang="ja-JP" altLang="en-US" sz="1200" dirty="0">
              <a:solidFill>
                <a:schemeClr val="tx1"/>
              </a:solidFill>
            </a:endParaRPr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83C967E2-CE01-48B8-A4F3-CC9425559B83}"/>
              </a:ext>
            </a:extLst>
          </p:cNvPr>
          <p:cNvSpPr/>
          <p:nvPr/>
        </p:nvSpPr>
        <p:spPr>
          <a:xfrm>
            <a:off x="4002969" y="2441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550CCFD3-6F3D-48DB-9856-B0305CC546CA}"/>
              </a:ext>
            </a:extLst>
          </p:cNvPr>
          <p:cNvSpPr/>
          <p:nvPr/>
        </p:nvSpPr>
        <p:spPr>
          <a:xfrm>
            <a:off x="4862890" y="24361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1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E4FD8A0B-42CD-488E-8116-450C55479C5E}"/>
              </a:ext>
            </a:extLst>
          </p:cNvPr>
          <p:cNvSpPr/>
          <p:nvPr/>
        </p:nvSpPr>
        <p:spPr>
          <a:xfrm>
            <a:off x="5722811" y="2418262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b</a:t>
            </a:r>
            <a:r>
              <a:rPr lang="en-US" altLang="ja-JP" sz="1200" baseline="-25000" dirty="0">
                <a:solidFill>
                  <a:schemeClr val="tx1"/>
                </a:solidFill>
              </a:rPr>
              <a:t>2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9FE3A06E-42CA-43D5-9E46-F2AF04639E4A}"/>
              </a:ext>
            </a:extLst>
          </p:cNvPr>
          <p:cNvSpPr/>
          <p:nvPr/>
        </p:nvSpPr>
        <p:spPr>
          <a:xfrm>
            <a:off x="3936294" y="1679534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dirty="0">
                <a:solidFill>
                  <a:schemeClr val="tx1"/>
                </a:solidFill>
              </a:rPr>
              <a:t>0</a:t>
            </a:r>
            <a:endParaRPr kumimoji="1"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67075E2A-2F96-4E3C-A6BA-6B62C952C4CD}"/>
              </a:ext>
            </a:extLst>
          </p:cNvPr>
          <p:cNvSpPr/>
          <p:nvPr/>
        </p:nvSpPr>
        <p:spPr>
          <a:xfrm>
            <a:off x="4785483" y="1677257"/>
            <a:ext cx="324000" cy="252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ja-JP" sz="1200" baseline="-25000" dirty="0">
                <a:solidFill>
                  <a:schemeClr val="tx1"/>
                </a:solidFill>
              </a:rPr>
              <a:t>0</a:t>
            </a:r>
            <a:endParaRPr lang="ja-JP" altLang="en-US" sz="1200" baseline="-25000" dirty="0">
              <a:solidFill>
                <a:schemeClr val="tx1"/>
              </a:solidFill>
            </a:endParaRPr>
          </a:p>
        </p:txBody>
      </p:sp>
      <p:sp>
        <p:nvSpPr>
          <p:cNvPr id="288" name="四角形: 角を丸くする 287">
            <a:extLst>
              <a:ext uri="{FF2B5EF4-FFF2-40B4-BE49-F238E27FC236}">
                <a16:creationId xmlns:a16="http://schemas.microsoft.com/office/drawing/2014/main" id="{97B47D32-EFC0-4AB3-8CB6-487228A82E51}"/>
              </a:ext>
            </a:extLst>
          </p:cNvPr>
          <p:cNvSpPr/>
          <p:nvPr/>
        </p:nvSpPr>
        <p:spPr>
          <a:xfrm>
            <a:off x="3947312" y="3834476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sp>
        <p:nvSpPr>
          <p:cNvPr id="291" name="四角形: 角を丸くする 290">
            <a:extLst>
              <a:ext uri="{FF2B5EF4-FFF2-40B4-BE49-F238E27FC236}">
                <a16:creationId xmlns:a16="http://schemas.microsoft.com/office/drawing/2014/main" id="{118BE76C-AFC7-46E4-A322-438F9A8ED5B8}"/>
              </a:ext>
            </a:extLst>
          </p:cNvPr>
          <p:cNvSpPr/>
          <p:nvPr/>
        </p:nvSpPr>
        <p:spPr>
          <a:xfrm>
            <a:off x="4481423" y="5649494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  <p:sp>
        <p:nvSpPr>
          <p:cNvPr id="292" name="四角形: 角を丸くする 291">
            <a:extLst>
              <a:ext uri="{FF2B5EF4-FFF2-40B4-BE49-F238E27FC236}">
                <a16:creationId xmlns:a16="http://schemas.microsoft.com/office/drawing/2014/main" id="{C8698A6A-9B11-4C6B-98BF-C7F93A3377E5}"/>
              </a:ext>
            </a:extLst>
          </p:cNvPr>
          <p:cNvSpPr/>
          <p:nvPr/>
        </p:nvSpPr>
        <p:spPr>
          <a:xfrm>
            <a:off x="4810668" y="3828460"/>
            <a:ext cx="360606" cy="77569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①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入力</a:t>
            </a:r>
            <a:endParaRPr kumimoji="1" lang="en-US" altLang="ja-JP" sz="12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200" dirty="0">
                <a:solidFill>
                  <a:schemeClr val="tx1"/>
                </a:solidFill>
              </a:rPr>
              <a:t>16b’0</a:t>
            </a:r>
          </a:p>
        </p:txBody>
      </p:sp>
      <p:cxnSp>
        <p:nvCxnSpPr>
          <p:cNvPr id="352" name="直線矢印コネクタ 351">
            <a:extLst>
              <a:ext uri="{FF2B5EF4-FFF2-40B4-BE49-F238E27FC236}">
                <a16:creationId xmlns:a16="http://schemas.microsoft.com/office/drawing/2014/main" id="{24913B6A-2E7C-4D18-907E-C099EDE794F5}"/>
              </a:ext>
            </a:extLst>
          </p:cNvPr>
          <p:cNvCxnSpPr>
            <a:cxnSpLocks/>
            <a:stCxn id="7" idx="4"/>
          </p:cNvCxnSpPr>
          <p:nvPr/>
        </p:nvCxnSpPr>
        <p:spPr>
          <a:xfrm>
            <a:off x="3833011" y="4860847"/>
            <a:ext cx="11102" cy="1139536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8178CCF0-3547-46BD-9D93-29DDC710C5BA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3833016" y="1257877"/>
            <a:ext cx="6410" cy="537585"/>
          </a:xfrm>
          <a:prstGeom prst="straightConnector1">
            <a:avLst/>
          </a:prstGeom>
          <a:ln w="19050">
            <a:solidFill>
              <a:schemeClr val="accent3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1" name="テキスト ボックス 360">
            <a:extLst>
              <a:ext uri="{FF2B5EF4-FFF2-40B4-BE49-F238E27FC236}">
                <a16:creationId xmlns:a16="http://schemas.microsoft.com/office/drawing/2014/main" id="{9827CB17-7125-4387-9948-4912C2D3FAFA}"/>
              </a:ext>
            </a:extLst>
          </p:cNvPr>
          <p:cNvSpPr txBox="1"/>
          <p:nvPr/>
        </p:nvSpPr>
        <p:spPr>
          <a:xfrm>
            <a:off x="3493608" y="971806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入力</a:t>
            </a:r>
            <a:endParaRPr kumimoji="1" lang="ja-JP" altLang="en-US" dirty="0"/>
          </a:p>
        </p:txBody>
      </p:sp>
      <p:sp>
        <p:nvSpPr>
          <p:cNvPr id="362" name="テキスト ボックス 361">
            <a:extLst>
              <a:ext uri="{FF2B5EF4-FFF2-40B4-BE49-F238E27FC236}">
                <a16:creationId xmlns:a16="http://schemas.microsoft.com/office/drawing/2014/main" id="{B737E26E-0EE4-4843-89F7-5F8DC9C1BFF8}"/>
              </a:ext>
            </a:extLst>
          </p:cNvPr>
          <p:cNvSpPr txBox="1"/>
          <p:nvPr/>
        </p:nvSpPr>
        <p:spPr>
          <a:xfrm>
            <a:off x="3443175" y="5989300"/>
            <a:ext cx="751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dirty="0"/>
              <a:t>出力</a:t>
            </a:r>
            <a:endParaRPr kumimoji="1" lang="ja-JP" altLang="en-US" dirty="0"/>
          </a:p>
        </p:txBody>
      </p:sp>
      <p:sp>
        <p:nvSpPr>
          <p:cNvPr id="363" name="テキスト ボックス 362">
            <a:extLst>
              <a:ext uri="{FF2B5EF4-FFF2-40B4-BE49-F238E27FC236}">
                <a16:creationId xmlns:a16="http://schemas.microsoft.com/office/drawing/2014/main" id="{167D9FD4-B118-437C-A00D-4E5717D7AF7F}"/>
              </a:ext>
            </a:extLst>
          </p:cNvPr>
          <p:cNvSpPr txBox="1"/>
          <p:nvPr/>
        </p:nvSpPr>
        <p:spPr>
          <a:xfrm>
            <a:off x="4260293" y="971806"/>
            <a:ext cx="4649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入力パケット：</a:t>
            </a:r>
            <a:r>
              <a:rPr kumimoji="1" lang="en-US" altLang="ja-JP" dirty="0"/>
              <a:t>gen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から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つずつ増加</a:t>
            </a:r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60080939-D63D-4A71-BD9B-2AE932529A44}"/>
              </a:ext>
            </a:extLst>
          </p:cNvPr>
          <p:cNvSpPr txBox="1"/>
          <p:nvPr/>
        </p:nvSpPr>
        <p:spPr>
          <a:xfrm>
            <a:off x="2229705" y="2843618"/>
            <a:ext cx="1165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係数処理</a:t>
            </a:r>
            <a:endParaRPr lang="en-US" altLang="ja-JP" dirty="0"/>
          </a:p>
        </p:txBody>
      </p:sp>
      <p:sp>
        <p:nvSpPr>
          <p:cNvPr id="267" name="テキスト ボックス 266">
            <a:extLst>
              <a:ext uri="{FF2B5EF4-FFF2-40B4-BE49-F238E27FC236}">
                <a16:creationId xmlns:a16="http://schemas.microsoft.com/office/drawing/2014/main" id="{2F7768CC-DCB0-49C0-B82D-126D97D87E57}"/>
              </a:ext>
            </a:extLst>
          </p:cNvPr>
          <p:cNvSpPr txBox="1"/>
          <p:nvPr/>
        </p:nvSpPr>
        <p:spPr>
          <a:xfrm>
            <a:off x="2215695" y="4214292"/>
            <a:ext cx="1165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積算処理</a:t>
            </a:r>
            <a:endParaRPr lang="en-US" altLang="ja-JP" dirty="0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95AB57A-A869-4ED9-B24F-EC0AE955AC14}"/>
              </a:ext>
            </a:extLst>
          </p:cNvPr>
          <p:cNvSpPr txBox="1"/>
          <p:nvPr/>
        </p:nvSpPr>
        <p:spPr>
          <a:xfrm>
            <a:off x="2147851" y="1603874"/>
            <a:ext cx="1422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DDP</a:t>
            </a:r>
            <a:r>
              <a:rPr kumimoji="1" lang="ja-JP" altLang="en-US" dirty="0"/>
              <a:t>が必要</a:t>
            </a:r>
            <a:r>
              <a:rPr lang="ja-JP" altLang="en-US" dirty="0"/>
              <a:t>とする</a:t>
            </a:r>
            <a:r>
              <a:rPr kumimoji="1" lang="ja-JP" altLang="en-US" dirty="0"/>
              <a:t>処理</a:t>
            </a:r>
          </a:p>
        </p:txBody>
      </p:sp>
      <p:sp>
        <p:nvSpPr>
          <p:cNvPr id="70" name="吹き出し: 四角形 69">
            <a:extLst>
              <a:ext uri="{FF2B5EF4-FFF2-40B4-BE49-F238E27FC236}">
                <a16:creationId xmlns:a16="http://schemas.microsoft.com/office/drawing/2014/main" id="{C5284B06-9A98-4CBB-8537-21CB767D005B}"/>
              </a:ext>
            </a:extLst>
          </p:cNvPr>
          <p:cNvSpPr/>
          <p:nvPr/>
        </p:nvSpPr>
        <p:spPr>
          <a:xfrm>
            <a:off x="7452897" y="1437754"/>
            <a:ext cx="4423949" cy="491503"/>
          </a:xfrm>
          <a:prstGeom prst="wedgeRectCallout">
            <a:avLst>
              <a:gd name="adj1" fmla="val -70611"/>
              <a:gd name="adj2" fmla="val -2352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600" dirty="0">
                <a:solidFill>
                  <a:schemeClr val="tx1"/>
                </a:solidFill>
              </a:rPr>
              <a:t>入力パケットのコピーを行う</a:t>
            </a:r>
          </a:p>
        </p:txBody>
      </p:sp>
      <p:sp>
        <p:nvSpPr>
          <p:cNvPr id="268" name="吹き出し: 四角形 267">
            <a:extLst>
              <a:ext uri="{FF2B5EF4-FFF2-40B4-BE49-F238E27FC236}">
                <a16:creationId xmlns:a16="http://schemas.microsoft.com/office/drawing/2014/main" id="{C5793941-2B90-4C64-BCD4-2F9CC74D8BD2}"/>
              </a:ext>
            </a:extLst>
          </p:cNvPr>
          <p:cNvSpPr/>
          <p:nvPr/>
        </p:nvSpPr>
        <p:spPr>
          <a:xfrm>
            <a:off x="7452897" y="2155462"/>
            <a:ext cx="4400992" cy="1727017"/>
          </a:xfrm>
          <a:prstGeom prst="wedgeRectCallout">
            <a:avLst>
              <a:gd name="adj1" fmla="val -70611"/>
              <a:gd name="adj2" fmla="val -2352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600" dirty="0">
                <a:solidFill>
                  <a:schemeClr val="tx1"/>
                </a:solidFill>
              </a:rPr>
              <a:t>パケットの</a:t>
            </a:r>
            <a:r>
              <a:rPr kumimoji="1" lang="en-US" altLang="ja-JP" sz="1600" dirty="0" err="1">
                <a:solidFill>
                  <a:schemeClr val="tx1"/>
                </a:solidFill>
              </a:rPr>
              <a:t>dest</a:t>
            </a:r>
            <a:r>
              <a:rPr kumimoji="1" lang="ja-JP" altLang="en-US" sz="1600" dirty="0">
                <a:solidFill>
                  <a:schemeClr val="tx1"/>
                </a:solidFill>
              </a:rPr>
              <a:t>を基に</a:t>
            </a:r>
            <a:r>
              <a:rPr kumimoji="1" lang="en-US" altLang="ja-JP" sz="1600" dirty="0">
                <a:solidFill>
                  <a:schemeClr val="tx1"/>
                </a:solidFill>
              </a:rPr>
              <a:t>CMEM</a:t>
            </a:r>
            <a:r>
              <a:rPr lang="ja-JP" altLang="en-US" sz="1600" dirty="0">
                <a:solidFill>
                  <a:schemeClr val="tx1"/>
                </a:solidFill>
              </a:rPr>
              <a:t>に格納されている</a:t>
            </a:r>
            <a:r>
              <a:rPr kumimoji="1" lang="ja-JP" altLang="en-US" sz="1600" dirty="0">
                <a:solidFill>
                  <a:schemeClr val="tx1"/>
                </a:solidFill>
              </a:rPr>
              <a:t>係数</a:t>
            </a:r>
            <a:r>
              <a:rPr lang="ja-JP" altLang="en-US" sz="1600" dirty="0">
                <a:solidFill>
                  <a:schemeClr val="tx1"/>
                </a:solidFill>
              </a:rPr>
              <a:t>へアクセスし、</a:t>
            </a:r>
            <a:r>
              <a:rPr kumimoji="1" lang="ja-JP" altLang="en-US" sz="1600" dirty="0">
                <a:solidFill>
                  <a:schemeClr val="tx1"/>
                </a:solidFill>
              </a:rPr>
              <a:t>定数演算を実行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tx1"/>
                </a:solidFill>
              </a:rPr>
              <a:t>乗算</a:t>
            </a:r>
            <a:r>
              <a:rPr kumimoji="1" lang="ja-JP" altLang="en-US" sz="1600" dirty="0">
                <a:solidFill>
                  <a:schemeClr val="tx1"/>
                </a:solidFill>
              </a:rPr>
              <a:t>後</a:t>
            </a:r>
            <a:r>
              <a:rPr lang="ja-JP" altLang="en-US" sz="1600" dirty="0">
                <a:solidFill>
                  <a:schemeClr val="tx1"/>
                </a:solidFill>
              </a:rPr>
              <a:t>に変動した固定小数点を元に戻すため</a:t>
            </a:r>
            <a:r>
              <a:rPr lang="en-US" altLang="ja-JP" sz="1600" dirty="0">
                <a:solidFill>
                  <a:schemeClr val="tx1"/>
                </a:solidFill>
              </a:rPr>
              <a:t>1bit</a:t>
            </a:r>
            <a:r>
              <a:rPr kumimoji="1" lang="ja-JP" altLang="en-US" sz="1600" dirty="0">
                <a:solidFill>
                  <a:schemeClr val="tx1"/>
                </a:solidFill>
              </a:rPr>
              <a:t>左シフト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269" name="吹き出し: 四角形 268">
            <a:extLst>
              <a:ext uri="{FF2B5EF4-FFF2-40B4-BE49-F238E27FC236}">
                <a16:creationId xmlns:a16="http://schemas.microsoft.com/office/drawing/2014/main" id="{9D302CC4-C006-46D2-9992-5C04623BD300}"/>
              </a:ext>
            </a:extLst>
          </p:cNvPr>
          <p:cNvSpPr/>
          <p:nvPr/>
        </p:nvSpPr>
        <p:spPr>
          <a:xfrm>
            <a:off x="7475854" y="3997234"/>
            <a:ext cx="4400992" cy="2560642"/>
          </a:xfrm>
          <a:prstGeom prst="wedgeRectCallout">
            <a:avLst>
              <a:gd name="adj1" fmla="val -104052"/>
              <a:gd name="adj2" fmla="val -2028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600" dirty="0">
                <a:solidFill>
                  <a:schemeClr val="tx1"/>
                </a:solidFill>
              </a:rPr>
              <a:t>係数処理結果の足合せを行う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tx1"/>
                </a:solidFill>
              </a:rPr>
              <a:t>パケット入力回数がタップ数に満たないとき（この図の場合は１回目２回目のとき）</a:t>
            </a:r>
            <a:r>
              <a:rPr lang="en-US" altLang="ja-JP" sz="1600" dirty="0">
                <a:solidFill>
                  <a:schemeClr val="tx1"/>
                </a:solidFill>
              </a:rPr>
              <a:t>add</a:t>
            </a:r>
            <a:r>
              <a:rPr lang="ja-JP" altLang="en-US" sz="1600" dirty="0">
                <a:solidFill>
                  <a:schemeClr val="tx1"/>
                </a:solidFill>
              </a:rPr>
              <a:t>演算でマッチングする対象パケットが無い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600" dirty="0">
                <a:solidFill>
                  <a:schemeClr val="tx1"/>
                </a:solidFill>
              </a:rPr>
              <a:t>これを補うためにデータ部が</a:t>
            </a:r>
            <a:r>
              <a:rPr lang="en-US" altLang="ja-JP" sz="1600" dirty="0">
                <a:solidFill>
                  <a:schemeClr val="tx1"/>
                </a:solidFill>
              </a:rPr>
              <a:t>16b’</a:t>
            </a:r>
            <a:r>
              <a:rPr lang="ja-JP" altLang="en-US" sz="1600" dirty="0">
                <a:solidFill>
                  <a:schemeClr val="tx1"/>
                </a:solidFill>
              </a:rPr>
              <a:t>０のマッチング用のパケットを事前に</a:t>
            </a:r>
            <a:r>
              <a:rPr lang="en-US" altLang="ja-JP" sz="1600" dirty="0">
                <a:solidFill>
                  <a:schemeClr val="tx1"/>
                </a:solidFill>
              </a:rPr>
              <a:t>MM</a:t>
            </a:r>
            <a:r>
              <a:rPr lang="ja-JP" altLang="en-US" sz="1600" dirty="0">
                <a:solidFill>
                  <a:schemeClr val="tx1"/>
                </a:solidFill>
              </a:rPr>
              <a:t>ステージに用意、</a:t>
            </a:r>
            <a:r>
              <a:rPr lang="en-US" altLang="ja-JP" sz="1600" dirty="0">
                <a:solidFill>
                  <a:schemeClr val="tx1"/>
                </a:solidFill>
              </a:rPr>
              <a:t>2</a:t>
            </a:r>
            <a:r>
              <a:rPr lang="ja-JP" altLang="en-US" sz="1600" dirty="0">
                <a:solidFill>
                  <a:schemeClr val="tx1"/>
                </a:solidFill>
              </a:rPr>
              <a:t>周目以降は後段</a:t>
            </a:r>
            <a:r>
              <a:rPr lang="en-US" altLang="ja-JP" sz="1600" dirty="0">
                <a:solidFill>
                  <a:schemeClr val="tx1"/>
                </a:solidFill>
              </a:rPr>
              <a:t>add</a:t>
            </a:r>
            <a:r>
              <a:rPr lang="ja-JP" altLang="en-US" sz="1600" dirty="0">
                <a:solidFill>
                  <a:schemeClr val="tx1"/>
                </a:solidFill>
              </a:rPr>
              <a:t>からのパケットとマッチング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271" name="吹き出し: 四角形 270">
            <a:extLst>
              <a:ext uri="{FF2B5EF4-FFF2-40B4-BE49-F238E27FC236}">
                <a16:creationId xmlns:a16="http://schemas.microsoft.com/office/drawing/2014/main" id="{B9A12EFC-D555-4E8D-8D64-4C988C42CCEC}"/>
              </a:ext>
            </a:extLst>
          </p:cNvPr>
          <p:cNvSpPr/>
          <p:nvPr/>
        </p:nvSpPr>
        <p:spPr>
          <a:xfrm>
            <a:off x="260253" y="1764230"/>
            <a:ext cx="1515744" cy="4225070"/>
          </a:xfrm>
          <a:prstGeom prst="wedgeRectCallout">
            <a:avLst>
              <a:gd name="adj1" fmla="val 78215"/>
              <a:gd name="adj2" fmla="val 3336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600" dirty="0">
                <a:solidFill>
                  <a:schemeClr val="tx1"/>
                </a:solidFill>
              </a:rPr>
              <a:t>2</a:t>
            </a:r>
            <a:r>
              <a:rPr lang="ja-JP" altLang="en-US" sz="1600" dirty="0">
                <a:solidFill>
                  <a:schemeClr val="tx1"/>
                </a:solidFill>
              </a:rPr>
              <a:t>回目のパケット入力以降、</a:t>
            </a:r>
            <a:r>
              <a:rPr lang="en-US" altLang="ja-JP" sz="1600" dirty="0">
                <a:solidFill>
                  <a:schemeClr val="tx1"/>
                </a:solidFill>
              </a:rPr>
              <a:t>Add</a:t>
            </a:r>
            <a:r>
              <a:rPr lang="ja-JP" altLang="en-US" sz="1600" dirty="0">
                <a:solidFill>
                  <a:schemeClr val="tx1"/>
                </a:solidFill>
              </a:rPr>
              <a:t>演算の右パケットには複数の候補が生じる</a:t>
            </a:r>
            <a:endParaRPr lang="en-US" altLang="ja-JP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1600" dirty="0">
                <a:solidFill>
                  <a:schemeClr val="tx1"/>
                </a:solidFill>
              </a:rPr>
              <a:t>正しい候補とマッチングしないと足合せ処理が失敗に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1600" dirty="0">
                <a:solidFill>
                  <a:schemeClr val="tx1"/>
                </a:solidFill>
              </a:rPr>
              <a:t>Gen</a:t>
            </a:r>
            <a:r>
              <a:rPr kumimoji="1" lang="ja-JP" altLang="en-US" sz="1600" dirty="0">
                <a:solidFill>
                  <a:schemeClr val="tx1"/>
                </a:solidFill>
              </a:rPr>
              <a:t>により管理する</a:t>
            </a:r>
          </a:p>
        </p:txBody>
      </p:sp>
      <p:sp>
        <p:nvSpPr>
          <p:cNvPr id="272" name="四角形: 角を丸くする 271">
            <a:extLst>
              <a:ext uri="{FF2B5EF4-FFF2-40B4-BE49-F238E27FC236}">
                <a16:creationId xmlns:a16="http://schemas.microsoft.com/office/drawing/2014/main" id="{CB35C89C-5FA2-44F5-953C-C2E22C650BDA}"/>
              </a:ext>
            </a:extLst>
          </p:cNvPr>
          <p:cNvSpPr/>
          <p:nvPr/>
        </p:nvSpPr>
        <p:spPr>
          <a:xfrm>
            <a:off x="5358391" y="4936628"/>
            <a:ext cx="360000" cy="3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ja-JP" altLang="en-US" sz="1200" dirty="0">
                <a:solidFill>
                  <a:schemeClr val="tx1"/>
                </a:solidFill>
              </a:rPr>
              <a:t>②～</a:t>
            </a:r>
            <a:endParaRPr kumimoji="1" lang="en-US" altLang="ja-JP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389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メイリオ_Segoe UI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プレゼンテーション19" id="{2308CF0E-4050-43D9-B7D9-CC804ABDBC45}" vid="{3161B63C-2832-4FB9-A3C8-95D512D51BD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AEAF34B3F3DA2D40A5F355228D7B82EA" ma:contentTypeVersion="4" ma:contentTypeDescription="新しいドキュメントを作成します。" ma:contentTypeScope="" ma:versionID="cf8934c32d9cd78e9d2eebb3f68dfa49">
  <xsd:schema xmlns:xsd="http://www.w3.org/2001/XMLSchema" xmlns:xs="http://www.w3.org/2001/XMLSchema" xmlns:p="http://schemas.microsoft.com/office/2006/metadata/properties" xmlns:ns3="d5448ca6-9935-4ce6-aabb-aa27e8dd9ba5" targetNamespace="http://schemas.microsoft.com/office/2006/metadata/properties" ma:root="true" ma:fieldsID="86a6ac66945186fbe982e17b12bd6d08" ns3:_="">
    <xsd:import namespace="d5448ca6-9935-4ce6-aabb-aa27e8dd9ba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48ca6-9935-4ce6-aabb-aa27e8dd9b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EE2B20-53C4-476F-8715-74C0B0AD7F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5448ca6-9935-4ce6-aabb-aa27e8dd9b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1D8F8A5-C94B-4B05-9DED-CC756354DC3C}">
  <ds:schemaRefs>
    <ds:schemaRef ds:uri="http://schemas.microsoft.com/office/2006/documentManagement/types"/>
    <ds:schemaRef ds:uri="http://purl.org/dc/terms/"/>
    <ds:schemaRef ds:uri="http://purl.org/dc/dcmitype/"/>
    <ds:schemaRef ds:uri="d5448ca6-9935-4ce6-aabb-aa27e8dd9ba5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B00FCF-E9EE-4287-B0CE-EA7F5F4AB08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資料テンプレ―ト</Template>
  <TotalTime>15236</TotalTime>
  <Words>1971</Words>
  <Application>Microsoft Office PowerPoint</Application>
  <PresentationFormat>ワイド画面</PresentationFormat>
  <Paragraphs>817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メイリオ</vt:lpstr>
      <vt:lpstr>游ゴシック</vt:lpstr>
      <vt:lpstr>Arial</vt:lpstr>
      <vt:lpstr>Segoe UI</vt:lpstr>
      <vt:lpstr>Office テーマ</vt:lpstr>
      <vt:lpstr>DDPプログラムの検討</vt:lpstr>
      <vt:lpstr>DDPプログラムの検討</vt:lpstr>
      <vt:lpstr>DDPプログラムの検討</vt:lpstr>
      <vt:lpstr>DDPプログラムの検討</vt:lpstr>
      <vt:lpstr>DDPプログラムの検討</vt:lpstr>
      <vt:lpstr>DDPプログラムの検討1周目</vt:lpstr>
      <vt:lpstr>DDPプログラムの検討2周目</vt:lpstr>
      <vt:lpstr>DDPプログラムの検討3周目</vt:lpstr>
      <vt:lpstr>FIR・DDPプログラム</vt:lpstr>
      <vt:lpstr>FIR・DDPプログラム</vt:lpstr>
      <vt:lpstr>FIR・DDPプログラム（説明のため３タップの場合で）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DDPプログラムの検討</dc:title>
  <dc:creator>松坂拓海</dc:creator>
  <cp:lastModifiedBy>松坂拓海</cp:lastModifiedBy>
  <cp:revision>54</cp:revision>
  <cp:lastPrinted>2025-01-10T03:00:31Z</cp:lastPrinted>
  <dcterms:created xsi:type="dcterms:W3CDTF">2024-12-30T04:19:32Z</dcterms:created>
  <dcterms:modified xsi:type="dcterms:W3CDTF">2025-01-10T09:14:16Z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0x010100AEAF34B3F3DA2D40A5F355228D7B82EA</vt:lpwstr>
  </property>
</Properties>
</file>