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331" r:id="rId3"/>
    <p:sldId id="332" r:id="rId4"/>
    <p:sldId id="334" r:id="rId5"/>
    <p:sldId id="339" r:id="rId6"/>
    <p:sldId id="346" r:id="rId7"/>
    <p:sldId id="340" r:id="rId8"/>
    <p:sldId id="342" r:id="rId9"/>
    <p:sldId id="345" r:id="rId10"/>
    <p:sldId id="347" r:id="rId11"/>
    <p:sldId id="335" r:id="rId12"/>
    <p:sldId id="348" r:id="rId13"/>
    <p:sldId id="343" r:id="rId14"/>
    <p:sldId id="349" r:id="rId15"/>
    <p:sldId id="350" r:id="rId16"/>
    <p:sldId id="352" r:id="rId17"/>
    <p:sldId id="353" r:id="rId18"/>
    <p:sldId id="354" r:id="rId19"/>
    <p:sldId id="355" r:id="rId20"/>
    <p:sldId id="356" r:id="rId21"/>
    <p:sldId id="357" r:id="rId22"/>
    <p:sldId id="358" r:id="rId23"/>
    <p:sldId id="359" r:id="rId2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4" d="100"/>
          <a:sy n="104" d="100"/>
        </p:scale>
        <p:origin x="870" y="15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E81962-54A7-4D74-A796-1FF17AD1DAE1}" type="datetimeFigureOut">
              <a:rPr kumimoji="1" lang="ja-JP" altLang="en-US" smtClean="0"/>
              <a:t>2026/9/19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31E41B-FE44-4602-9A02-FE31B42538AD}" type="slidenum">
              <a:rPr kumimoji="1" lang="ja-JP" altLang="en-US" smtClean="0"/>
              <a:t>‹#›</a:t>
            </a:fld>
            <a:endParaRPr kumimoji="1" lang="ja-JP" altLang="en-US"/>
          </a:p>
        </p:txBody>
      </p:sp>
    </p:spTree>
    <p:extLst>
      <p:ext uri="{BB962C8B-B14F-4D97-AF65-F5344CB8AC3E}">
        <p14:creationId xmlns:p14="http://schemas.microsoft.com/office/powerpoint/2010/main" val="42024244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2</a:t>
            </a:r>
            <a:r>
              <a:rPr kumimoji="1" lang="ja-JP" altLang="en-US" dirty="0"/>
              <a:t>つのデータを</a:t>
            </a:r>
            <a:r>
              <a:rPr kumimoji="1" lang="en-US" altLang="ja-JP" dirty="0"/>
              <a:t>1</a:t>
            </a:r>
            <a:r>
              <a:rPr kumimoji="1" lang="ja-JP" altLang="en-US" dirty="0"/>
              <a:t>つの</a:t>
            </a:r>
            <a:r>
              <a:rPr kumimoji="1" lang="en-US" altLang="ja-JP" dirty="0" err="1"/>
              <a:t>dest</a:t>
            </a:r>
            <a:r>
              <a:rPr kumimoji="1" lang="ja-JP" altLang="en-US" dirty="0"/>
              <a:t>として見る</a:t>
            </a:r>
            <a:br>
              <a:rPr kumimoji="1" lang="en-US" altLang="ja-JP" dirty="0"/>
            </a:br>
            <a:r>
              <a:rPr kumimoji="1" lang="ja-JP" altLang="en-US" dirty="0"/>
              <a:t>しかし、１つめのパケットは</a:t>
            </a:r>
            <a:r>
              <a:rPr kumimoji="1" lang="en-US" altLang="ja-JP" dirty="0" err="1"/>
              <a:t>addgen</a:t>
            </a:r>
            <a:endParaRPr kumimoji="1" lang="ja-JP" altLang="en-US"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4</a:t>
            </a:fld>
            <a:endParaRPr kumimoji="1" lang="ja-JP" altLang="en-US"/>
          </a:p>
        </p:txBody>
      </p:sp>
    </p:spTree>
    <p:extLst>
      <p:ext uri="{BB962C8B-B14F-4D97-AF65-F5344CB8AC3E}">
        <p14:creationId xmlns:p14="http://schemas.microsoft.com/office/powerpoint/2010/main" val="608125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OPC</a:t>
            </a:r>
            <a:r>
              <a:rPr kumimoji="1" lang="ja-JP" altLang="en-US" dirty="0"/>
              <a:t>を</a:t>
            </a:r>
            <a:r>
              <a:rPr kumimoji="1" lang="en-US" altLang="ja-JP" dirty="0"/>
              <a:t>2</a:t>
            </a:r>
            <a:r>
              <a:rPr kumimoji="1" lang="ja-JP" altLang="en-US" dirty="0"/>
              <a:t>倍にする方針</a:t>
            </a:r>
            <a:br>
              <a:rPr kumimoji="1" lang="en-US" altLang="ja-JP" dirty="0"/>
            </a:br>
            <a:br>
              <a:rPr kumimoji="1" lang="en-US" altLang="ja-JP" dirty="0"/>
            </a:br>
            <a:r>
              <a:rPr kumimoji="1" lang="ja-JP" altLang="en-US" dirty="0"/>
              <a:t>通常の</a:t>
            </a:r>
            <a:r>
              <a:rPr kumimoji="1" lang="en-US" altLang="ja-JP" dirty="0"/>
              <a:t>SS</a:t>
            </a:r>
            <a:r>
              <a:rPr kumimoji="1" lang="ja-JP" altLang="en-US" dirty="0"/>
              <a:t>について</a:t>
            </a:r>
            <a:r>
              <a:rPr kumimoji="1" lang="en-US" altLang="ja-JP" dirty="0"/>
              <a:t>STM</a:t>
            </a:r>
            <a:r>
              <a:rPr kumimoji="1" lang="ja-JP" altLang="en-US" dirty="0"/>
              <a:t>と</a:t>
            </a:r>
            <a:r>
              <a:rPr kumimoji="1" lang="en-US" altLang="ja-JP" dirty="0"/>
              <a:t>LDM</a:t>
            </a:r>
            <a:r>
              <a:rPr kumimoji="1" lang="ja-JP" altLang="en-US" dirty="0"/>
              <a:t>について調べる</a:t>
            </a:r>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6</a:t>
            </a:fld>
            <a:endParaRPr kumimoji="1" lang="ja-JP" altLang="en-US"/>
          </a:p>
        </p:txBody>
      </p:sp>
    </p:spTree>
    <p:extLst>
      <p:ext uri="{BB962C8B-B14F-4D97-AF65-F5344CB8AC3E}">
        <p14:creationId xmlns:p14="http://schemas.microsoft.com/office/powerpoint/2010/main" val="1260640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1</a:t>
            </a:r>
            <a:r>
              <a:rPr kumimoji="1" lang="ja-JP" altLang="en-US" dirty="0"/>
              <a:t>の場合、仕組みはこれまでと同じであるため、基本的な設計は生かせるが、</a:t>
            </a:r>
            <a:r>
              <a:rPr kumimoji="1" lang="en-US" altLang="ja-JP" dirty="0"/>
              <a:t>MMRAM</a:t>
            </a:r>
            <a:r>
              <a:rPr kumimoji="1" lang="ja-JP" altLang="en-US" dirty="0"/>
              <a:t>、</a:t>
            </a:r>
            <a:r>
              <a:rPr kumimoji="1" lang="en-US" altLang="ja-JP" dirty="0"/>
              <a:t>MMCAM</a:t>
            </a:r>
            <a:r>
              <a:rPr kumimoji="1" lang="ja-JP" altLang="en-US" dirty="0"/>
              <a:t>どちらにも相応の変更点が存在する</a:t>
            </a:r>
            <a:endParaRPr kumimoji="1" lang="en-US" altLang="ja-JP" dirty="0"/>
          </a:p>
          <a:p>
            <a:r>
              <a:rPr kumimoji="1" lang="en-US" altLang="ja-JP" dirty="0"/>
              <a:t>2</a:t>
            </a:r>
            <a:r>
              <a:rPr kumimoji="1" lang="ja-JP" altLang="en-US" dirty="0"/>
              <a:t>の場合、仕組みは</a:t>
            </a:r>
            <a:r>
              <a:rPr kumimoji="1" lang="en-US" altLang="ja-JP" dirty="0"/>
              <a:t>1</a:t>
            </a:r>
            <a:r>
              <a:rPr kumimoji="1" lang="ja-JP" altLang="en-US" dirty="0"/>
              <a:t>よりも単純化することが出来るが、</a:t>
            </a:r>
            <a:r>
              <a:rPr kumimoji="1" lang="en-US" altLang="ja-JP" dirty="0"/>
              <a:t>MMCAM</a:t>
            </a:r>
            <a:r>
              <a:rPr kumimoji="1" lang="ja-JP" altLang="en-US" dirty="0"/>
              <a:t>でのマッチング問題が発生する可能性</a:t>
            </a:r>
            <a:endParaRPr kumimoji="1" lang="en-US" altLang="ja-JP" dirty="0"/>
          </a:p>
          <a:p>
            <a:r>
              <a:rPr kumimoji="1" lang="ja-JP" altLang="en-US" dirty="0"/>
              <a:t>フラグを立てた場合の長所と短所の比較</a:t>
            </a:r>
            <a:endParaRPr kumimoji="1" lang="en-US" altLang="ja-JP" dirty="0"/>
          </a:p>
          <a:p>
            <a:r>
              <a:rPr kumimoji="1" lang="ja-JP" altLang="en-US" dirty="0"/>
              <a:t>１．プログラムの実行時間</a:t>
            </a:r>
            <a:endParaRPr kumimoji="1" lang="en-US" altLang="ja-JP" dirty="0"/>
          </a:p>
          <a:p>
            <a:r>
              <a:rPr kumimoji="1" lang="ja-JP" altLang="en-US" dirty="0"/>
              <a:t>２．コード量</a:t>
            </a:r>
            <a:endParaRPr kumimoji="1" lang="en-US" altLang="ja-JP" dirty="0"/>
          </a:p>
          <a:p>
            <a:r>
              <a:rPr kumimoji="1" lang="ja-JP" altLang="en-US" dirty="0"/>
              <a:t>３．回路規模の増加量</a:t>
            </a:r>
            <a:endParaRPr kumimoji="1" lang="en-US" altLang="ja-JP" dirty="0"/>
          </a:p>
          <a:p>
            <a:endParaRPr kumimoji="1" lang="en-US" altLang="ja-JP" dirty="0"/>
          </a:p>
          <a:p>
            <a:r>
              <a:rPr kumimoji="1" lang="ja-JP" altLang="en-US" dirty="0"/>
              <a:t>余談</a:t>
            </a:r>
            <a:r>
              <a:rPr kumimoji="1" lang="en-US" altLang="ja-JP" dirty="0"/>
              <a:t>:</a:t>
            </a:r>
            <a:r>
              <a:rPr kumimoji="1" lang="ja-JP" altLang="en-US" dirty="0"/>
              <a:t>汎用化させる場合はどちらも使用しなければ実現は難しい</a:t>
            </a:r>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7</a:t>
            </a:fld>
            <a:endParaRPr kumimoji="1" lang="ja-JP" altLang="en-US"/>
          </a:p>
        </p:txBody>
      </p:sp>
    </p:spTree>
    <p:extLst>
      <p:ext uri="{BB962C8B-B14F-4D97-AF65-F5344CB8AC3E}">
        <p14:creationId xmlns:p14="http://schemas.microsoft.com/office/powerpoint/2010/main" val="3253002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注意</a:t>
            </a:r>
            <a:r>
              <a:rPr kumimoji="1" lang="en-US" altLang="ja-JP" dirty="0"/>
              <a:t>:</a:t>
            </a:r>
            <a:r>
              <a:rPr kumimoji="1" lang="ja-JP" altLang="en-US" dirty="0"/>
              <a:t>プログラムの実行時間に関しては推定であり、実際に動作させていないため本当に同等になるかは不明</a:t>
            </a:r>
            <a:endParaRPr kumimoji="1" lang="en-US" altLang="ja-JP" dirty="0"/>
          </a:p>
          <a:p>
            <a:endParaRPr kumimoji="1" lang="en-US" altLang="ja-JP" dirty="0"/>
          </a:p>
          <a:p>
            <a:r>
              <a:rPr kumimoji="1" lang="en-US" altLang="ja-JP" dirty="0"/>
              <a:t>PS</a:t>
            </a:r>
            <a:r>
              <a:rPr kumimoji="1" lang="ja-JP" altLang="en-US" dirty="0"/>
              <a:t>内のコード量</a:t>
            </a:r>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8</a:t>
            </a:fld>
            <a:endParaRPr kumimoji="1" lang="ja-JP" altLang="en-US"/>
          </a:p>
        </p:txBody>
      </p:sp>
    </p:spTree>
    <p:extLst>
      <p:ext uri="{BB962C8B-B14F-4D97-AF65-F5344CB8AC3E}">
        <p14:creationId xmlns:p14="http://schemas.microsoft.com/office/powerpoint/2010/main" val="3791574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提案回路についてはテスト用として作成しており、動作確認等はされていないため、正しく動作するのかは不明</a:t>
            </a:r>
            <a:endParaRPr kumimoji="1" lang="en-US" altLang="ja-JP" dirty="0"/>
          </a:p>
          <a:p>
            <a:r>
              <a:rPr kumimoji="1" lang="ja-JP" altLang="en-US" dirty="0"/>
              <a:t>参考にしている松坂</a:t>
            </a:r>
            <a:r>
              <a:rPr kumimoji="1" lang="en-US" altLang="ja-JP" dirty="0"/>
              <a:t>DDP</a:t>
            </a:r>
            <a:r>
              <a:rPr kumimoji="1" lang="ja-JP" altLang="en-US" dirty="0"/>
              <a:t>よりも小さくなっているのはインプリメンテーションを</a:t>
            </a:r>
            <a:r>
              <a:rPr kumimoji="1" lang="en-US" altLang="ja-JP" dirty="0" err="1"/>
              <a:t>vivado</a:t>
            </a:r>
            <a:r>
              <a:rPr kumimoji="1" lang="ja-JP" altLang="en-US" dirty="0"/>
              <a:t>に任せているためと推察される</a:t>
            </a:r>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9</a:t>
            </a:fld>
            <a:endParaRPr kumimoji="1" lang="ja-JP" altLang="en-US"/>
          </a:p>
        </p:txBody>
      </p:sp>
    </p:spTree>
    <p:extLst>
      <p:ext uri="{BB962C8B-B14F-4D97-AF65-F5344CB8AC3E}">
        <p14:creationId xmlns:p14="http://schemas.microsoft.com/office/powerpoint/2010/main" val="3206580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BR</a:t>
            </a:r>
            <a:r>
              <a:rPr kumimoji="1" lang="ja-JP" altLang="en-US" dirty="0"/>
              <a:t>だけ</a:t>
            </a:r>
            <a:r>
              <a:rPr kumimoji="1" lang="en-US" altLang="ja-JP" dirty="0"/>
              <a:t>2bit</a:t>
            </a:r>
            <a:r>
              <a:rPr kumimoji="1" lang="ja-JP" altLang="en-US" dirty="0"/>
              <a:t>に拡張したのは、「片方だけ巡回して、もう片方は巡回を抜ける」を実現するため</a:t>
            </a:r>
            <a:r>
              <a:rPr kumimoji="1" lang="en-US" altLang="ja-JP" dirty="0"/>
              <a:t>(</a:t>
            </a:r>
            <a:r>
              <a:rPr kumimoji="1" lang="ja-JP" altLang="en-US" dirty="0"/>
              <a:t>しかし、</a:t>
            </a:r>
            <a:r>
              <a:rPr kumimoji="1" lang="en-US" altLang="ja-JP" dirty="0"/>
              <a:t>FIR</a:t>
            </a:r>
            <a:r>
              <a:rPr kumimoji="1" lang="ja-JP" altLang="en-US" dirty="0"/>
              <a:t>プログラムでは抜ける場所は</a:t>
            </a:r>
            <a:r>
              <a:rPr kumimoji="1" lang="en-US" altLang="ja-JP" dirty="0"/>
              <a:t>1</a:t>
            </a:r>
            <a:r>
              <a:rPr kumimoji="1" lang="ja-JP" altLang="en-US" dirty="0"/>
              <a:t>カ所しかないため</a:t>
            </a:r>
            <a:r>
              <a:rPr kumimoji="1" lang="en-US" altLang="ja-JP" dirty="0"/>
              <a:t>1bit</a:t>
            </a:r>
            <a:r>
              <a:rPr kumimoji="1" lang="ja-JP" altLang="en-US" dirty="0"/>
              <a:t>で構成しても大丈夫そう？</a:t>
            </a:r>
            <a:r>
              <a:rPr kumimoji="1" lang="en-US" altLang="ja-JP" dirty="0"/>
              <a:t>)</a:t>
            </a:r>
            <a:br>
              <a:rPr kumimoji="1" lang="en-US" altLang="ja-JP" dirty="0"/>
            </a:br>
            <a:r>
              <a:rPr kumimoji="1" lang="ja-JP" altLang="en-US" dirty="0"/>
              <a:t>対応表については</a:t>
            </a:r>
            <a:r>
              <a:rPr kumimoji="1" lang="en-US" altLang="ja-JP" dirty="0"/>
              <a:t>ROM</a:t>
            </a:r>
            <a:r>
              <a:rPr kumimoji="1" lang="ja-JP" altLang="en-US" dirty="0"/>
              <a:t>で作成予定</a:t>
            </a:r>
            <a:endParaRPr kumimoji="1" lang="en-US" altLang="ja-JP" dirty="0"/>
          </a:p>
          <a:p>
            <a:endParaRPr kumimoji="1" lang="en-US" altLang="ja-JP" dirty="0"/>
          </a:p>
          <a:p>
            <a:r>
              <a:rPr kumimoji="1" lang="en-US" altLang="ja-JP" dirty="0"/>
              <a:t>FIR</a:t>
            </a:r>
            <a:r>
              <a:rPr kumimoji="1" lang="ja-JP" altLang="en-US" dirty="0"/>
              <a:t>専用ではないプログラム作成</a:t>
            </a:r>
            <a:br>
              <a:rPr kumimoji="1" lang="en-US" altLang="ja-JP" dirty="0"/>
            </a:br>
            <a:br>
              <a:rPr kumimoji="1" lang="en-US" altLang="ja-JP" dirty="0"/>
            </a:br>
            <a:r>
              <a:rPr kumimoji="1" lang="ja-JP" altLang="en-US" dirty="0"/>
              <a:t>バッファを用いることで少しでも遅延時間の短縮を図る</a:t>
            </a:r>
            <a:endParaRPr kumimoji="1" lang="en-US" altLang="ja-JP" dirty="0"/>
          </a:p>
          <a:p>
            <a:r>
              <a:rPr kumimoji="1" lang="ja-JP" altLang="en-US" dirty="0"/>
              <a:t>リングバッファとリオーダバッファを用いた方法は実装方法が思いついていないので提案だけ</a:t>
            </a:r>
            <a:endParaRPr kumimoji="1" lang="en-US" altLang="ja-JP"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11</a:t>
            </a:fld>
            <a:endParaRPr kumimoji="1" lang="ja-JP" altLang="en-US"/>
          </a:p>
        </p:txBody>
      </p:sp>
    </p:spTree>
    <p:extLst>
      <p:ext uri="{BB962C8B-B14F-4D97-AF65-F5344CB8AC3E}">
        <p14:creationId xmlns:p14="http://schemas.microsoft.com/office/powerpoint/2010/main" val="2686693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メリット</a:t>
            </a:r>
            <a:br>
              <a:rPr kumimoji="1" lang="en-US" altLang="ja-JP" dirty="0"/>
            </a:br>
            <a:r>
              <a:rPr kumimoji="1" lang="ja-JP" altLang="en-US" dirty="0"/>
              <a:t>メモリ</a:t>
            </a:r>
            <a:r>
              <a:rPr kumimoji="1" lang="en-US" altLang="ja-JP" dirty="0"/>
              <a:t>:</a:t>
            </a:r>
            <a:r>
              <a:rPr kumimoji="1" lang="ja-JP" altLang="en-US" dirty="0"/>
              <a:t>保持できる情報が大きくなる</a:t>
            </a:r>
            <a:endParaRPr kumimoji="1" lang="en-US" altLang="ja-JP" dirty="0"/>
          </a:p>
          <a:p>
            <a:r>
              <a:rPr kumimoji="1" lang="ja-JP" altLang="en-US" dirty="0"/>
              <a:t>バッファ</a:t>
            </a:r>
            <a:r>
              <a:rPr kumimoji="1" lang="en-US" altLang="ja-JP" dirty="0"/>
              <a:t>:</a:t>
            </a:r>
            <a:r>
              <a:rPr kumimoji="1" lang="ja-JP" altLang="en-US" dirty="0"/>
              <a:t>動作速度の低下を招く可能性が低い</a:t>
            </a:r>
            <a:br>
              <a:rPr kumimoji="1" lang="en-US" altLang="ja-JP" dirty="0"/>
            </a:br>
            <a:r>
              <a:rPr kumimoji="1" lang="ja-JP" altLang="en-US" dirty="0"/>
              <a:t>プログラム</a:t>
            </a:r>
            <a:r>
              <a:rPr kumimoji="1" lang="en-US" altLang="ja-JP" dirty="0"/>
              <a:t>:</a:t>
            </a:r>
            <a:r>
              <a:rPr kumimoji="1" lang="ja-JP" altLang="en-US" dirty="0"/>
              <a:t>実装が容易</a:t>
            </a:r>
            <a:br>
              <a:rPr kumimoji="1" lang="en-US" altLang="ja-JP" dirty="0"/>
            </a:br>
            <a:br>
              <a:rPr kumimoji="1" lang="en-US" altLang="ja-JP" dirty="0"/>
            </a:br>
            <a:r>
              <a:rPr kumimoji="1" lang="ja-JP" altLang="en-US" dirty="0"/>
              <a:t>デメリット</a:t>
            </a:r>
            <a:br>
              <a:rPr kumimoji="1" lang="en-US" altLang="ja-JP" dirty="0"/>
            </a:br>
            <a:r>
              <a:rPr kumimoji="1" lang="ja-JP" altLang="en-US" dirty="0"/>
              <a:t>メモリ</a:t>
            </a:r>
            <a:r>
              <a:rPr kumimoji="1" lang="en-US" altLang="ja-JP" dirty="0"/>
              <a:t>:</a:t>
            </a:r>
            <a:r>
              <a:rPr kumimoji="1" lang="ja-JP" altLang="en-US" dirty="0"/>
              <a:t>アクセスする必要があるため動作速度の低下を招く</a:t>
            </a:r>
            <a:br>
              <a:rPr kumimoji="1" lang="en-US" altLang="ja-JP" dirty="0"/>
            </a:br>
            <a:r>
              <a:rPr kumimoji="1" lang="ja-JP" altLang="en-US" dirty="0"/>
              <a:t>バッファ</a:t>
            </a:r>
            <a:r>
              <a:rPr kumimoji="1" lang="en-US" altLang="ja-JP" dirty="0"/>
              <a:t>:</a:t>
            </a:r>
            <a:r>
              <a:rPr kumimoji="1" lang="ja-JP" altLang="en-US" dirty="0"/>
              <a:t>非同期の場合はポインタの扱いが特殊になる</a:t>
            </a:r>
            <a:endParaRPr kumimoji="1" lang="en-US" altLang="ja-JP" dirty="0"/>
          </a:p>
          <a:p>
            <a:r>
              <a:rPr kumimoji="1" lang="ja-JP" altLang="en-US" dirty="0"/>
              <a:t>プログラム</a:t>
            </a:r>
            <a:r>
              <a:rPr kumimoji="1" lang="en-US" altLang="ja-JP" dirty="0"/>
              <a:t>:</a:t>
            </a:r>
            <a:r>
              <a:rPr kumimoji="1" lang="ja-JP" altLang="en-US" dirty="0"/>
              <a:t>命令数が増加する可能性が高い→全体の動作速度が低下する</a:t>
            </a:r>
            <a:br>
              <a:rPr kumimoji="1" lang="en-US" altLang="ja-JP" dirty="0"/>
            </a:br>
            <a:br>
              <a:rPr kumimoji="1" lang="en-US" altLang="ja-JP" dirty="0"/>
            </a:br>
            <a:r>
              <a:rPr kumimoji="1" lang="en-US" altLang="ja-JP" dirty="0"/>
              <a:t>MF</a:t>
            </a:r>
            <a:r>
              <a:rPr kumimoji="1" lang="ja-JP" altLang="en-US" dirty="0"/>
              <a:t>を少ないほうに振り分ける</a:t>
            </a:r>
            <a:endParaRPr kumimoji="1" lang="en-US" altLang="ja-JP"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12</a:t>
            </a:fld>
            <a:endParaRPr kumimoji="1" lang="ja-JP" altLang="en-US"/>
          </a:p>
        </p:txBody>
      </p:sp>
    </p:spTree>
    <p:extLst>
      <p:ext uri="{BB962C8B-B14F-4D97-AF65-F5344CB8AC3E}">
        <p14:creationId xmlns:p14="http://schemas.microsoft.com/office/powerpoint/2010/main" val="1370542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13</a:t>
            </a:fld>
            <a:endParaRPr kumimoji="1" lang="ja-JP" altLang="en-US"/>
          </a:p>
        </p:txBody>
      </p:sp>
    </p:spTree>
    <p:extLst>
      <p:ext uri="{BB962C8B-B14F-4D97-AF65-F5344CB8AC3E}">
        <p14:creationId xmlns:p14="http://schemas.microsoft.com/office/powerpoint/2010/main" val="3406801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ストア命令で</a:t>
            </a:r>
            <a:r>
              <a:rPr kumimoji="1" lang="en-US" altLang="ja-JP" dirty="0"/>
              <a:t>ALU</a:t>
            </a:r>
            <a:r>
              <a:rPr kumimoji="1" lang="ja-JP" altLang="en-US" dirty="0"/>
              <a:t>演算が行えるのはおそらく、ロード命令でロードする部分だけ指定ができるため、必要でなくても強制的にストアするためだと考えられる</a:t>
            </a:r>
            <a:endParaRPr kumimoji="1" lang="en-US" altLang="ja-JP" dirty="0"/>
          </a:p>
          <a:p>
            <a:r>
              <a:rPr kumimoji="1" lang="ja-JP" altLang="en-US" dirty="0"/>
              <a:t>また、ロード命令も同様の考え方だと考えられる</a:t>
            </a:r>
            <a:endParaRPr kumimoji="1" lang="en-US" altLang="ja-JP" dirty="0"/>
          </a:p>
          <a:p>
            <a:endParaRPr kumimoji="1" lang="en-US" altLang="ja-JP" dirty="0"/>
          </a:p>
          <a:p>
            <a:r>
              <a:rPr kumimoji="1" lang="ja-JP" altLang="en-US" dirty="0"/>
              <a:t>どちらの命令も実行パイプラインは</a:t>
            </a:r>
            <a:r>
              <a:rPr kumimoji="1" lang="en-US" altLang="ja-JP" dirty="0"/>
              <a:t>2</a:t>
            </a:r>
            <a:r>
              <a:rPr kumimoji="1" lang="ja-JP" altLang="en-US" dirty="0"/>
              <a:t>ウェイである</a:t>
            </a:r>
            <a:endParaRPr kumimoji="1" lang="en-US" altLang="ja-JP"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16</a:t>
            </a:fld>
            <a:endParaRPr kumimoji="1" lang="ja-JP" altLang="en-US"/>
          </a:p>
        </p:txBody>
      </p:sp>
    </p:spTree>
    <p:extLst>
      <p:ext uri="{BB962C8B-B14F-4D97-AF65-F5344CB8AC3E}">
        <p14:creationId xmlns:p14="http://schemas.microsoft.com/office/powerpoint/2010/main" val="247193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17</a:t>
            </a:fld>
            <a:endParaRPr kumimoji="1" lang="ja-JP" altLang="en-US"/>
          </a:p>
        </p:txBody>
      </p:sp>
    </p:spTree>
    <p:extLst>
      <p:ext uri="{BB962C8B-B14F-4D97-AF65-F5344CB8AC3E}">
        <p14:creationId xmlns:p14="http://schemas.microsoft.com/office/powerpoint/2010/main" val="1944110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肝心なのはチャネル数</a:t>
            </a:r>
            <a:endParaRPr kumimoji="1" lang="en-US" altLang="ja-JP" dirty="0"/>
          </a:p>
          <a:p>
            <a:endParaRPr kumimoji="1" lang="en-US" altLang="ja-JP" dirty="0"/>
          </a:p>
          <a:p>
            <a:r>
              <a:rPr kumimoji="1" lang="ja-JP" altLang="en-US" dirty="0"/>
              <a:t>ロード命令は元データを変化させることはないため、競合のリスクが低く、並列化しやすい</a:t>
            </a:r>
            <a:endParaRPr kumimoji="1" lang="en-US" altLang="ja-JP" dirty="0"/>
          </a:p>
          <a:p>
            <a:r>
              <a:rPr kumimoji="1" lang="ja-JP" altLang="en-US" dirty="0"/>
              <a:t>ストア命令はデータを書き換えてしまうため、同時に書き換えるとデータが破壊させる危険性をはらんでいる</a:t>
            </a:r>
            <a:br>
              <a:rPr kumimoji="1" lang="en-US" altLang="ja-JP" dirty="0"/>
            </a:br>
            <a:br>
              <a:rPr kumimoji="1" lang="en-US" altLang="ja-JP" dirty="0"/>
            </a:br>
            <a:r>
              <a:rPr kumimoji="1" lang="ja-JP" altLang="en-US" dirty="0"/>
              <a:t>アドレス生成ユニットの衝突</a:t>
            </a:r>
            <a:r>
              <a:rPr kumimoji="1" lang="en-US" altLang="ja-JP" dirty="0"/>
              <a:t>	:</a:t>
            </a:r>
            <a:r>
              <a:rPr kumimoji="1" lang="ja-JP" altLang="en-US" dirty="0"/>
              <a:t>ストア命令を実行するためには</a:t>
            </a:r>
            <a:r>
              <a:rPr kumimoji="1" lang="en-US" altLang="ja-JP" dirty="0"/>
              <a:t>AGU</a:t>
            </a:r>
            <a:r>
              <a:rPr kumimoji="1" lang="ja-JP" altLang="en-US" dirty="0"/>
              <a:t>で書き込み先アドレスを計算する必要があるが、</a:t>
            </a:r>
            <a:r>
              <a:rPr kumimoji="1" lang="en-US" altLang="ja-JP" dirty="0"/>
              <a:t>Cortex-M7</a:t>
            </a:r>
            <a:r>
              <a:rPr kumimoji="1" lang="ja-JP" altLang="en-US" dirty="0"/>
              <a:t>は</a:t>
            </a:r>
            <a:r>
              <a:rPr kumimoji="1" lang="en-US" altLang="ja-JP" dirty="0"/>
              <a:t>AGU</a:t>
            </a:r>
            <a:r>
              <a:rPr kumimoji="1" lang="ja-JP" altLang="en-US" dirty="0"/>
              <a:t>が</a:t>
            </a:r>
            <a:r>
              <a:rPr kumimoji="1" lang="en-US" altLang="ja-JP" dirty="0"/>
              <a:t>1</a:t>
            </a:r>
            <a:r>
              <a:rPr kumimoji="1" lang="ja-JP" altLang="en-US" dirty="0"/>
              <a:t>つしかないため同時に命令を出すと計算機が足りないため順番待ちが発生する</a:t>
            </a:r>
            <a:endParaRPr kumimoji="1" lang="en-US" altLang="ja-JP" dirty="0"/>
          </a:p>
          <a:p>
            <a:r>
              <a:rPr kumimoji="1" lang="ja-JP" altLang="en-US" dirty="0"/>
              <a:t>ライトバッファへのアクセス衝突 </a:t>
            </a:r>
            <a:r>
              <a:rPr kumimoji="1" lang="en-US" altLang="ja-JP" dirty="0"/>
              <a:t>	:STB</a:t>
            </a:r>
            <a:r>
              <a:rPr kumimoji="1" lang="ja-JP" altLang="en-US" dirty="0"/>
              <a:t>の書き込み口は</a:t>
            </a:r>
            <a:r>
              <a:rPr kumimoji="1" lang="en-US" altLang="ja-JP" dirty="0"/>
              <a:t>1</a:t>
            </a:r>
            <a:r>
              <a:rPr kumimoji="1" lang="ja-JP" altLang="en-US" dirty="0"/>
              <a:t>つしかないため</a:t>
            </a:r>
            <a:endParaRPr kumimoji="1" lang="en-US" altLang="ja-JP" dirty="0"/>
          </a:p>
          <a:p>
            <a:r>
              <a:rPr kumimoji="1" lang="ja-JP" altLang="en-US" dirty="0"/>
              <a:t>キャッシュへのアクセスポートの衝突 </a:t>
            </a:r>
            <a:r>
              <a:rPr kumimoji="1" lang="en-US" altLang="ja-JP" dirty="0"/>
              <a:t>:</a:t>
            </a:r>
            <a:r>
              <a:rPr kumimoji="1" lang="ja-JP" altLang="en-US" dirty="0"/>
              <a:t>データキャッシュの書き込みポートが</a:t>
            </a:r>
            <a:r>
              <a:rPr kumimoji="1" lang="en-US" altLang="ja-JP" dirty="0"/>
              <a:t>1</a:t>
            </a:r>
            <a:r>
              <a:rPr kumimoji="1" lang="ja-JP" altLang="en-US" dirty="0"/>
              <a:t>つしかないため</a:t>
            </a:r>
            <a:endParaRPr kumimoji="1" lang="en-US" altLang="ja-JP"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18</a:t>
            </a:fld>
            <a:endParaRPr kumimoji="1" lang="ja-JP" altLang="en-US"/>
          </a:p>
        </p:txBody>
      </p:sp>
    </p:spTree>
    <p:extLst>
      <p:ext uri="{BB962C8B-B14F-4D97-AF65-F5344CB8AC3E}">
        <p14:creationId xmlns:p14="http://schemas.microsoft.com/office/powerpoint/2010/main" val="2313859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B2E48A-C71D-4EBE-CDA3-93C9D44B0652}"/>
              </a:ext>
            </a:extLst>
          </p:cNvPr>
          <p:cNvSpPr>
            <a:spLocks noGrp="1"/>
          </p:cNvSpPr>
          <p:nvPr>
            <p:ph type="ctrTitle"/>
          </p:nvPr>
        </p:nvSpPr>
        <p:spPr>
          <a:xfrm>
            <a:off x="1524000" y="1122363"/>
            <a:ext cx="9144000" cy="2387600"/>
          </a:xfrm>
          <a:prstGeom prst="rect">
            <a:avLst/>
          </a:prstGeom>
        </p:spPr>
        <p:txBody>
          <a:bodyPr anchor="b"/>
          <a:lstStyle>
            <a:lvl1pPr algn="ctr">
              <a:defRPr sz="6000">
                <a:latin typeface="ＭＳ Ｐゴシック" panose="020B0600070205080204" pitchFamily="50" charset="-128"/>
                <a:ea typeface="ＭＳ Ｐゴシック" panose="020B0600070205080204" pitchFamily="50" charset="-128"/>
              </a:defRPr>
            </a:lvl1pPr>
          </a:lstStyle>
          <a:p>
            <a:r>
              <a:rPr kumimoji="1" lang="ja-JP" altLang="en-US" dirty="0"/>
              <a:t>マスター タイトルの書式設定</a:t>
            </a:r>
          </a:p>
        </p:txBody>
      </p:sp>
      <p:sp>
        <p:nvSpPr>
          <p:cNvPr id="3" name="字幕 2">
            <a:extLst>
              <a:ext uri="{FF2B5EF4-FFF2-40B4-BE49-F238E27FC236}">
                <a16:creationId xmlns:a16="http://schemas.microsoft.com/office/drawing/2014/main" id="{021710EA-FC1C-2332-2761-B3A2D388065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atin typeface="ＭＳ Ｐゴシック" panose="020B0600070205080204" pitchFamily="50" charset="-128"/>
                <a:ea typeface="ＭＳ Ｐゴシック" panose="020B060007020508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sp>
        <p:nvSpPr>
          <p:cNvPr id="4" name="日付プレースホルダー 3">
            <a:extLst>
              <a:ext uri="{FF2B5EF4-FFF2-40B4-BE49-F238E27FC236}">
                <a16:creationId xmlns:a16="http://schemas.microsoft.com/office/drawing/2014/main" id="{FAAB48D1-F58A-528E-BC89-4DC7F3572B42}"/>
              </a:ext>
            </a:extLst>
          </p:cNvPr>
          <p:cNvSpPr>
            <a:spLocks noGrp="1"/>
          </p:cNvSpPr>
          <p:nvPr>
            <p:ph type="dt" sz="half" idx="10"/>
          </p:nvPr>
        </p:nvSpPr>
        <p:spPr/>
        <p:txBody>
          <a:bodyPr/>
          <a:lstStyle/>
          <a:p>
            <a:fld id="{E0E308A6-8117-40A0-828D-6D50F0D6F106}"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F7EFAC56-C244-A460-6785-DFFA072705A5}"/>
              </a:ext>
            </a:extLst>
          </p:cNvPr>
          <p:cNvSpPr>
            <a:spLocks noGrp="1"/>
          </p:cNvSpPr>
          <p:nvPr>
            <p:ph type="ftr" sz="quarter" idx="11"/>
          </p:nvPr>
        </p:nvSpPr>
        <p:spPr/>
        <p:txBody>
          <a:bodyPr/>
          <a:lstStyle>
            <a:lvl1pPr>
              <a:defRPr>
                <a:latin typeface="游ゴシック" panose="020B0400000000000000" pitchFamily="50" charset="-128"/>
                <a:ea typeface="游ゴシック" panose="020B0400000000000000" pitchFamily="50" charset="-128"/>
              </a:defRPr>
            </a:lvl1pPr>
          </a:lstStyle>
          <a:p>
            <a:r>
              <a:rPr lang="zh-TW" altLang="en-US"/>
              <a:t>定例報告用資料</a:t>
            </a:r>
            <a:endParaRPr lang="ja-JP" altLang="en-US"/>
          </a:p>
        </p:txBody>
      </p:sp>
      <p:sp>
        <p:nvSpPr>
          <p:cNvPr id="6" name="スライド番号プレースホルダー 5">
            <a:extLst>
              <a:ext uri="{FF2B5EF4-FFF2-40B4-BE49-F238E27FC236}">
                <a16:creationId xmlns:a16="http://schemas.microsoft.com/office/drawing/2014/main" id="{3F14A784-19D2-9DBB-C492-8C228344387E}"/>
              </a:ext>
            </a:extLst>
          </p:cNvPr>
          <p:cNvSpPr>
            <a:spLocks noGrp="1"/>
          </p:cNvSpPr>
          <p:nvPr>
            <p:ph type="sldNum" sz="quarter" idx="12"/>
          </p:nvPr>
        </p:nvSpPr>
        <p:spPr/>
        <p:txBody>
          <a:bodyPr/>
          <a:lstStyle/>
          <a:p>
            <a:fld id="{9677E9D0-CEA3-4B73-AD1E-C142DC25D79F}" type="slidenum">
              <a:rPr kumimoji="1" lang="ja-JP" altLang="en-US" smtClean="0"/>
              <a:t>‹#›</a:t>
            </a:fld>
            <a:endParaRPr kumimoji="1" lang="ja-JP" altLang="en-US"/>
          </a:p>
        </p:txBody>
      </p:sp>
      <p:cxnSp>
        <p:nvCxnSpPr>
          <p:cNvPr id="7" name="直線コネクタ 6">
            <a:extLst>
              <a:ext uri="{FF2B5EF4-FFF2-40B4-BE49-F238E27FC236}">
                <a16:creationId xmlns:a16="http://schemas.microsoft.com/office/drawing/2014/main" id="{C436E922-0629-722D-8E08-4AB2F41FE584}"/>
              </a:ext>
            </a:extLst>
          </p:cNvPr>
          <p:cNvCxnSpPr>
            <a:cxnSpLocks/>
          </p:cNvCxnSpPr>
          <p:nvPr/>
        </p:nvCxnSpPr>
        <p:spPr>
          <a:xfrm>
            <a:off x="1524000" y="3509963"/>
            <a:ext cx="91440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1595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0" name="タイトル 1">
            <a:extLst>
              <a:ext uri="{FF2B5EF4-FFF2-40B4-BE49-F238E27FC236}">
                <a16:creationId xmlns:a16="http://schemas.microsoft.com/office/drawing/2014/main" id="{28FC6B23-149B-18F9-6B82-A4673C7E620E}"/>
              </a:ext>
            </a:extLst>
          </p:cNvPr>
          <p:cNvSpPr>
            <a:spLocks noGrp="1"/>
          </p:cNvSpPr>
          <p:nvPr>
            <p:ph type="title"/>
          </p:nvPr>
        </p:nvSpPr>
        <p:spPr>
          <a:xfrm>
            <a:off x="341194" y="136525"/>
            <a:ext cx="11518710" cy="726790"/>
          </a:xfrm>
          <a:prstGeom prst="rect">
            <a:avLst/>
          </a:prstGeom>
        </p:spPr>
        <p:txBody>
          <a:bodyPr/>
          <a:lstStyle>
            <a:lvl1pPr>
              <a:defRPr>
                <a:solidFill>
                  <a:schemeClr val="tx1"/>
                </a:solidFill>
                <a:latin typeface="ＭＳ Ｐゴシック" panose="020B0600070205080204" pitchFamily="50" charset="-128"/>
                <a:ea typeface="ＭＳ Ｐゴシック" panose="020B0600070205080204" pitchFamily="50" charset="-128"/>
              </a:defRPr>
            </a:lvl1pPr>
          </a:lstStyle>
          <a:p>
            <a:r>
              <a:rPr kumimoji="1" lang="ja-JP" altLang="en-US" dirty="0"/>
              <a:t>マスター タイトルの書式設定</a:t>
            </a:r>
          </a:p>
        </p:txBody>
      </p:sp>
      <p:sp>
        <p:nvSpPr>
          <p:cNvPr id="21" name="コンテンツ プレースホルダー 2">
            <a:extLst>
              <a:ext uri="{FF2B5EF4-FFF2-40B4-BE49-F238E27FC236}">
                <a16:creationId xmlns:a16="http://schemas.microsoft.com/office/drawing/2014/main" id="{674AA67A-5F14-A30C-E9BE-D9E136D6C75E}"/>
              </a:ext>
            </a:extLst>
          </p:cNvPr>
          <p:cNvSpPr>
            <a:spLocks noGrp="1"/>
          </p:cNvSpPr>
          <p:nvPr>
            <p:ph idx="1"/>
          </p:nvPr>
        </p:nvSpPr>
        <p:spPr>
          <a:xfrm>
            <a:off x="341194" y="1050878"/>
            <a:ext cx="11518710" cy="5117910"/>
          </a:xfrm>
          <a:prstGeom prst="rect">
            <a:avLst/>
          </a:prstGeo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2" name="日付プレースホルダー 3">
            <a:extLst>
              <a:ext uri="{FF2B5EF4-FFF2-40B4-BE49-F238E27FC236}">
                <a16:creationId xmlns:a16="http://schemas.microsoft.com/office/drawing/2014/main" id="{40646582-BB9F-0FBC-4529-62B460C59C6C}"/>
              </a:ext>
            </a:extLst>
          </p:cNvPr>
          <p:cNvSpPr>
            <a:spLocks noGrp="1"/>
          </p:cNvSpPr>
          <p:nvPr>
            <p:ph type="dt" sz="half" idx="10"/>
          </p:nvPr>
        </p:nvSpPr>
        <p:spPr>
          <a:xfrm>
            <a:off x="838200" y="6356350"/>
            <a:ext cx="2743200" cy="365125"/>
          </a:xfrm>
        </p:spPr>
        <p:txBody>
          <a:bodyPr/>
          <a:lstStyle/>
          <a:p>
            <a:fld id="{1EB80F4B-6DF1-4313-BC1A-08D0361DB822}" type="datetime1">
              <a:rPr kumimoji="1" lang="ja-JP" altLang="en-US" smtClean="0"/>
              <a:t>2026/9/19</a:t>
            </a:fld>
            <a:endParaRPr kumimoji="1" lang="ja-JP" altLang="en-US"/>
          </a:p>
        </p:txBody>
      </p:sp>
      <p:sp>
        <p:nvSpPr>
          <p:cNvPr id="23" name="フッター プレースホルダー 4">
            <a:extLst>
              <a:ext uri="{FF2B5EF4-FFF2-40B4-BE49-F238E27FC236}">
                <a16:creationId xmlns:a16="http://schemas.microsoft.com/office/drawing/2014/main" id="{D31ACAC0-08A0-7776-3DFB-16C76D1460D5}"/>
              </a:ext>
            </a:extLst>
          </p:cNvPr>
          <p:cNvSpPr>
            <a:spLocks noGrp="1"/>
          </p:cNvSpPr>
          <p:nvPr>
            <p:ph type="ftr" sz="quarter" idx="11"/>
          </p:nvPr>
        </p:nvSpPr>
        <p:spPr>
          <a:xfrm>
            <a:off x="4038600" y="6356350"/>
            <a:ext cx="4114800" cy="365125"/>
          </a:xfrm>
        </p:spPr>
        <p:txBody>
          <a:bodyPr/>
          <a:lstStyle>
            <a:lvl1pPr>
              <a:defRPr>
                <a:latin typeface="游ゴシック" panose="020B0400000000000000" pitchFamily="50" charset="-128"/>
                <a:ea typeface="游ゴシック" panose="020B0400000000000000" pitchFamily="50" charset="-128"/>
              </a:defRPr>
            </a:lvl1pPr>
          </a:lstStyle>
          <a:p>
            <a:r>
              <a:rPr lang="zh-TW" altLang="en-US" dirty="0"/>
              <a:t>定例報告用資料</a:t>
            </a:r>
            <a:endParaRPr lang="ja-JP" altLang="en-US" dirty="0"/>
          </a:p>
        </p:txBody>
      </p:sp>
      <p:sp>
        <p:nvSpPr>
          <p:cNvPr id="24" name="スライド番号プレースホルダー 5">
            <a:extLst>
              <a:ext uri="{FF2B5EF4-FFF2-40B4-BE49-F238E27FC236}">
                <a16:creationId xmlns:a16="http://schemas.microsoft.com/office/drawing/2014/main" id="{6EF1F385-1C6F-FAC8-40E3-10EC02ED01C6}"/>
              </a:ext>
            </a:extLst>
          </p:cNvPr>
          <p:cNvSpPr>
            <a:spLocks noGrp="1"/>
          </p:cNvSpPr>
          <p:nvPr>
            <p:ph type="sldNum" sz="quarter" idx="12"/>
          </p:nvPr>
        </p:nvSpPr>
        <p:spPr>
          <a:xfrm>
            <a:off x="8610600" y="6356350"/>
            <a:ext cx="2743200" cy="365125"/>
          </a:xfrm>
        </p:spPr>
        <p:txBody>
          <a:bodyPr/>
          <a:lstStyle>
            <a:lvl1pPr>
              <a:defRPr sz="1200"/>
            </a:lvl1pPr>
          </a:lstStyle>
          <a:p>
            <a:fld id="{9677E9D0-CEA3-4B73-AD1E-C142DC25D79F}" type="slidenum">
              <a:rPr kumimoji="1" lang="ja-JP" altLang="en-US" smtClean="0"/>
              <a:t>‹#›</a:t>
            </a:fld>
            <a:endParaRPr kumimoji="1" lang="ja-JP" altLang="en-US"/>
          </a:p>
        </p:txBody>
      </p:sp>
      <p:cxnSp>
        <p:nvCxnSpPr>
          <p:cNvPr id="25" name="直線コネクタ 24">
            <a:extLst>
              <a:ext uri="{FF2B5EF4-FFF2-40B4-BE49-F238E27FC236}">
                <a16:creationId xmlns:a16="http://schemas.microsoft.com/office/drawing/2014/main" id="{C7C62320-F327-F819-1E01-697060D53385}"/>
              </a:ext>
            </a:extLst>
          </p:cNvPr>
          <p:cNvCxnSpPr>
            <a:cxnSpLocks/>
          </p:cNvCxnSpPr>
          <p:nvPr/>
        </p:nvCxnSpPr>
        <p:spPr>
          <a:xfrm>
            <a:off x="343270" y="852256"/>
            <a:ext cx="1150546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675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14CF63-D5C9-52EE-033B-2DADF659E6CB}"/>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939EECA-74C9-0BFA-FEFA-7247EA8C53F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913278C-E9B2-752F-4F94-82A46C03E6D6}"/>
              </a:ext>
            </a:extLst>
          </p:cNvPr>
          <p:cNvSpPr>
            <a:spLocks noGrp="1"/>
          </p:cNvSpPr>
          <p:nvPr>
            <p:ph type="dt" sz="half" idx="10"/>
          </p:nvPr>
        </p:nvSpPr>
        <p:spPr/>
        <p:txBody>
          <a:bodyPr/>
          <a:lstStyle/>
          <a:p>
            <a:fld id="{78A7D35F-7C21-42BC-B9FB-526F62717290}"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F3B37892-CAD5-E021-DDE4-FF49C4F9EF0E}"/>
              </a:ext>
            </a:extLst>
          </p:cNvPr>
          <p:cNvSpPr>
            <a:spLocks noGrp="1"/>
          </p:cNvSpPr>
          <p:nvPr>
            <p:ph type="ftr" sz="quarter" idx="11"/>
          </p:nvPr>
        </p:nvSpPr>
        <p:spPr/>
        <p:txBody>
          <a:bodyPr/>
          <a:lstStyle/>
          <a:p>
            <a:r>
              <a:rPr kumimoji="1" lang="zh-TW" altLang="en-US"/>
              <a:t>定例報告用資料</a:t>
            </a:r>
            <a:endParaRPr kumimoji="1" lang="ja-JP" altLang="en-US"/>
          </a:p>
        </p:txBody>
      </p:sp>
      <p:sp>
        <p:nvSpPr>
          <p:cNvPr id="6" name="スライド番号プレースホルダー 5">
            <a:extLst>
              <a:ext uri="{FF2B5EF4-FFF2-40B4-BE49-F238E27FC236}">
                <a16:creationId xmlns:a16="http://schemas.microsoft.com/office/drawing/2014/main" id="{CD479DE4-4B84-68DC-83FE-1CADAF163A7A}"/>
              </a:ext>
            </a:extLst>
          </p:cNvPr>
          <p:cNvSpPr>
            <a:spLocks noGrp="1"/>
          </p:cNvSpPr>
          <p:nvPr>
            <p:ph type="sldNum" sz="quarter" idx="12"/>
          </p:nvPr>
        </p:nvSpPr>
        <p:spPr/>
        <p:txBody>
          <a:bodyPr/>
          <a:lstStyle/>
          <a:p>
            <a:fld id="{9677E9D0-CEA3-4B73-AD1E-C142DC25D79F}" type="slidenum">
              <a:rPr kumimoji="1" lang="ja-JP" altLang="en-US" smtClean="0"/>
              <a:t>‹#›</a:t>
            </a:fld>
            <a:endParaRPr kumimoji="1" lang="ja-JP" altLang="en-US"/>
          </a:p>
        </p:txBody>
      </p:sp>
    </p:spTree>
    <p:extLst>
      <p:ext uri="{BB962C8B-B14F-4D97-AF65-F5344CB8AC3E}">
        <p14:creationId xmlns:p14="http://schemas.microsoft.com/office/powerpoint/2010/main" val="3966212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DCE37A-900C-C8E5-51DC-D78C365D74F2}"/>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AA65F55-C41C-A80B-AAB4-98E77D1EE5A7}"/>
              </a:ext>
            </a:extLst>
          </p:cNvPr>
          <p:cNvSpPr>
            <a:spLocks noGrp="1"/>
          </p:cNvSpPr>
          <p:nvPr>
            <p:ph sz="half" idx="1"/>
          </p:nvPr>
        </p:nvSpPr>
        <p:spPr>
          <a:xfrm>
            <a:off x="838200" y="1825625"/>
            <a:ext cx="5181600"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D44423B-41E0-167C-284E-28C68566F4D4}"/>
              </a:ext>
            </a:extLst>
          </p:cNvPr>
          <p:cNvSpPr>
            <a:spLocks noGrp="1"/>
          </p:cNvSpPr>
          <p:nvPr>
            <p:ph sz="half" idx="2"/>
          </p:nvPr>
        </p:nvSpPr>
        <p:spPr>
          <a:xfrm>
            <a:off x="6172200" y="1825625"/>
            <a:ext cx="5181600"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9A01042-B960-B38A-D4EC-B93244103F3D}"/>
              </a:ext>
            </a:extLst>
          </p:cNvPr>
          <p:cNvSpPr>
            <a:spLocks noGrp="1"/>
          </p:cNvSpPr>
          <p:nvPr>
            <p:ph type="dt" sz="half" idx="10"/>
          </p:nvPr>
        </p:nvSpPr>
        <p:spPr/>
        <p:txBody>
          <a:bodyPr/>
          <a:lstStyle/>
          <a:p>
            <a:fld id="{5A7069C7-5422-4694-B9D9-DA46585223BD}" type="datetime1">
              <a:rPr kumimoji="1" lang="ja-JP" altLang="en-US" smtClean="0"/>
              <a:t>2026/9/19</a:t>
            </a:fld>
            <a:endParaRPr kumimoji="1" lang="ja-JP" altLang="en-US"/>
          </a:p>
        </p:txBody>
      </p:sp>
      <p:sp>
        <p:nvSpPr>
          <p:cNvPr id="6" name="フッター プレースホルダー 5">
            <a:extLst>
              <a:ext uri="{FF2B5EF4-FFF2-40B4-BE49-F238E27FC236}">
                <a16:creationId xmlns:a16="http://schemas.microsoft.com/office/drawing/2014/main" id="{13ABD598-E995-37FD-287A-3D9FC1BDF054}"/>
              </a:ext>
            </a:extLst>
          </p:cNvPr>
          <p:cNvSpPr>
            <a:spLocks noGrp="1"/>
          </p:cNvSpPr>
          <p:nvPr>
            <p:ph type="ftr" sz="quarter" idx="11"/>
          </p:nvPr>
        </p:nvSpPr>
        <p:spPr/>
        <p:txBody>
          <a:bodyPr/>
          <a:lstStyle/>
          <a:p>
            <a:r>
              <a:rPr kumimoji="1" lang="zh-TW" altLang="en-US"/>
              <a:t>定例報告用資料</a:t>
            </a:r>
            <a:endParaRPr kumimoji="1" lang="ja-JP" altLang="en-US"/>
          </a:p>
        </p:txBody>
      </p:sp>
      <p:sp>
        <p:nvSpPr>
          <p:cNvPr id="7" name="スライド番号プレースホルダー 6">
            <a:extLst>
              <a:ext uri="{FF2B5EF4-FFF2-40B4-BE49-F238E27FC236}">
                <a16:creationId xmlns:a16="http://schemas.microsoft.com/office/drawing/2014/main" id="{36298386-DBB3-E422-3E40-822F8C2367F6}"/>
              </a:ext>
            </a:extLst>
          </p:cNvPr>
          <p:cNvSpPr>
            <a:spLocks noGrp="1"/>
          </p:cNvSpPr>
          <p:nvPr>
            <p:ph type="sldNum" sz="quarter" idx="12"/>
          </p:nvPr>
        </p:nvSpPr>
        <p:spPr/>
        <p:txBody>
          <a:bodyPr/>
          <a:lstStyle/>
          <a:p>
            <a:fld id="{9677E9D0-CEA3-4B73-AD1E-C142DC25D79F}" type="slidenum">
              <a:rPr kumimoji="1" lang="ja-JP" altLang="en-US" smtClean="0"/>
              <a:t>‹#›</a:t>
            </a:fld>
            <a:endParaRPr kumimoji="1" lang="ja-JP" altLang="en-US"/>
          </a:p>
        </p:txBody>
      </p:sp>
    </p:spTree>
    <p:extLst>
      <p:ext uri="{BB962C8B-B14F-4D97-AF65-F5344CB8AC3E}">
        <p14:creationId xmlns:p14="http://schemas.microsoft.com/office/powerpoint/2010/main" val="1450066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F91E14-B926-3850-B11E-4EBEB29BF358}"/>
              </a:ext>
            </a:extLst>
          </p:cNvPr>
          <p:cNvSpPr>
            <a:spLocks noGrp="1"/>
          </p:cNvSpPr>
          <p:nvPr>
            <p:ph type="title"/>
          </p:nvPr>
        </p:nvSpPr>
        <p:spPr>
          <a:xfrm>
            <a:off x="839788" y="365125"/>
            <a:ext cx="10515600" cy="1325563"/>
          </a:xfrm>
          <a:prstGeom prst="rect">
            <a:avLst/>
          </a:prstGeo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D8768A0-A459-E1C8-73BD-92A578229CF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E039A77-F696-C39E-909A-0E6CF29F1CDE}"/>
              </a:ext>
            </a:extLst>
          </p:cNvPr>
          <p:cNvSpPr>
            <a:spLocks noGrp="1"/>
          </p:cNvSpPr>
          <p:nvPr>
            <p:ph sz="half" idx="2"/>
          </p:nvPr>
        </p:nvSpPr>
        <p:spPr>
          <a:xfrm>
            <a:off x="839788" y="2505075"/>
            <a:ext cx="5157787" cy="368458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9C1420F-9661-3EE5-C04B-4A0AAC97540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0BF4743-6256-EF18-1786-C12A2BE2A436}"/>
              </a:ext>
            </a:extLst>
          </p:cNvPr>
          <p:cNvSpPr>
            <a:spLocks noGrp="1"/>
          </p:cNvSpPr>
          <p:nvPr>
            <p:ph sz="quarter" idx="4"/>
          </p:nvPr>
        </p:nvSpPr>
        <p:spPr>
          <a:xfrm>
            <a:off x="6172200" y="2505075"/>
            <a:ext cx="5183188" cy="368458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D75D07B-B5BC-DA46-A260-0D27E715889D}"/>
              </a:ext>
            </a:extLst>
          </p:cNvPr>
          <p:cNvSpPr>
            <a:spLocks noGrp="1"/>
          </p:cNvSpPr>
          <p:nvPr>
            <p:ph type="dt" sz="half" idx="10"/>
          </p:nvPr>
        </p:nvSpPr>
        <p:spPr/>
        <p:txBody>
          <a:bodyPr/>
          <a:lstStyle/>
          <a:p>
            <a:fld id="{108C5439-5BE7-40A9-8E31-C7C23EC2B39A}" type="datetime1">
              <a:rPr kumimoji="1" lang="ja-JP" altLang="en-US" smtClean="0"/>
              <a:t>2026/9/19</a:t>
            </a:fld>
            <a:endParaRPr kumimoji="1" lang="ja-JP" altLang="en-US"/>
          </a:p>
        </p:txBody>
      </p:sp>
      <p:sp>
        <p:nvSpPr>
          <p:cNvPr id="8" name="フッター プレースホルダー 7">
            <a:extLst>
              <a:ext uri="{FF2B5EF4-FFF2-40B4-BE49-F238E27FC236}">
                <a16:creationId xmlns:a16="http://schemas.microsoft.com/office/drawing/2014/main" id="{917D0F0F-5C0E-E6F4-6F2C-300FFAB672DC}"/>
              </a:ext>
            </a:extLst>
          </p:cNvPr>
          <p:cNvSpPr>
            <a:spLocks noGrp="1"/>
          </p:cNvSpPr>
          <p:nvPr>
            <p:ph type="ftr" sz="quarter" idx="11"/>
          </p:nvPr>
        </p:nvSpPr>
        <p:spPr/>
        <p:txBody>
          <a:bodyPr/>
          <a:lstStyle/>
          <a:p>
            <a:r>
              <a:rPr kumimoji="1" lang="zh-TW" altLang="en-US"/>
              <a:t>定例報告用資料</a:t>
            </a:r>
            <a:endParaRPr kumimoji="1" lang="ja-JP" altLang="en-US"/>
          </a:p>
        </p:txBody>
      </p:sp>
      <p:sp>
        <p:nvSpPr>
          <p:cNvPr id="9" name="スライド番号プレースホルダー 8">
            <a:extLst>
              <a:ext uri="{FF2B5EF4-FFF2-40B4-BE49-F238E27FC236}">
                <a16:creationId xmlns:a16="http://schemas.microsoft.com/office/drawing/2014/main" id="{5F7257B3-0004-51E1-C101-2EF8805C86CF}"/>
              </a:ext>
            </a:extLst>
          </p:cNvPr>
          <p:cNvSpPr>
            <a:spLocks noGrp="1"/>
          </p:cNvSpPr>
          <p:nvPr>
            <p:ph type="sldNum" sz="quarter" idx="12"/>
          </p:nvPr>
        </p:nvSpPr>
        <p:spPr/>
        <p:txBody>
          <a:bodyPr/>
          <a:lstStyle/>
          <a:p>
            <a:fld id="{9677E9D0-CEA3-4B73-AD1E-C142DC25D79F}" type="slidenum">
              <a:rPr kumimoji="1" lang="ja-JP" altLang="en-US" smtClean="0"/>
              <a:t>‹#›</a:t>
            </a:fld>
            <a:endParaRPr kumimoji="1" lang="ja-JP" altLang="en-US"/>
          </a:p>
        </p:txBody>
      </p:sp>
    </p:spTree>
    <p:extLst>
      <p:ext uri="{BB962C8B-B14F-4D97-AF65-F5344CB8AC3E}">
        <p14:creationId xmlns:p14="http://schemas.microsoft.com/office/powerpoint/2010/main" val="1643940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4B46A1-ABCA-808C-5C65-DAF8B428B401}"/>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67F1B1D-367C-C056-8D73-5AA9AD5E8FA9}"/>
              </a:ext>
            </a:extLst>
          </p:cNvPr>
          <p:cNvSpPr>
            <a:spLocks noGrp="1"/>
          </p:cNvSpPr>
          <p:nvPr>
            <p:ph type="dt" sz="half" idx="10"/>
          </p:nvPr>
        </p:nvSpPr>
        <p:spPr/>
        <p:txBody>
          <a:bodyPr/>
          <a:lstStyle/>
          <a:p>
            <a:fld id="{90D84391-4A85-4B58-BC2E-900794303DDE}" type="datetime1">
              <a:rPr kumimoji="1" lang="ja-JP" altLang="en-US" smtClean="0"/>
              <a:t>2026/9/19</a:t>
            </a:fld>
            <a:endParaRPr kumimoji="1" lang="ja-JP" altLang="en-US"/>
          </a:p>
        </p:txBody>
      </p:sp>
      <p:sp>
        <p:nvSpPr>
          <p:cNvPr id="4" name="フッター プレースホルダー 3">
            <a:extLst>
              <a:ext uri="{FF2B5EF4-FFF2-40B4-BE49-F238E27FC236}">
                <a16:creationId xmlns:a16="http://schemas.microsoft.com/office/drawing/2014/main" id="{4BAABF18-F131-D626-AAE0-B04A527314BF}"/>
              </a:ext>
            </a:extLst>
          </p:cNvPr>
          <p:cNvSpPr>
            <a:spLocks noGrp="1"/>
          </p:cNvSpPr>
          <p:nvPr>
            <p:ph type="ftr" sz="quarter" idx="11"/>
          </p:nvPr>
        </p:nvSpPr>
        <p:spPr/>
        <p:txBody>
          <a:bodyPr/>
          <a:lstStyle/>
          <a:p>
            <a:r>
              <a:rPr kumimoji="1" lang="zh-TW" altLang="en-US"/>
              <a:t>定例報告用資料</a:t>
            </a:r>
            <a:endParaRPr kumimoji="1" lang="ja-JP" altLang="en-US"/>
          </a:p>
        </p:txBody>
      </p:sp>
      <p:sp>
        <p:nvSpPr>
          <p:cNvPr id="5" name="スライド番号プレースホルダー 4">
            <a:extLst>
              <a:ext uri="{FF2B5EF4-FFF2-40B4-BE49-F238E27FC236}">
                <a16:creationId xmlns:a16="http://schemas.microsoft.com/office/drawing/2014/main" id="{8C940C32-4FA0-F05C-9714-FACF7764E178}"/>
              </a:ext>
            </a:extLst>
          </p:cNvPr>
          <p:cNvSpPr>
            <a:spLocks noGrp="1"/>
          </p:cNvSpPr>
          <p:nvPr>
            <p:ph type="sldNum" sz="quarter" idx="12"/>
          </p:nvPr>
        </p:nvSpPr>
        <p:spPr/>
        <p:txBody>
          <a:bodyPr/>
          <a:lstStyle/>
          <a:p>
            <a:fld id="{9677E9D0-CEA3-4B73-AD1E-C142DC25D79F}" type="slidenum">
              <a:rPr kumimoji="1" lang="ja-JP" altLang="en-US" smtClean="0"/>
              <a:t>‹#›</a:t>
            </a:fld>
            <a:endParaRPr kumimoji="1" lang="ja-JP" altLang="en-US"/>
          </a:p>
        </p:txBody>
      </p:sp>
    </p:spTree>
    <p:extLst>
      <p:ext uri="{BB962C8B-B14F-4D97-AF65-F5344CB8AC3E}">
        <p14:creationId xmlns:p14="http://schemas.microsoft.com/office/powerpoint/2010/main" val="3035582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B1CAE91-B3FA-446C-EE41-0033AD25FB07}"/>
              </a:ext>
            </a:extLst>
          </p:cNvPr>
          <p:cNvSpPr>
            <a:spLocks noGrp="1"/>
          </p:cNvSpPr>
          <p:nvPr>
            <p:ph type="dt" sz="half" idx="10"/>
          </p:nvPr>
        </p:nvSpPr>
        <p:spPr/>
        <p:txBody>
          <a:bodyPr/>
          <a:lstStyle/>
          <a:p>
            <a:fld id="{E12D5950-B200-470B-A58E-537DE81E1347}" type="datetime1">
              <a:rPr kumimoji="1" lang="ja-JP" altLang="en-US" smtClean="0"/>
              <a:t>2026/9/19</a:t>
            </a:fld>
            <a:endParaRPr kumimoji="1" lang="ja-JP" altLang="en-US"/>
          </a:p>
        </p:txBody>
      </p:sp>
      <p:sp>
        <p:nvSpPr>
          <p:cNvPr id="3" name="フッター プレースホルダー 2">
            <a:extLst>
              <a:ext uri="{FF2B5EF4-FFF2-40B4-BE49-F238E27FC236}">
                <a16:creationId xmlns:a16="http://schemas.microsoft.com/office/drawing/2014/main" id="{F6EA0A34-C198-BDFE-B54A-C530C4271088}"/>
              </a:ext>
            </a:extLst>
          </p:cNvPr>
          <p:cNvSpPr>
            <a:spLocks noGrp="1"/>
          </p:cNvSpPr>
          <p:nvPr>
            <p:ph type="ftr" sz="quarter" idx="11"/>
          </p:nvPr>
        </p:nvSpPr>
        <p:spPr/>
        <p:txBody>
          <a:bodyPr/>
          <a:lstStyle/>
          <a:p>
            <a:r>
              <a:rPr kumimoji="1" lang="zh-TW" altLang="en-US"/>
              <a:t>定例報告用資料</a:t>
            </a:r>
            <a:endParaRPr kumimoji="1" lang="ja-JP" altLang="en-US"/>
          </a:p>
        </p:txBody>
      </p:sp>
      <p:sp>
        <p:nvSpPr>
          <p:cNvPr id="4" name="スライド番号プレースホルダー 3">
            <a:extLst>
              <a:ext uri="{FF2B5EF4-FFF2-40B4-BE49-F238E27FC236}">
                <a16:creationId xmlns:a16="http://schemas.microsoft.com/office/drawing/2014/main" id="{D4E75A5C-CE9E-4728-C2F8-DB2CA7D291FB}"/>
              </a:ext>
            </a:extLst>
          </p:cNvPr>
          <p:cNvSpPr>
            <a:spLocks noGrp="1"/>
          </p:cNvSpPr>
          <p:nvPr>
            <p:ph type="sldNum" sz="quarter" idx="12"/>
          </p:nvPr>
        </p:nvSpPr>
        <p:spPr/>
        <p:txBody>
          <a:bodyPr/>
          <a:lstStyle/>
          <a:p>
            <a:fld id="{9677E9D0-CEA3-4B73-AD1E-C142DC25D79F}" type="slidenum">
              <a:rPr kumimoji="1" lang="ja-JP" altLang="en-US" smtClean="0"/>
              <a:t>‹#›</a:t>
            </a:fld>
            <a:endParaRPr kumimoji="1" lang="ja-JP" altLang="en-US"/>
          </a:p>
        </p:txBody>
      </p:sp>
    </p:spTree>
    <p:extLst>
      <p:ext uri="{BB962C8B-B14F-4D97-AF65-F5344CB8AC3E}">
        <p14:creationId xmlns:p14="http://schemas.microsoft.com/office/powerpoint/2010/main" val="573786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B5FD8A-9C06-4E96-7685-DE80799753B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C22113B-6EB6-A9DF-8404-6A88DA0C01E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BC353A4-74BF-CE86-AED8-3385E175250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EAFE95D-8E7D-240B-8D72-B836BEFB9B8B}"/>
              </a:ext>
            </a:extLst>
          </p:cNvPr>
          <p:cNvSpPr>
            <a:spLocks noGrp="1"/>
          </p:cNvSpPr>
          <p:nvPr>
            <p:ph type="dt" sz="half" idx="10"/>
          </p:nvPr>
        </p:nvSpPr>
        <p:spPr/>
        <p:txBody>
          <a:bodyPr/>
          <a:lstStyle/>
          <a:p>
            <a:fld id="{09CD74AA-44A6-4D20-9D20-F17ADA77FC7A}" type="datetime1">
              <a:rPr kumimoji="1" lang="ja-JP" altLang="en-US" smtClean="0"/>
              <a:t>2026/9/19</a:t>
            </a:fld>
            <a:endParaRPr kumimoji="1" lang="ja-JP" altLang="en-US"/>
          </a:p>
        </p:txBody>
      </p:sp>
      <p:sp>
        <p:nvSpPr>
          <p:cNvPr id="6" name="フッター プレースホルダー 5">
            <a:extLst>
              <a:ext uri="{FF2B5EF4-FFF2-40B4-BE49-F238E27FC236}">
                <a16:creationId xmlns:a16="http://schemas.microsoft.com/office/drawing/2014/main" id="{173A67C5-D8DB-8C55-6154-839B2D83F821}"/>
              </a:ext>
            </a:extLst>
          </p:cNvPr>
          <p:cNvSpPr>
            <a:spLocks noGrp="1"/>
          </p:cNvSpPr>
          <p:nvPr>
            <p:ph type="ftr" sz="quarter" idx="11"/>
          </p:nvPr>
        </p:nvSpPr>
        <p:spPr/>
        <p:txBody>
          <a:bodyPr/>
          <a:lstStyle/>
          <a:p>
            <a:r>
              <a:rPr kumimoji="1" lang="zh-TW" altLang="en-US"/>
              <a:t>定例報告用資料</a:t>
            </a:r>
            <a:endParaRPr kumimoji="1" lang="ja-JP" altLang="en-US"/>
          </a:p>
        </p:txBody>
      </p:sp>
      <p:sp>
        <p:nvSpPr>
          <p:cNvPr id="7" name="スライド番号プレースホルダー 6">
            <a:extLst>
              <a:ext uri="{FF2B5EF4-FFF2-40B4-BE49-F238E27FC236}">
                <a16:creationId xmlns:a16="http://schemas.microsoft.com/office/drawing/2014/main" id="{660527CC-4654-48CA-C059-30BD80463CBF}"/>
              </a:ext>
            </a:extLst>
          </p:cNvPr>
          <p:cNvSpPr>
            <a:spLocks noGrp="1"/>
          </p:cNvSpPr>
          <p:nvPr>
            <p:ph type="sldNum" sz="quarter" idx="12"/>
          </p:nvPr>
        </p:nvSpPr>
        <p:spPr/>
        <p:txBody>
          <a:bodyPr/>
          <a:lstStyle/>
          <a:p>
            <a:fld id="{9677E9D0-CEA3-4B73-AD1E-C142DC25D79F}" type="slidenum">
              <a:rPr kumimoji="1" lang="ja-JP" altLang="en-US" smtClean="0"/>
              <a:t>‹#›</a:t>
            </a:fld>
            <a:endParaRPr kumimoji="1" lang="ja-JP" altLang="en-US"/>
          </a:p>
        </p:txBody>
      </p:sp>
    </p:spTree>
    <p:extLst>
      <p:ext uri="{BB962C8B-B14F-4D97-AF65-F5344CB8AC3E}">
        <p14:creationId xmlns:p14="http://schemas.microsoft.com/office/powerpoint/2010/main" val="1058319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2FCE48-4B60-3C56-A004-5B55359328D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DAC00B3-5586-1FCD-CBC7-9F7C25BB47E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6D1A23A7-58FA-562E-889B-B7DEF5DBBD2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1BF4244-CAAE-7565-8138-112EC9B5CF2E}"/>
              </a:ext>
            </a:extLst>
          </p:cNvPr>
          <p:cNvSpPr>
            <a:spLocks noGrp="1"/>
          </p:cNvSpPr>
          <p:nvPr>
            <p:ph type="dt" sz="half" idx="10"/>
          </p:nvPr>
        </p:nvSpPr>
        <p:spPr/>
        <p:txBody>
          <a:bodyPr/>
          <a:lstStyle/>
          <a:p>
            <a:fld id="{7700B7E8-2F53-4BBC-A55E-241E38AF1752}" type="datetime1">
              <a:rPr kumimoji="1" lang="ja-JP" altLang="en-US" smtClean="0"/>
              <a:t>2026/9/19</a:t>
            </a:fld>
            <a:endParaRPr kumimoji="1" lang="ja-JP" altLang="en-US"/>
          </a:p>
        </p:txBody>
      </p:sp>
      <p:sp>
        <p:nvSpPr>
          <p:cNvPr id="6" name="フッター プレースホルダー 5">
            <a:extLst>
              <a:ext uri="{FF2B5EF4-FFF2-40B4-BE49-F238E27FC236}">
                <a16:creationId xmlns:a16="http://schemas.microsoft.com/office/drawing/2014/main" id="{A2D8FA40-D819-17AA-36CE-F722F06E12D0}"/>
              </a:ext>
            </a:extLst>
          </p:cNvPr>
          <p:cNvSpPr>
            <a:spLocks noGrp="1"/>
          </p:cNvSpPr>
          <p:nvPr>
            <p:ph type="ftr" sz="quarter" idx="11"/>
          </p:nvPr>
        </p:nvSpPr>
        <p:spPr/>
        <p:txBody>
          <a:bodyPr/>
          <a:lstStyle/>
          <a:p>
            <a:r>
              <a:rPr kumimoji="1" lang="zh-TW" altLang="en-US"/>
              <a:t>定例報告用資料</a:t>
            </a:r>
            <a:endParaRPr kumimoji="1" lang="ja-JP" altLang="en-US"/>
          </a:p>
        </p:txBody>
      </p:sp>
      <p:sp>
        <p:nvSpPr>
          <p:cNvPr id="7" name="スライド番号プレースホルダー 6">
            <a:extLst>
              <a:ext uri="{FF2B5EF4-FFF2-40B4-BE49-F238E27FC236}">
                <a16:creationId xmlns:a16="http://schemas.microsoft.com/office/drawing/2014/main" id="{9D3DD318-4DF7-B357-7641-8A54507A25AD}"/>
              </a:ext>
            </a:extLst>
          </p:cNvPr>
          <p:cNvSpPr>
            <a:spLocks noGrp="1"/>
          </p:cNvSpPr>
          <p:nvPr>
            <p:ph type="sldNum" sz="quarter" idx="12"/>
          </p:nvPr>
        </p:nvSpPr>
        <p:spPr/>
        <p:txBody>
          <a:bodyPr/>
          <a:lstStyle/>
          <a:p>
            <a:fld id="{9677E9D0-CEA3-4B73-AD1E-C142DC25D79F}" type="slidenum">
              <a:rPr kumimoji="1" lang="ja-JP" altLang="en-US" smtClean="0"/>
              <a:t>‹#›</a:t>
            </a:fld>
            <a:endParaRPr kumimoji="1" lang="ja-JP" altLang="en-US"/>
          </a:p>
        </p:txBody>
      </p:sp>
    </p:spTree>
    <p:extLst>
      <p:ext uri="{BB962C8B-B14F-4D97-AF65-F5344CB8AC3E}">
        <p14:creationId xmlns:p14="http://schemas.microsoft.com/office/powerpoint/2010/main" val="1107999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E31408-B033-931A-09D8-8E5FE5AA9E63}"/>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4B3A814-1017-00B7-E53A-56AF5B4C2F11}"/>
              </a:ext>
            </a:extLst>
          </p:cNvPr>
          <p:cNvSpPr>
            <a:spLocks noGrp="1"/>
          </p:cNvSpPr>
          <p:nvPr>
            <p:ph type="body" orient="vert" idx="1"/>
          </p:nvPr>
        </p:nvSpPr>
        <p:spPr>
          <a:xfrm>
            <a:off x="838200" y="1825625"/>
            <a:ext cx="10515600" cy="4351338"/>
          </a:xfrm>
          <a:prstGeom prst="rect">
            <a:avLst/>
          </a:prstGeo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6463AE7-50F1-A4A4-F5CF-89AD6256DDD2}"/>
              </a:ext>
            </a:extLst>
          </p:cNvPr>
          <p:cNvSpPr>
            <a:spLocks noGrp="1"/>
          </p:cNvSpPr>
          <p:nvPr>
            <p:ph type="dt" sz="half" idx="10"/>
          </p:nvPr>
        </p:nvSpPr>
        <p:spPr/>
        <p:txBody>
          <a:bodyPr/>
          <a:lstStyle/>
          <a:p>
            <a:fld id="{35C1C86E-A626-410C-B558-EE09C3836050}"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5E1E0BE3-7AC5-4517-2C5E-083830462B19}"/>
              </a:ext>
            </a:extLst>
          </p:cNvPr>
          <p:cNvSpPr>
            <a:spLocks noGrp="1"/>
          </p:cNvSpPr>
          <p:nvPr>
            <p:ph type="ftr" sz="quarter" idx="11"/>
          </p:nvPr>
        </p:nvSpPr>
        <p:spPr/>
        <p:txBody>
          <a:bodyPr/>
          <a:lstStyle/>
          <a:p>
            <a:r>
              <a:rPr kumimoji="1" lang="zh-TW" altLang="en-US"/>
              <a:t>定例報告用資料</a:t>
            </a:r>
            <a:endParaRPr kumimoji="1" lang="ja-JP" altLang="en-US"/>
          </a:p>
        </p:txBody>
      </p:sp>
      <p:sp>
        <p:nvSpPr>
          <p:cNvPr id="6" name="スライド番号プレースホルダー 5">
            <a:extLst>
              <a:ext uri="{FF2B5EF4-FFF2-40B4-BE49-F238E27FC236}">
                <a16:creationId xmlns:a16="http://schemas.microsoft.com/office/drawing/2014/main" id="{295FDC27-BE81-2251-D6F2-1835527F8618}"/>
              </a:ext>
            </a:extLst>
          </p:cNvPr>
          <p:cNvSpPr>
            <a:spLocks noGrp="1"/>
          </p:cNvSpPr>
          <p:nvPr>
            <p:ph type="sldNum" sz="quarter" idx="12"/>
          </p:nvPr>
        </p:nvSpPr>
        <p:spPr/>
        <p:txBody>
          <a:bodyPr/>
          <a:lstStyle/>
          <a:p>
            <a:fld id="{9677E9D0-CEA3-4B73-AD1E-C142DC25D79F}" type="slidenum">
              <a:rPr kumimoji="1" lang="ja-JP" altLang="en-US" smtClean="0"/>
              <a:t>‹#›</a:t>
            </a:fld>
            <a:endParaRPr kumimoji="1" lang="ja-JP" altLang="en-US"/>
          </a:p>
        </p:txBody>
      </p:sp>
    </p:spTree>
    <p:extLst>
      <p:ext uri="{BB962C8B-B14F-4D97-AF65-F5344CB8AC3E}">
        <p14:creationId xmlns:p14="http://schemas.microsoft.com/office/powerpoint/2010/main" val="684888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CEDCEDF-AE9F-94E7-876A-67FEED643483}"/>
              </a:ext>
            </a:extLst>
          </p:cNvPr>
          <p:cNvSpPr>
            <a:spLocks noGrp="1"/>
          </p:cNvSpPr>
          <p:nvPr>
            <p:ph type="title" orient="vert"/>
          </p:nvPr>
        </p:nvSpPr>
        <p:spPr>
          <a:xfrm>
            <a:off x="8724900" y="365125"/>
            <a:ext cx="2628900" cy="5811838"/>
          </a:xfrm>
          <a:prstGeom prst="rect">
            <a:avLst/>
          </a:prstGeo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9FC6F03-7151-6993-3E5D-25DD190332E4}"/>
              </a:ext>
            </a:extLst>
          </p:cNvPr>
          <p:cNvSpPr>
            <a:spLocks noGrp="1"/>
          </p:cNvSpPr>
          <p:nvPr>
            <p:ph type="body" orient="vert" idx="1"/>
          </p:nvPr>
        </p:nvSpPr>
        <p:spPr>
          <a:xfrm>
            <a:off x="838200" y="365125"/>
            <a:ext cx="7734300" cy="5811838"/>
          </a:xfrm>
          <a:prstGeom prst="rect">
            <a:avLst/>
          </a:prstGeo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0E47948-6881-BDEA-9777-3307453CF602}"/>
              </a:ext>
            </a:extLst>
          </p:cNvPr>
          <p:cNvSpPr>
            <a:spLocks noGrp="1"/>
          </p:cNvSpPr>
          <p:nvPr>
            <p:ph type="dt" sz="half" idx="10"/>
          </p:nvPr>
        </p:nvSpPr>
        <p:spPr/>
        <p:txBody>
          <a:bodyPr/>
          <a:lstStyle/>
          <a:p>
            <a:fld id="{AFA0446D-FFC0-4794-AA80-31A7D9A99A91}"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53D20605-F18C-0518-2199-ED13A2D32FDF}"/>
              </a:ext>
            </a:extLst>
          </p:cNvPr>
          <p:cNvSpPr>
            <a:spLocks noGrp="1"/>
          </p:cNvSpPr>
          <p:nvPr>
            <p:ph type="ftr" sz="quarter" idx="11"/>
          </p:nvPr>
        </p:nvSpPr>
        <p:spPr/>
        <p:txBody>
          <a:bodyPr/>
          <a:lstStyle/>
          <a:p>
            <a:r>
              <a:rPr kumimoji="1" lang="zh-TW" altLang="en-US"/>
              <a:t>定例報告用資料</a:t>
            </a:r>
            <a:endParaRPr kumimoji="1" lang="ja-JP" altLang="en-US"/>
          </a:p>
        </p:txBody>
      </p:sp>
      <p:sp>
        <p:nvSpPr>
          <p:cNvPr id="6" name="スライド番号プレースホルダー 5">
            <a:extLst>
              <a:ext uri="{FF2B5EF4-FFF2-40B4-BE49-F238E27FC236}">
                <a16:creationId xmlns:a16="http://schemas.microsoft.com/office/drawing/2014/main" id="{BFFA86BB-527A-608A-548F-3BE988E61758}"/>
              </a:ext>
            </a:extLst>
          </p:cNvPr>
          <p:cNvSpPr>
            <a:spLocks noGrp="1"/>
          </p:cNvSpPr>
          <p:nvPr>
            <p:ph type="sldNum" sz="quarter" idx="12"/>
          </p:nvPr>
        </p:nvSpPr>
        <p:spPr/>
        <p:txBody>
          <a:bodyPr/>
          <a:lstStyle/>
          <a:p>
            <a:fld id="{9677E9D0-CEA3-4B73-AD1E-C142DC25D79F}" type="slidenum">
              <a:rPr kumimoji="1" lang="ja-JP" altLang="en-US" smtClean="0"/>
              <a:t>‹#›</a:t>
            </a:fld>
            <a:endParaRPr kumimoji="1" lang="ja-JP" altLang="en-US"/>
          </a:p>
        </p:txBody>
      </p:sp>
    </p:spTree>
    <p:extLst>
      <p:ext uri="{BB962C8B-B14F-4D97-AF65-F5344CB8AC3E}">
        <p14:creationId xmlns:p14="http://schemas.microsoft.com/office/powerpoint/2010/main" val="3993040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FD0BB5F-F42C-E289-85FF-4361922F8765}"/>
              </a:ext>
            </a:extLst>
          </p:cNvPr>
          <p:cNvSpPr>
            <a:spLocks noGrp="1"/>
          </p:cNvSpPr>
          <p:nvPr>
            <p:ph type="title"/>
          </p:nvPr>
        </p:nvSpPr>
        <p:spPr>
          <a:xfrm>
            <a:off x="251604" y="136525"/>
            <a:ext cx="11102196" cy="773562"/>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E8B4AC2-218E-1DFF-514A-E6F60E8F8BE6}"/>
              </a:ext>
            </a:extLst>
          </p:cNvPr>
          <p:cNvSpPr>
            <a:spLocks noGrp="1"/>
          </p:cNvSpPr>
          <p:nvPr>
            <p:ph type="body" idx="1"/>
          </p:nvPr>
        </p:nvSpPr>
        <p:spPr>
          <a:xfrm>
            <a:off x="838200" y="1164566"/>
            <a:ext cx="10515600" cy="5012397"/>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7D02B671-623D-C2C0-C4D5-7C7841CBF1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ABCA28-62B2-4C8D-B531-C16AA034B178}"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39F65910-B206-3F0A-E88C-38A5C03A63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kumimoji="1" lang="zh-TW" altLang="en-US"/>
              <a:t>定例報告用資料</a:t>
            </a:r>
            <a:endParaRPr kumimoji="1" lang="ja-JP" altLang="en-US"/>
          </a:p>
        </p:txBody>
      </p:sp>
      <p:sp>
        <p:nvSpPr>
          <p:cNvPr id="6" name="スライド番号プレースホルダー 5">
            <a:extLst>
              <a:ext uri="{FF2B5EF4-FFF2-40B4-BE49-F238E27FC236}">
                <a16:creationId xmlns:a16="http://schemas.microsoft.com/office/drawing/2014/main" id="{F5268896-8D27-627E-2043-CEB9549BEA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77E9D0-CEA3-4B73-AD1E-C142DC25D79F}" type="slidenum">
              <a:rPr kumimoji="1" lang="ja-JP" altLang="en-US" smtClean="0"/>
              <a:t>‹#›</a:t>
            </a:fld>
            <a:endParaRPr kumimoji="1" lang="ja-JP" altLang="en-US"/>
          </a:p>
        </p:txBody>
      </p:sp>
    </p:spTree>
    <p:extLst>
      <p:ext uri="{BB962C8B-B14F-4D97-AF65-F5344CB8AC3E}">
        <p14:creationId xmlns:p14="http://schemas.microsoft.com/office/powerpoint/2010/main" val="13659683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2CC075-849A-995C-3FE4-21E65B7871A0}"/>
              </a:ext>
            </a:extLst>
          </p:cNvPr>
          <p:cNvSpPr>
            <a:spLocks noGrp="1"/>
          </p:cNvSpPr>
          <p:nvPr>
            <p:ph type="ctrTitle"/>
          </p:nvPr>
        </p:nvSpPr>
        <p:spPr/>
        <p:txBody>
          <a:bodyPr/>
          <a:lstStyle/>
          <a:p>
            <a:r>
              <a:rPr kumimoji="1" lang="ja-JP" altLang="en-US" dirty="0"/>
              <a:t>定例報告用資料</a:t>
            </a:r>
          </a:p>
        </p:txBody>
      </p:sp>
      <p:sp>
        <p:nvSpPr>
          <p:cNvPr id="3" name="字幕 2">
            <a:extLst>
              <a:ext uri="{FF2B5EF4-FFF2-40B4-BE49-F238E27FC236}">
                <a16:creationId xmlns:a16="http://schemas.microsoft.com/office/drawing/2014/main" id="{7590A2D2-4D44-EBAE-85E6-8BD204B07537}"/>
              </a:ext>
            </a:extLst>
          </p:cNvPr>
          <p:cNvSpPr>
            <a:spLocks noGrp="1"/>
          </p:cNvSpPr>
          <p:nvPr>
            <p:ph type="subTitle" idx="1"/>
          </p:nvPr>
        </p:nvSpPr>
        <p:spPr/>
        <p:txBody>
          <a:bodyPr/>
          <a:lstStyle/>
          <a:p>
            <a:r>
              <a:rPr kumimoji="1" lang="ja-JP" altLang="en-US" dirty="0"/>
              <a:t>情報学群 学士</a:t>
            </a:r>
            <a:r>
              <a:rPr kumimoji="1" lang="en-US" altLang="ja-JP" dirty="0"/>
              <a:t>4</a:t>
            </a:r>
            <a:r>
              <a:rPr kumimoji="1" lang="ja-JP" altLang="en-US" dirty="0"/>
              <a:t>年 長﨑雅季</a:t>
            </a:r>
          </a:p>
        </p:txBody>
      </p:sp>
      <p:sp>
        <p:nvSpPr>
          <p:cNvPr id="4" name="日付プレースホルダー 3">
            <a:extLst>
              <a:ext uri="{FF2B5EF4-FFF2-40B4-BE49-F238E27FC236}">
                <a16:creationId xmlns:a16="http://schemas.microsoft.com/office/drawing/2014/main" id="{EAC10A61-6962-E53D-8C26-03361A4FFB9B}"/>
              </a:ext>
            </a:extLst>
          </p:cNvPr>
          <p:cNvSpPr>
            <a:spLocks noGrp="1"/>
          </p:cNvSpPr>
          <p:nvPr>
            <p:ph type="dt" sz="half" idx="10"/>
          </p:nvPr>
        </p:nvSpPr>
        <p:spPr/>
        <p:txBody>
          <a:bodyPr/>
          <a:lstStyle/>
          <a:p>
            <a:fld id="{D5368D05-9D84-48D1-B27D-60048D3D5B15}"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BB99C9DE-7287-2388-20DB-24C2C44F4528}"/>
              </a:ext>
            </a:extLst>
          </p:cNvPr>
          <p:cNvSpPr>
            <a:spLocks noGrp="1"/>
          </p:cNvSpPr>
          <p:nvPr>
            <p:ph type="ftr" sz="quarter" idx="11"/>
          </p:nvPr>
        </p:nvSpPr>
        <p:spPr/>
        <p:txBody>
          <a:bodyPr/>
          <a:lstStyle/>
          <a:p>
            <a:r>
              <a:rPr kumimoji="1" lang="zh-TW" altLang="en-US" dirty="0"/>
              <a:t>定例報告用資料</a:t>
            </a:r>
            <a:endParaRPr kumimoji="1" lang="ja-JP" altLang="en-US" dirty="0"/>
          </a:p>
        </p:txBody>
      </p:sp>
      <p:sp>
        <p:nvSpPr>
          <p:cNvPr id="6" name="スライド番号プレースホルダー 5">
            <a:extLst>
              <a:ext uri="{FF2B5EF4-FFF2-40B4-BE49-F238E27FC236}">
                <a16:creationId xmlns:a16="http://schemas.microsoft.com/office/drawing/2014/main" id="{BD3360F0-CE57-00D9-32A1-6F2E32816466}"/>
              </a:ext>
            </a:extLst>
          </p:cNvPr>
          <p:cNvSpPr>
            <a:spLocks noGrp="1"/>
          </p:cNvSpPr>
          <p:nvPr>
            <p:ph type="sldNum" sz="quarter" idx="12"/>
          </p:nvPr>
        </p:nvSpPr>
        <p:spPr/>
        <p:txBody>
          <a:bodyPr/>
          <a:lstStyle/>
          <a:p>
            <a:fld id="{9677E9D0-CEA3-4B73-AD1E-C142DC25D79F}" type="slidenum">
              <a:rPr kumimoji="1" lang="ja-JP" altLang="en-US" smtClean="0"/>
              <a:t>1</a:t>
            </a:fld>
            <a:endParaRPr kumimoji="1" lang="ja-JP" altLang="en-US"/>
          </a:p>
        </p:txBody>
      </p:sp>
    </p:spTree>
    <p:extLst>
      <p:ext uri="{BB962C8B-B14F-4D97-AF65-F5344CB8AC3E}">
        <p14:creationId xmlns:p14="http://schemas.microsoft.com/office/powerpoint/2010/main" val="697824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F771B391-2BD1-7A3B-48C9-B59EE24F3A4C}"/>
              </a:ext>
            </a:extLst>
          </p:cNvPr>
          <p:cNvSpPr>
            <a:spLocks noGrp="1"/>
          </p:cNvSpPr>
          <p:nvPr>
            <p:ph type="dt" sz="half" idx="10"/>
          </p:nvPr>
        </p:nvSpPr>
        <p:spPr/>
        <p:txBody>
          <a:bodyPr/>
          <a:lstStyle/>
          <a:p>
            <a:fld id="{22F12E9E-5F4C-41FA-A531-20E860C5E560}"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AB8AF8DC-8320-F249-42B3-6D4E1A170D2F}"/>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F10D14FD-B812-E1B2-8664-58731F91CDEB}"/>
              </a:ext>
            </a:extLst>
          </p:cNvPr>
          <p:cNvSpPr>
            <a:spLocks noGrp="1"/>
          </p:cNvSpPr>
          <p:nvPr>
            <p:ph type="sldNum" sz="quarter" idx="12"/>
          </p:nvPr>
        </p:nvSpPr>
        <p:spPr/>
        <p:txBody>
          <a:bodyPr/>
          <a:lstStyle/>
          <a:p>
            <a:fld id="{D424D12C-9692-4086-B843-0896D3A9ECC1}" type="slidenum">
              <a:rPr lang="ja-JP" altLang="en-US" smtClean="0"/>
              <a:pPr/>
              <a:t>2</a:t>
            </a:fld>
            <a:endParaRPr lang="ja-JP" altLang="en-US" dirty="0"/>
          </a:p>
        </p:txBody>
      </p:sp>
      <p:sp>
        <p:nvSpPr>
          <p:cNvPr id="7" name="タイトル 1">
            <a:extLst>
              <a:ext uri="{FF2B5EF4-FFF2-40B4-BE49-F238E27FC236}">
                <a16:creationId xmlns:a16="http://schemas.microsoft.com/office/drawing/2014/main" id="{F00BA230-44F0-D6C8-30A5-79DA91E4C88D}"/>
              </a:ext>
            </a:extLst>
          </p:cNvPr>
          <p:cNvSpPr>
            <a:spLocks noGrp="1"/>
          </p:cNvSpPr>
          <p:nvPr>
            <p:ph type="title"/>
          </p:nvPr>
        </p:nvSpPr>
        <p:spPr>
          <a:xfrm>
            <a:off x="341313" y="136525"/>
            <a:ext cx="11518900" cy="727075"/>
          </a:xfrm>
          <a:prstGeom prst="rect">
            <a:avLst/>
          </a:prstGeom>
        </p:spPr>
        <p:txBody>
          <a:bodyPr/>
          <a:lstStyle/>
          <a:p>
            <a:r>
              <a:rPr kumimoji="1" lang="en-US" altLang="ja-JP" dirty="0"/>
              <a:t>7/30</a:t>
            </a:r>
            <a:endParaRPr kumimoji="1" lang="ja-JP" altLang="en-US" dirty="0"/>
          </a:p>
        </p:txBody>
      </p:sp>
      <p:sp>
        <p:nvSpPr>
          <p:cNvPr id="9" name="コンテンツ プレースホルダー 2">
            <a:extLst>
              <a:ext uri="{FF2B5EF4-FFF2-40B4-BE49-F238E27FC236}">
                <a16:creationId xmlns:a16="http://schemas.microsoft.com/office/drawing/2014/main" id="{8A02004F-CAA7-DC9B-9CAF-465A1BC708E8}"/>
              </a:ext>
            </a:extLst>
          </p:cNvPr>
          <p:cNvSpPr>
            <a:spLocks noGrp="1"/>
          </p:cNvSpPr>
          <p:nvPr>
            <p:ph idx="1"/>
          </p:nvPr>
        </p:nvSpPr>
        <p:spPr>
          <a:xfrm>
            <a:off x="341313" y="1050925"/>
            <a:ext cx="11518900" cy="5118100"/>
          </a:xfrm>
          <a:prstGeom prst="rect">
            <a:avLst/>
          </a:prstGeom>
        </p:spPr>
        <p:txBody>
          <a:bodyPr/>
          <a:lstStyle/>
          <a:p>
            <a:endParaRPr kumimoji="1" lang="en-US" altLang="ja-JP" dirty="0"/>
          </a:p>
          <a:p>
            <a:r>
              <a:rPr kumimoji="1" lang="en-US" altLang="ja-JP" dirty="0"/>
              <a:t>Matching </a:t>
            </a:r>
            <a:r>
              <a:rPr kumimoji="1" lang="ja-JP" altLang="en-US" dirty="0"/>
              <a:t>と </a:t>
            </a:r>
            <a:r>
              <a:rPr kumimoji="1" lang="en-US" altLang="ja-JP" dirty="0"/>
              <a:t>MA</a:t>
            </a:r>
            <a:r>
              <a:rPr kumimoji="1" lang="ja-JP" altLang="en-US" dirty="0"/>
              <a:t>の構成</a:t>
            </a:r>
            <a:endParaRPr kumimoji="1" lang="en-US" altLang="ja-JP" dirty="0"/>
          </a:p>
          <a:p>
            <a:r>
              <a:rPr kumimoji="1" lang="ja-JP" altLang="en-US" dirty="0"/>
              <a:t>ステージごとのパケットフォーマット</a:t>
            </a:r>
            <a:endParaRPr kumimoji="1" lang="en-US" altLang="ja-JP" dirty="0"/>
          </a:p>
          <a:p>
            <a:endParaRPr kumimoji="1" lang="en-US" altLang="ja-JP" dirty="0"/>
          </a:p>
          <a:p>
            <a:r>
              <a:rPr kumimoji="1" lang="ja-JP" altLang="en-US" dirty="0"/>
              <a:t>ベンチマーク：？</a:t>
            </a:r>
            <a:r>
              <a:rPr kumimoji="1" lang="en-US" altLang="ja-JP" dirty="0"/>
              <a:t>(FIR</a:t>
            </a:r>
            <a:r>
              <a:rPr kumimoji="1" lang="ja-JP" altLang="en-US" dirty="0"/>
              <a:t>プログラム：</a:t>
            </a:r>
            <a:r>
              <a:rPr lang="ja-JP" altLang="en-US" dirty="0"/>
              <a:t>松坂</a:t>
            </a:r>
            <a:r>
              <a:rPr kumimoji="1" lang="ja-JP" altLang="en-US" dirty="0"/>
              <a:t>さん</a:t>
            </a:r>
            <a:r>
              <a:rPr kumimoji="1" lang="en-US" altLang="ja-JP" dirty="0"/>
              <a:t>)</a:t>
            </a:r>
          </a:p>
          <a:p>
            <a:endParaRPr kumimoji="1" lang="ja-JP" altLang="en-US" dirty="0"/>
          </a:p>
        </p:txBody>
      </p:sp>
    </p:spTree>
    <p:extLst>
      <p:ext uri="{BB962C8B-B14F-4D97-AF65-F5344CB8AC3E}">
        <p14:creationId xmlns:p14="http://schemas.microsoft.com/office/powerpoint/2010/main" val="402699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07161262-B526-BE7E-6007-915D8A8518E9}"/>
              </a:ext>
            </a:extLst>
          </p:cNvPr>
          <p:cNvSpPr>
            <a:spLocks noGrp="1"/>
          </p:cNvSpPr>
          <p:nvPr>
            <p:ph type="dt" sz="half" idx="10"/>
          </p:nvPr>
        </p:nvSpPr>
        <p:spPr/>
        <p:txBody>
          <a:bodyPr/>
          <a:lstStyle/>
          <a:p>
            <a:fld id="{9CAF70A2-4A7B-423F-80EC-F6679D312C13}"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61B7448E-C5D3-AE04-682E-0E137A7B4EA1}"/>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01F131DC-B7FA-E3C0-A5D0-4792DFF84A93}"/>
              </a:ext>
            </a:extLst>
          </p:cNvPr>
          <p:cNvSpPr>
            <a:spLocks noGrp="1"/>
          </p:cNvSpPr>
          <p:nvPr>
            <p:ph type="sldNum" sz="quarter" idx="12"/>
          </p:nvPr>
        </p:nvSpPr>
        <p:spPr/>
        <p:txBody>
          <a:bodyPr/>
          <a:lstStyle/>
          <a:p>
            <a:fld id="{D424D12C-9692-4086-B843-0896D3A9ECC1}" type="slidenum">
              <a:rPr lang="ja-JP" altLang="en-US" smtClean="0"/>
              <a:pPr/>
              <a:t>3</a:t>
            </a:fld>
            <a:endParaRPr lang="ja-JP" altLang="en-US" dirty="0"/>
          </a:p>
        </p:txBody>
      </p:sp>
      <p:sp>
        <p:nvSpPr>
          <p:cNvPr id="7" name="タイトル 1">
            <a:extLst>
              <a:ext uri="{FF2B5EF4-FFF2-40B4-BE49-F238E27FC236}">
                <a16:creationId xmlns:a16="http://schemas.microsoft.com/office/drawing/2014/main" id="{4D7D7F6A-769C-1832-BC7E-B10E45D1C9A3}"/>
              </a:ext>
            </a:extLst>
          </p:cNvPr>
          <p:cNvSpPr>
            <a:spLocks noGrp="1"/>
          </p:cNvSpPr>
          <p:nvPr>
            <p:ph type="title"/>
          </p:nvPr>
        </p:nvSpPr>
        <p:spPr>
          <a:xfrm>
            <a:off x="341313" y="136525"/>
            <a:ext cx="11518900" cy="727075"/>
          </a:xfrm>
          <a:prstGeom prst="rect">
            <a:avLst/>
          </a:prstGeom>
        </p:spPr>
        <p:txBody>
          <a:bodyPr/>
          <a:lstStyle/>
          <a:p>
            <a:r>
              <a:rPr kumimoji="1" lang="en-US" altLang="ja-JP" dirty="0"/>
              <a:t>8/5</a:t>
            </a:r>
            <a:endParaRPr kumimoji="1" lang="ja-JP" altLang="en-US" dirty="0"/>
          </a:p>
        </p:txBody>
      </p:sp>
      <p:sp>
        <p:nvSpPr>
          <p:cNvPr id="8" name="コンテンツ プレースホルダー 2">
            <a:extLst>
              <a:ext uri="{FF2B5EF4-FFF2-40B4-BE49-F238E27FC236}">
                <a16:creationId xmlns:a16="http://schemas.microsoft.com/office/drawing/2014/main" id="{4ABADA19-3BD6-1D71-0E06-B1F6A45163EE}"/>
              </a:ext>
            </a:extLst>
          </p:cNvPr>
          <p:cNvSpPr>
            <a:spLocks noGrp="1"/>
          </p:cNvSpPr>
          <p:nvPr>
            <p:ph idx="1"/>
          </p:nvPr>
        </p:nvSpPr>
        <p:spPr>
          <a:xfrm>
            <a:off x="341313" y="1050925"/>
            <a:ext cx="11518900" cy="5118100"/>
          </a:xfrm>
          <a:prstGeom prst="rect">
            <a:avLst/>
          </a:prstGeom>
        </p:spPr>
        <p:txBody>
          <a:bodyPr/>
          <a:lstStyle/>
          <a:p>
            <a:r>
              <a:rPr kumimoji="1" lang="en-US" altLang="ja-JP" dirty="0"/>
              <a:t>DDP</a:t>
            </a:r>
            <a:r>
              <a:rPr kumimoji="1" lang="ja-JP" altLang="en-US" dirty="0"/>
              <a:t>は</a:t>
            </a:r>
            <a:r>
              <a:rPr kumimoji="1" lang="en-US" altLang="ja-JP" dirty="0"/>
              <a:t>FIR</a:t>
            </a:r>
            <a:r>
              <a:rPr kumimoji="1" lang="ja-JP" altLang="en-US" dirty="0"/>
              <a:t>専用</a:t>
            </a:r>
            <a:endParaRPr kumimoji="1" lang="en-US" altLang="ja-JP" dirty="0"/>
          </a:p>
          <a:p>
            <a:r>
              <a:rPr kumimoji="1" lang="en-US" altLang="ja-JP" dirty="0"/>
              <a:t>FIR</a:t>
            </a:r>
            <a:r>
              <a:rPr kumimoji="1" lang="ja-JP" altLang="en-US" dirty="0"/>
              <a:t>モデルの</a:t>
            </a:r>
            <a:r>
              <a:rPr kumimoji="1" lang="en-US" altLang="ja-JP" dirty="0"/>
              <a:t>PS</a:t>
            </a:r>
            <a:r>
              <a:rPr kumimoji="1" lang="ja-JP" altLang="en-US" dirty="0"/>
              <a:t>から考える</a:t>
            </a:r>
            <a:endParaRPr lang="en-US" altLang="ja-JP" dirty="0"/>
          </a:p>
          <a:p>
            <a:pPr lvl="1"/>
            <a:r>
              <a:rPr kumimoji="1" lang="en-US" altLang="ja-JP" dirty="0"/>
              <a:t>PS </a:t>
            </a:r>
            <a:r>
              <a:rPr lang="ja-JP" altLang="en-US" dirty="0"/>
              <a:t>→ パケットフォーマット</a:t>
            </a:r>
            <a:r>
              <a:rPr lang="en-US" altLang="ja-JP" dirty="0"/>
              <a:t> </a:t>
            </a:r>
            <a:r>
              <a:rPr lang="ja-JP" altLang="en-US" dirty="0"/>
              <a:t>→ パイプライン</a:t>
            </a:r>
            <a:endParaRPr lang="en-US" altLang="ja-JP" dirty="0"/>
          </a:p>
          <a:p>
            <a:pPr lvl="1"/>
            <a:endParaRPr lang="en-US" altLang="ja-JP" dirty="0"/>
          </a:p>
          <a:p>
            <a:pPr lvl="1"/>
            <a:r>
              <a:rPr lang="en-US" altLang="ja-JP" dirty="0"/>
              <a:t>FIR</a:t>
            </a:r>
            <a:r>
              <a:rPr lang="ja-JP" altLang="en-US" dirty="0"/>
              <a:t>プログラム</a:t>
            </a:r>
            <a:r>
              <a:rPr lang="en-US" altLang="ja-JP" dirty="0"/>
              <a:t>:</a:t>
            </a:r>
            <a:r>
              <a:rPr lang="ja-JP" altLang="en-US" dirty="0"/>
              <a:t>松坂</a:t>
            </a:r>
            <a:endParaRPr lang="en-US" altLang="ja-JP" dirty="0"/>
          </a:p>
          <a:p>
            <a:pPr lvl="1"/>
            <a:r>
              <a:rPr lang="ja-JP" altLang="en-US" dirty="0"/>
              <a:t>命令はなるべく同じになるように</a:t>
            </a:r>
            <a:endParaRPr lang="en-US" altLang="ja-JP" dirty="0"/>
          </a:p>
        </p:txBody>
      </p:sp>
    </p:spTree>
    <p:extLst>
      <p:ext uri="{BB962C8B-B14F-4D97-AF65-F5344CB8AC3E}">
        <p14:creationId xmlns:p14="http://schemas.microsoft.com/office/powerpoint/2010/main" val="3453058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311C7C-1B4E-46FC-9416-E87A89A27378}"/>
              </a:ext>
            </a:extLst>
          </p:cNvPr>
          <p:cNvSpPr>
            <a:spLocks noGrp="1"/>
          </p:cNvSpPr>
          <p:nvPr>
            <p:ph type="title"/>
          </p:nvPr>
        </p:nvSpPr>
        <p:spPr/>
        <p:txBody>
          <a:bodyPr/>
          <a:lstStyle/>
          <a:p>
            <a:r>
              <a:rPr kumimoji="1" lang="en-US" altLang="ja-JP" dirty="0"/>
              <a:t>FIR</a:t>
            </a:r>
            <a:r>
              <a:rPr kumimoji="1" lang="ja-JP" altLang="en-US" dirty="0"/>
              <a:t>・</a:t>
            </a:r>
            <a:r>
              <a:rPr kumimoji="1" lang="en-US" altLang="ja-JP" dirty="0"/>
              <a:t>DDP</a:t>
            </a:r>
            <a:r>
              <a:rPr kumimoji="1" lang="ja-JP" altLang="en-US" dirty="0"/>
              <a:t>プログラム</a:t>
            </a:r>
          </a:p>
        </p:txBody>
      </p:sp>
      <p:sp>
        <p:nvSpPr>
          <p:cNvPr id="4" name="楕円 3">
            <a:extLst>
              <a:ext uri="{FF2B5EF4-FFF2-40B4-BE49-F238E27FC236}">
                <a16:creationId xmlns:a16="http://schemas.microsoft.com/office/drawing/2014/main" id="{DA96B753-0DE6-413F-A1CA-E8B1CB0259C1}"/>
              </a:ext>
            </a:extLst>
          </p:cNvPr>
          <p:cNvSpPr/>
          <p:nvPr/>
        </p:nvSpPr>
        <p:spPr>
          <a:xfrm>
            <a:off x="204842" y="180498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5" name="楕円 4">
            <a:extLst>
              <a:ext uri="{FF2B5EF4-FFF2-40B4-BE49-F238E27FC236}">
                <a16:creationId xmlns:a16="http://schemas.microsoft.com/office/drawing/2014/main" id="{41BFAB01-996F-40AD-BFAE-2E5DAB72DF8B}"/>
              </a:ext>
            </a:extLst>
          </p:cNvPr>
          <p:cNvSpPr/>
          <p:nvPr/>
        </p:nvSpPr>
        <p:spPr>
          <a:xfrm>
            <a:off x="204841" y="254317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r>
              <a:rPr kumimoji="1" lang="en-US" altLang="ja-JP" sz="1200" dirty="0">
                <a:solidFill>
                  <a:schemeClr val="tx1"/>
                </a:solidFill>
              </a:rPr>
              <a:t>	</a:t>
            </a:r>
            <a:endParaRPr kumimoji="1" lang="ja-JP" altLang="en-US" sz="1200" dirty="0">
              <a:solidFill>
                <a:schemeClr val="tx1"/>
              </a:solidFill>
            </a:endParaRPr>
          </a:p>
        </p:txBody>
      </p:sp>
      <p:sp>
        <p:nvSpPr>
          <p:cNvPr id="6" name="楕円 5">
            <a:extLst>
              <a:ext uri="{FF2B5EF4-FFF2-40B4-BE49-F238E27FC236}">
                <a16:creationId xmlns:a16="http://schemas.microsoft.com/office/drawing/2014/main" id="{8ED464CC-5DBE-4A15-87E5-4FA1FF31BB04}"/>
              </a:ext>
            </a:extLst>
          </p:cNvPr>
          <p:cNvSpPr/>
          <p:nvPr/>
        </p:nvSpPr>
        <p:spPr>
          <a:xfrm>
            <a:off x="204838" y="325278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7" name="楕円 6">
            <a:extLst>
              <a:ext uri="{FF2B5EF4-FFF2-40B4-BE49-F238E27FC236}">
                <a16:creationId xmlns:a16="http://schemas.microsoft.com/office/drawing/2014/main" id="{80A76956-3111-48BF-B194-4F7FE5F13BBB}"/>
              </a:ext>
            </a:extLst>
          </p:cNvPr>
          <p:cNvSpPr/>
          <p:nvPr/>
        </p:nvSpPr>
        <p:spPr>
          <a:xfrm>
            <a:off x="204837" y="451037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8" name="楕円 7">
            <a:extLst>
              <a:ext uri="{FF2B5EF4-FFF2-40B4-BE49-F238E27FC236}">
                <a16:creationId xmlns:a16="http://schemas.microsoft.com/office/drawing/2014/main" id="{8EA5EAB7-A968-4F39-BE5E-83961C8C4A1A}"/>
              </a:ext>
            </a:extLst>
          </p:cNvPr>
          <p:cNvSpPr/>
          <p:nvPr/>
        </p:nvSpPr>
        <p:spPr>
          <a:xfrm>
            <a:off x="1070983" y="180671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9" name="楕円 8">
            <a:extLst>
              <a:ext uri="{FF2B5EF4-FFF2-40B4-BE49-F238E27FC236}">
                <a16:creationId xmlns:a16="http://schemas.microsoft.com/office/drawing/2014/main" id="{1D003A87-CF09-454A-84AF-04C883092D72}"/>
              </a:ext>
            </a:extLst>
          </p:cNvPr>
          <p:cNvSpPr/>
          <p:nvPr/>
        </p:nvSpPr>
        <p:spPr>
          <a:xfrm>
            <a:off x="1070982" y="254490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0" name="楕円 9">
            <a:extLst>
              <a:ext uri="{FF2B5EF4-FFF2-40B4-BE49-F238E27FC236}">
                <a16:creationId xmlns:a16="http://schemas.microsoft.com/office/drawing/2014/main" id="{08E442D3-DB4B-41E6-A846-9AFC611D893A}"/>
              </a:ext>
            </a:extLst>
          </p:cNvPr>
          <p:cNvSpPr/>
          <p:nvPr/>
        </p:nvSpPr>
        <p:spPr>
          <a:xfrm>
            <a:off x="1070979" y="325425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1" name="楕円 10">
            <a:extLst>
              <a:ext uri="{FF2B5EF4-FFF2-40B4-BE49-F238E27FC236}">
                <a16:creationId xmlns:a16="http://schemas.microsoft.com/office/drawing/2014/main" id="{EBE94FF6-22C2-42E8-BA0F-8B72F0D6567B}"/>
              </a:ext>
            </a:extLst>
          </p:cNvPr>
          <p:cNvSpPr/>
          <p:nvPr/>
        </p:nvSpPr>
        <p:spPr>
          <a:xfrm>
            <a:off x="1070978" y="45118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12" name="楕円 11">
            <a:extLst>
              <a:ext uri="{FF2B5EF4-FFF2-40B4-BE49-F238E27FC236}">
                <a16:creationId xmlns:a16="http://schemas.microsoft.com/office/drawing/2014/main" id="{EC466D5C-67EE-4AD2-A3DC-D605E9567AA3}"/>
              </a:ext>
            </a:extLst>
          </p:cNvPr>
          <p:cNvSpPr/>
          <p:nvPr/>
        </p:nvSpPr>
        <p:spPr>
          <a:xfrm>
            <a:off x="1937124" y="180845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13" name="楕円 12">
            <a:extLst>
              <a:ext uri="{FF2B5EF4-FFF2-40B4-BE49-F238E27FC236}">
                <a16:creationId xmlns:a16="http://schemas.microsoft.com/office/drawing/2014/main" id="{B4CE19B0-F1C9-48B8-9DA4-1977F7DBF76F}"/>
              </a:ext>
            </a:extLst>
          </p:cNvPr>
          <p:cNvSpPr/>
          <p:nvPr/>
        </p:nvSpPr>
        <p:spPr>
          <a:xfrm>
            <a:off x="1937123" y="2546639"/>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4" name="楕円 13">
            <a:extLst>
              <a:ext uri="{FF2B5EF4-FFF2-40B4-BE49-F238E27FC236}">
                <a16:creationId xmlns:a16="http://schemas.microsoft.com/office/drawing/2014/main" id="{9DB51897-466D-4888-9C01-542558860143}"/>
              </a:ext>
            </a:extLst>
          </p:cNvPr>
          <p:cNvSpPr/>
          <p:nvPr/>
        </p:nvSpPr>
        <p:spPr>
          <a:xfrm>
            <a:off x="1937120" y="325571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5" name="楕円 14">
            <a:extLst>
              <a:ext uri="{FF2B5EF4-FFF2-40B4-BE49-F238E27FC236}">
                <a16:creationId xmlns:a16="http://schemas.microsoft.com/office/drawing/2014/main" id="{C50E8EEF-A34F-4AD6-AF8E-CE40400733A9}"/>
              </a:ext>
            </a:extLst>
          </p:cNvPr>
          <p:cNvSpPr/>
          <p:nvPr/>
        </p:nvSpPr>
        <p:spPr>
          <a:xfrm>
            <a:off x="1937119" y="451330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16" name="楕円 15">
            <a:extLst>
              <a:ext uri="{FF2B5EF4-FFF2-40B4-BE49-F238E27FC236}">
                <a16:creationId xmlns:a16="http://schemas.microsoft.com/office/drawing/2014/main" id="{18CD7357-9FD6-437E-BB0B-473A19B3848C}"/>
              </a:ext>
            </a:extLst>
          </p:cNvPr>
          <p:cNvSpPr/>
          <p:nvPr/>
        </p:nvSpPr>
        <p:spPr>
          <a:xfrm>
            <a:off x="2803265" y="181018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17" name="楕円 16">
            <a:extLst>
              <a:ext uri="{FF2B5EF4-FFF2-40B4-BE49-F238E27FC236}">
                <a16:creationId xmlns:a16="http://schemas.microsoft.com/office/drawing/2014/main" id="{8E1200D8-5013-487B-963B-03B10102521D}"/>
              </a:ext>
            </a:extLst>
          </p:cNvPr>
          <p:cNvSpPr/>
          <p:nvPr/>
        </p:nvSpPr>
        <p:spPr>
          <a:xfrm>
            <a:off x="2803264" y="2548371"/>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8" name="楕円 17">
            <a:extLst>
              <a:ext uri="{FF2B5EF4-FFF2-40B4-BE49-F238E27FC236}">
                <a16:creationId xmlns:a16="http://schemas.microsoft.com/office/drawing/2014/main" id="{A3A2D0A1-12E0-4B2F-8220-D17F7DB08A1E}"/>
              </a:ext>
            </a:extLst>
          </p:cNvPr>
          <p:cNvSpPr/>
          <p:nvPr/>
        </p:nvSpPr>
        <p:spPr>
          <a:xfrm>
            <a:off x="2803261" y="325718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9" name="楕円 18">
            <a:extLst>
              <a:ext uri="{FF2B5EF4-FFF2-40B4-BE49-F238E27FC236}">
                <a16:creationId xmlns:a16="http://schemas.microsoft.com/office/drawing/2014/main" id="{72BEB1EE-10A7-4BF9-ADEE-E5C3A40689C4}"/>
              </a:ext>
            </a:extLst>
          </p:cNvPr>
          <p:cNvSpPr/>
          <p:nvPr/>
        </p:nvSpPr>
        <p:spPr>
          <a:xfrm>
            <a:off x="2803260" y="451476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0" name="楕円 19">
            <a:extLst>
              <a:ext uri="{FF2B5EF4-FFF2-40B4-BE49-F238E27FC236}">
                <a16:creationId xmlns:a16="http://schemas.microsoft.com/office/drawing/2014/main" id="{F61A0380-7413-4781-BFAE-45A3496254AB}"/>
              </a:ext>
            </a:extLst>
          </p:cNvPr>
          <p:cNvSpPr/>
          <p:nvPr/>
        </p:nvSpPr>
        <p:spPr>
          <a:xfrm>
            <a:off x="3669406" y="181191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1" name="楕円 20">
            <a:extLst>
              <a:ext uri="{FF2B5EF4-FFF2-40B4-BE49-F238E27FC236}">
                <a16:creationId xmlns:a16="http://schemas.microsoft.com/office/drawing/2014/main" id="{AEC8DCE2-87C1-416D-A282-B3D0E3622FEF}"/>
              </a:ext>
            </a:extLst>
          </p:cNvPr>
          <p:cNvSpPr/>
          <p:nvPr/>
        </p:nvSpPr>
        <p:spPr>
          <a:xfrm>
            <a:off x="3669405" y="2550103"/>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2" name="楕円 21">
            <a:extLst>
              <a:ext uri="{FF2B5EF4-FFF2-40B4-BE49-F238E27FC236}">
                <a16:creationId xmlns:a16="http://schemas.microsoft.com/office/drawing/2014/main" id="{0F5CA180-E2CF-40B7-9D2D-D6EE59194996}"/>
              </a:ext>
            </a:extLst>
          </p:cNvPr>
          <p:cNvSpPr/>
          <p:nvPr/>
        </p:nvSpPr>
        <p:spPr>
          <a:xfrm>
            <a:off x="3669402" y="325864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3" name="楕円 22">
            <a:extLst>
              <a:ext uri="{FF2B5EF4-FFF2-40B4-BE49-F238E27FC236}">
                <a16:creationId xmlns:a16="http://schemas.microsoft.com/office/drawing/2014/main" id="{D4859279-CCB3-48E2-AC66-6AFB2FBDFCBE}"/>
              </a:ext>
            </a:extLst>
          </p:cNvPr>
          <p:cNvSpPr/>
          <p:nvPr/>
        </p:nvSpPr>
        <p:spPr>
          <a:xfrm>
            <a:off x="3669401" y="451623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4" name="楕円 23">
            <a:extLst>
              <a:ext uri="{FF2B5EF4-FFF2-40B4-BE49-F238E27FC236}">
                <a16:creationId xmlns:a16="http://schemas.microsoft.com/office/drawing/2014/main" id="{F10ECCF7-7EEA-4244-BDF3-81483D0C2BCE}"/>
              </a:ext>
            </a:extLst>
          </p:cNvPr>
          <p:cNvSpPr/>
          <p:nvPr/>
        </p:nvSpPr>
        <p:spPr>
          <a:xfrm>
            <a:off x="4535547" y="181364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5" name="楕円 24">
            <a:extLst>
              <a:ext uri="{FF2B5EF4-FFF2-40B4-BE49-F238E27FC236}">
                <a16:creationId xmlns:a16="http://schemas.microsoft.com/office/drawing/2014/main" id="{F46EEBB9-9313-45D1-9F55-960C76719BD4}"/>
              </a:ext>
            </a:extLst>
          </p:cNvPr>
          <p:cNvSpPr/>
          <p:nvPr/>
        </p:nvSpPr>
        <p:spPr>
          <a:xfrm>
            <a:off x="4535546" y="255183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6" name="楕円 25">
            <a:extLst>
              <a:ext uri="{FF2B5EF4-FFF2-40B4-BE49-F238E27FC236}">
                <a16:creationId xmlns:a16="http://schemas.microsoft.com/office/drawing/2014/main" id="{3A98C065-8404-4672-BD2F-51F02CA798EF}"/>
              </a:ext>
            </a:extLst>
          </p:cNvPr>
          <p:cNvSpPr/>
          <p:nvPr/>
        </p:nvSpPr>
        <p:spPr>
          <a:xfrm>
            <a:off x="4535543" y="326011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7" name="楕円 26">
            <a:extLst>
              <a:ext uri="{FF2B5EF4-FFF2-40B4-BE49-F238E27FC236}">
                <a16:creationId xmlns:a16="http://schemas.microsoft.com/office/drawing/2014/main" id="{C62418E4-B442-41C1-8E43-409D52925F07}"/>
              </a:ext>
            </a:extLst>
          </p:cNvPr>
          <p:cNvSpPr/>
          <p:nvPr/>
        </p:nvSpPr>
        <p:spPr>
          <a:xfrm>
            <a:off x="4535542" y="451769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8" name="楕円 27">
            <a:extLst>
              <a:ext uri="{FF2B5EF4-FFF2-40B4-BE49-F238E27FC236}">
                <a16:creationId xmlns:a16="http://schemas.microsoft.com/office/drawing/2014/main" id="{10CE4F87-8369-4ED5-A753-BAFE903CBBF3}"/>
              </a:ext>
            </a:extLst>
          </p:cNvPr>
          <p:cNvSpPr/>
          <p:nvPr/>
        </p:nvSpPr>
        <p:spPr>
          <a:xfrm>
            <a:off x="5401688" y="181537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9" name="楕円 28">
            <a:extLst>
              <a:ext uri="{FF2B5EF4-FFF2-40B4-BE49-F238E27FC236}">
                <a16:creationId xmlns:a16="http://schemas.microsoft.com/office/drawing/2014/main" id="{C58F7C2D-242B-4D15-9F7F-EB9B51A6B0A9}"/>
              </a:ext>
            </a:extLst>
          </p:cNvPr>
          <p:cNvSpPr/>
          <p:nvPr/>
        </p:nvSpPr>
        <p:spPr>
          <a:xfrm>
            <a:off x="5401687" y="255356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30" name="楕円 29">
            <a:extLst>
              <a:ext uri="{FF2B5EF4-FFF2-40B4-BE49-F238E27FC236}">
                <a16:creationId xmlns:a16="http://schemas.microsoft.com/office/drawing/2014/main" id="{69C05EB3-DFF4-4587-97DD-AF30B65FFC53}"/>
              </a:ext>
            </a:extLst>
          </p:cNvPr>
          <p:cNvSpPr/>
          <p:nvPr/>
        </p:nvSpPr>
        <p:spPr>
          <a:xfrm>
            <a:off x="5401684" y="326157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31" name="楕円 30">
            <a:extLst>
              <a:ext uri="{FF2B5EF4-FFF2-40B4-BE49-F238E27FC236}">
                <a16:creationId xmlns:a16="http://schemas.microsoft.com/office/drawing/2014/main" id="{6BDF6646-CB98-4FB3-A6B0-00A3AE448F07}"/>
              </a:ext>
            </a:extLst>
          </p:cNvPr>
          <p:cNvSpPr/>
          <p:nvPr/>
        </p:nvSpPr>
        <p:spPr>
          <a:xfrm>
            <a:off x="5401683" y="451916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32" name="楕円 31">
            <a:extLst>
              <a:ext uri="{FF2B5EF4-FFF2-40B4-BE49-F238E27FC236}">
                <a16:creationId xmlns:a16="http://schemas.microsoft.com/office/drawing/2014/main" id="{F4664805-0503-4B20-B75E-C5FA74B1F434}"/>
              </a:ext>
            </a:extLst>
          </p:cNvPr>
          <p:cNvSpPr/>
          <p:nvPr/>
        </p:nvSpPr>
        <p:spPr>
          <a:xfrm>
            <a:off x="6267829" y="181711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33" name="楕円 32">
            <a:extLst>
              <a:ext uri="{FF2B5EF4-FFF2-40B4-BE49-F238E27FC236}">
                <a16:creationId xmlns:a16="http://schemas.microsoft.com/office/drawing/2014/main" id="{069D76DF-B488-4544-A3B2-A6FCFFDB6242}"/>
              </a:ext>
            </a:extLst>
          </p:cNvPr>
          <p:cNvSpPr/>
          <p:nvPr/>
        </p:nvSpPr>
        <p:spPr>
          <a:xfrm>
            <a:off x="6267828" y="2555299"/>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34" name="楕円 33">
            <a:extLst>
              <a:ext uri="{FF2B5EF4-FFF2-40B4-BE49-F238E27FC236}">
                <a16:creationId xmlns:a16="http://schemas.microsoft.com/office/drawing/2014/main" id="{8D626D15-701F-4E86-94A5-DC2B59DD2BA3}"/>
              </a:ext>
            </a:extLst>
          </p:cNvPr>
          <p:cNvSpPr/>
          <p:nvPr/>
        </p:nvSpPr>
        <p:spPr>
          <a:xfrm>
            <a:off x="6267825" y="326304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35" name="楕円 34">
            <a:extLst>
              <a:ext uri="{FF2B5EF4-FFF2-40B4-BE49-F238E27FC236}">
                <a16:creationId xmlns:a16="http://schemas.microsoft.com/office/drawing/2014/main" id="{C03585C9-3C59-4646-9AEA-1CAA1F34FBD4}"/>
              </a:ext>
            </a:extLst>
          </p:cNvPr>
          <p:cNvSpPr/>
          <p:nvPr/>
        </p:nvSpPr>
        <p:spPr>
          <a:xfrm>
            <a:off x="6267824" y="452062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36" name="楕円 35">
            <a:extLst>
              <a:ext uri="{FF2B5EF4-FFF2-40B4-BE49-F238E27FC236}">
                <a16:creationId xmlns:a16="http://schemas.microsoft.com/office/drawing/2014/main" id="{0547F044-4A31-40FA-9622-A457B8889B34}"/>
              </a:ext>
            </a:extLst>
          </p:cNvPr>
          <p:cNvSpPr/>
          <p:nvPr/>
        </p:nvSpPr>
        <p:spPr>
          <a:xfrm>
            <a:off x="7133970" y="181884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37" name="楕円 36">
            <a:extLst>
              <a:ext uri="{FF2B5EF4-FFF2-40B4-BE49-F238E27FC236}">
                <a16:creationId xmlns:a16="http://schemas.microsoft.com/office/drawing/2014/main" id="{5CFE1EA4-B403-457A-8BAE-7A9DB881BC9A}"/>
              </a:ext>
            </a:extLst>
          </p:cNvPr>
          <p:cNvSpPr/>
          <p:nvPr/>
        </p:nvSpPr>
        <p:spPr>
          <a:xfrm>
            <a:off x="7133969" y="2557031"/>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38" name="楕円 37">
            <a:extLst>
              <a:ext uri="{FF2B5EF4-FFF2-40B4-BE49-F238E27FC236}">
                <a16:creationId xmlns:a16="http://schemas.microsoft.com/office/drawing/2014/main" id="{124A2EFB-0AAA-42FF-8EDD-2AAC6F8584DB}"/>
              </a:ext>
            </a:extLst>
          </p:cNvPr>
          <p:cNvSpPr/>
          <p:nvPr/>
        </p:nvSpPr>
        <p:spPr>
          <a:xfrm>
            <a:off x="7133966" y="326450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39" name="楕円 38">
            <a:extLst>
              <a:ext uri="{FF2B5EF4-FFF2-40B4-BE49-F238E27FC236}">
                <a16:creationId xmlns:a16="http://schemas.microsoft.com/office/drawing/2014/main" id="{1239E0EF-A863-4DE1-A8B1-BAF007AE19EF}"/>
              </a:ext>
            </a:extLst>
          </p:cNvPr>
          <p:cNvSpPr/>
          <p:nvPr/>
        </p:nvSpPr>
        <p:spPr>
          <a:xfrm>
            <a:off x="7133965" y="452209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40" name="楕円 39">
            <a:extLst>
              <a:ext uri="{FF2B5EF4-FFF2-40B4-BE49-F238E27FC236}">
                <a16:creationId xmlns:a16="http://schemas.microsoft.com/office/drawing/2014/main" id="{C1E7AB9F-F087-4A5A-AE27-12B86899AC45}"/>
              </a:ext>
            </a:extLst>
          </p:cNvPr>
          <p:cNvSpPr/>
          <p:nvPr/>
        </p:nvSpPr>
        <p:spPr>
          <a:xfrm>
            <a:off x="8000111" y="182057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41" name="楕円 40">
            <a:extLst>
              <a:ext uri="{FF2B5EF4-FFF2-40B4-BE49-F238E27FC236}">
                <a16:creationId xmlns:a16="http://schemas.microsoft.com/office/drawing/2014/main" id="{14F88EA5-CCEC-479E-9217-2B084664A1A6}"/>
              </a:ext>
            </a:extLst>
          </p:cNvPr>
          <p:cNvSpPr/>
          <p:nvPr/>
        </p:nvSpPr>
        <p:spPr>
          <a:xfrm>
            <a:off x="8000110" y="2558763"/>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42" name="楕円 41">
            <a:extLst>
              <a:ext uri="{FF2B5EF4-FFF2-40B4-BE49-F238E27FC236}">
                <a16:creationId xmlns:a16="http://schemas.microsoft.com/office/drawing/2014/main" id="{4A3CB47D-6E72-4011-B2AA-4E2A50548E4D}"/>
              </a:ext>
            </a:extLst>
          </p:cNvPr>
          <p:cNvSpPr/>
          <p:nvPr/>
        </p:nvSpPr>
        <p:spPr>
          <a:xfrm>
            <a:off x="8000107" y="326597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43" name="楕円 42">
            <a:extLst>
              <a:ext uri="{FF2B5EF4-FFF2-40B4-BE49-F238E27FC236}">
                <a16:creationId xmlns:a16="http://schemas.microsoft.com/office/drawing/2014/main" id="{5625E79C-AD45-4A19-A962-A3D4EAD34F8B}"/>
              </a:ext>
            </a:extLst>
          </p:cNvPr>
          <p:cNvSpPr/>
          <p:nvPr/>
        </p:nvSpPr>
        <p:spPr>
          <a:xfrm>
            <a:off x="8000106" y="452355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44" name="楕円 43">
            <a:extLst>
              <a:ext uri="{FF2B5EF4-FFF2-40B4-BE49-F238E27FC236}">
                <a16:creationId xmlns:a16="http://schemas.microsoft.com/office/drawing/2014/main" id="{D7639968-B30A-4D2A-BC99-15D0DAC92D3B}"/>
              </a:ext>
            </a:extLst>
          </p:cNvPr>
          <p:cNvSpPr/>
          <p:nvPr/>
        </p:nvSpPr>
        <p:spPr>
          <a:xfrm>
            <a:off x="8866252" y="18240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45" name="楕円 44">
            <a:extLst>
              <a:ext uri="{FF2B5EF4-FFF2-40B4-BE49-F238E27FC236}">
                <a16:creationId xmlns:a16="http://schemas.microsoft.com/office/drawing/2014/main" id="{CC3168BD-F01A-46F7-A845-A248D3A7EA92}"/>
              </a:ext>
            </a:extLst>
          </p:cNvPr>
          <p:cNvSpPr/>
          <p:nvPr/>
        </p:nvSpPr>
        <p:spPr>
          <a:xfrm>
            <a:off x="8866251" y="256222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46" name="楕円 45">
            <a:extLst>
              <a:ext uri="{FF2B5EF4-FFF2-40B4-BE49-F238E27FC236}">
                <a16:creationId xmlns:a16="http://schemas.microsoft.com/office/drawing/2014/main" id="{EDEC8E1B-4693-4B05-AA3B-4E9A0020735E}"/>
              </a:ext>
            </a:extLst>
          </p:cNvPr>
          <p:cNvSpPr/>
          <p:nvPr/>
        </p:nvSpPr>
        <p:spPr>
          <a:xfrm>
            <a:off x="8866248" y="327036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47" name="楕円 46">
            <a:extLst>
              <a:ext uri="{FF2B5EF4-FFF2-40B4-BE49-F238E27FC236}">
                <a16:creationId xmlns:a16="http://schemas.microsoft.com/office/drawing/2014/main" id="{99ED02D3-B9F2-4CFB-B249-13535C2659F7}"/>
              </a:ext>
            </a:extLst>
          </p:cNvPr>
          <p:cNvSpPr/>
          <p:nvPr/>
        </p:nvSpPr>
        <p:spPr>
          <a:xfrm>
            <a:off x="8866247" y="452795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cxnSp>
        <p:nvCxnSpPr>
          <p:cNvPr id="53" name="直線矢印コネクタ 52">
            <a:extLst>
              <a:ext uri="{FF2B5EF4-FFF2-40B4-BE49-F238E27FC236}">
                <a16:creationId xmlns:a16="http://schemas.microsoft.com/office/drawing/2014/main" id="{5E228D12-187A-46CC-8B9A-98DBD8BE1501}"/>
              </a:ext>
            </a:extLst>
          </p:cNvPr>
          <p:cNvCxnSpPr>
            <a:stCxn id="4" idx="4"/>
            <a:endCxn id="5" idx="0"/>
          </p:cNvCxnSpPr>
          <p:nvPr/>
        </p:nvCxnSpPr>
        <p:spPr>
          <a:xfrm flipH="1">
            <a:off x="528841" y="2164987"/>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4F5219B2-2596-46A8-AB7E-377499C7243C}"/>
              </a:ext>
            </a:extLst>
          </p:cNvPr>
          <p:cNvCxnSpPr>
            <a:stCxn id="5" idx="4"/>
            <a:endCxn id="6" idx="0"/>
          </p:cNvCxnSpPr>
          <p:nvPr/>
        </p:nvCxnSpPr>
        <p:spPr>
          <a:xfrm flipH="1">
            <a:off x="528838" y="290317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F7EFD191-891A-4ED9-9FB1-5C419B885E92}"/>
              </a:ext>
            </a:extLst>
          </p:cNvPr>
          <p:cNvCxnSpPr>
            <a:stCxn id="6" idx="4"/>
            <a:endCxn id="7" idx="0"/>
          </p:cNvCxnSpPr>
          <p:nvPr/>
        </p:nvCxnSpPr>
        <p:spPr>
          <a:xfrm flipH="1">
            <a:off x="528837" y="361278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63D9DF25-02F1-4605-ABD1-15E00DC659A2}"/>
              </a:ext>
            </a:extLst>
          </p:cNvPr>
          <p:cNvCxnSpPr>
            <a:stCxn id="8" idx="4"/>
            <a:endCxn id="9" idx="0"/>
          </p:cNvCxnSpPr>
          <p:nvPr/>
        </p:nvCxnSpPr>
        <p:spPr>
          <a:xfrm flipH="1">
            <a:off x="1394982" y="2166719"/>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F2A3BDDA-491E-442B-849A-2C9BE0947693}"/>
              </a:ext>
            </a:extLst>
          </p:cNvPr>
          <p:cNvCxnSpPr>
            <a:stCxn id="9" idx="4"/>
            <a:endCxn id="10" idx="0"/>
          </p:cNvCxnSpPr>
          <p:nvPr/>
        </p:nvCxnSpPr>
        <p:spPr>
          <a:xfrm flipH="1">
            <a:off x="1394979" y="2904907"/>
            <a:ext cx="3" cy="34934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矢印コネクタ 62">
            <a:extLst>
              <a:ext uri="{FF2B5EF4-FFF2-40B4-BE49-F238E27FC236}">
                <a16:creationId xmlns:a16="http://schemas.microsoft.com/office/drawing/2014/main" id="{9F9B7064-F909-4B81-A2E9-A772B3AC3935}"/>
              </a:ext>
            </a:extLst>
          </p:cNvPr>
          <p:cNvCxnSpPr>
            <a:stCxn id="10" idx="4"/>
            <a:endCxn id="11" idx="0"/>
          </p:cNvCxnSpPr>
          <p:nvPr/>
        </p:nvCxnSpPr>
        <p:spPr>
          <a:xfrm flipH="1">
            <a:off x="1394978" y="361425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70306C91-65C4-459F-92A1-0A3F5D3363F2}"/>
              </a:ext>
            </a:extLst>
          </p:cNvPr>
          <p:cNvCxnSpPr>
            <a:stCxn id="12" idx="4"/>
            <a:endCxn id="13" idx="0"/>
          </p:cNvCxnSpPr>
          <p:nvPr/>
        </p:nvCxnSpPr>
        <p:spPr>
          <a:xfrm flipH="1">
            <a:off x="2261123" y="2168451"/>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F937594B-8195-44B0-89AE-9648EDBB1208}"/>
              </a:ext>
            </a:extLst>
          </p:cNvPr>
          <p:cNvCxnSpPr>
            <a:cxnSpLocks/>
            <a:stCxn id="13" idx="4"/>
            <a:endCxn id="14" idx="0"/>
          </p:cNvCxnSpPr>
          <p:nvPr/>
        </p:nvCxnSpPr>
        <p:spPr>
          <a:xfrm flipH="1">
            <a:off x="2261120" y="2906639"/>
            <a:ext cx="3" cy="34907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26EF24CB-F92C-44F5-8F9A-53B93EBFEB89}"/>
              </a:ext>
            </a:extLst>
          </p:cNvPr>
          <p:cNvCxnSpPr>
            <a:cxnSpLocks/>
            <a:stCxn id="14" idx="4"/>
            <a:endCxn id="15" idx="0"/>
          </p:cNvCxnSpPr>
          <p:nvPr/>
        </p:nvCxnSpPr>
        <p:spPr>
          <a:xfrm flipH="1">
            <a:off x="2261119" y="361571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EE939015-6F8A-4B86-B314-8D028C48BDA0}"/>
              </a:ext>
            </a:extLst>
          </p:cNvPr>
          <p:cNvCxnSpPr>
            <a:stCxn id="18" idx="4"/>
            <a:endCxn id="19" idx="0"/>
          </p:cNvCxnSpPr>
          <p:nvPr/>
        </p:nvCxnSpPr>
        <p:spPr>
          <a:xfrm flipH="1">
            <a:off x="3127260" y="361718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41C75F2E-CD41-442C-9D2E-6D1FC4F8C30B}"/>
              </a:ext>
            </a:extLst>
          </p:cNvPr>
          <p:cNvCxnSpPr>
            <a:stCxn id="16" idx="4"/>
            <a:endCxn id="17" idx="0"/>
          </p:cNvCxnSpPr>
          <p:nvPr/>
        </p:nvCxnSpPr>
        <p:spPr>
          <a:xfrm flipH="1">
            <a:off x="3127264" y="2170183"/>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9844BC73-0B33-445B-8388-3A0BC37DDADF}"/>
              </a:ext>
            </a:extLst>
          </p:cNvPr>
          <p:cNvCxnSpPr>
            <a:stCxn id="17" idx="4"/>
            <a:endCxn id="18" idx="0"/>
          </p:cNvCxnSpPr>
          <p:nvPr/>
        </p:nvCxnSpPr>
        <p:spPr>
          <a:xfrm flipH="1">
            <a:off x="3127261" y="2908371"/>
            <a:ext cx="3" cy="348811"/>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93E63DFF-4D71-429A-A454-151EB07A2DC2}"/>
              </a:ext>
            </a:extLst>
          </p:cNvPr>
          <p:cNvCxnSpPr>
            <a:stCxn id="20" idx="4"/>
            <a:endCxn id="21" idx="0"/>
          </p:cNvCxnSpPr>
          <p:nvPr/>
        </p:nvCxnSpPr>
        <p:spPr>
          <a:xfrm flipH="1">
            <a:off x="3993405" y="2171915"/>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48D1E6BE-1F70-42A6-B8DE-A081641A0339}"/>
              </a:ext>
            </a:extLst>
          </p:cNvPr>
          <p:cNvCxnSpPr>
            <a:stCxn id="21" idx="4"/>
            <a:endCxn id="22" idx="0"/>
          </p:cNvCxnSpPr>
          <p:nvPr/>
        </p:nvCxnSpPr>
        <p:spPr>
          <a:xfrm flipH="1">
            <a:off x="3993402" y="2910103"/>
            <a:ext cx="3" cy="34854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FCDF71C4-C46C-4F45-9643-94C291BE479F}"/>
              </a:ext>
            </a:extLst>
          </p:cNvPr>
          <p:cNvCxnSpPr>
            <a:stCxn id="22" idx="4"/>
            <a:endCxn id="23" idx="0"/>
          </p:cNvCxnSpPr>
          <p:nvPr/>
        </p:nvCxnSpPr>
        <p:spPr>
          <a:xfrm flipH="1">
            <a:off x="3993401" y="361864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FC63CBF5-EDAB-494A-954B-04BED038CDA4}"/>
              </a:ext>
            </a:extLst>
          </p:cNvPr>
          <p:cNvCxnSpPr>
            <a:stCxn id="24" idx="4"/>
            <a:endCxn id="25" idx="0"/>
          </p:cNvCxnSpPr>
          <p:nvPr/>
        </p:nvCxnSpPr>
        <p:spPr>
          <a:xfrm flipH="1">
            <a:off x="4859546" y="2173647"/>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矢印コネクタ 84">
            <a:extLst>
              <a:ext uri="{FF2B5EF4-FFF2-40B4-BE49-F238E27FC236}">
                <a16:creationId xmlns:a16="http://schemas.microsoft.com/office/drawing/2014/main" id="{66F2E981-0A4B-4FB8-A5FC-14CB33D9863D}"/>
              </a:ext>
            </a:extLst>
          </p:cNvPr>
          <p:cNvCxnSpPr>
            <a:stCxn id="25" idx="4"/>
            <a:endCxn id="26" idx="0"/>
          </p:cNvCxnSpPr>
          <p:nvPr/>
        </p:nvCxnSpPr>
        <p:spPr>
          <a:xfrm flipH="1">
            <a:off x="4859543" y="2911835"/>
            <a:ext cx="3" cy="34827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矢印コネクタ 86">
            <a:extLst>
              <a:ext uri="{FF2B5EF4-FFF2-40B4-BE49-F238E27FC236}">
                <a16:creationId xmlns:a16="http://schemas.microsoft.com/office/drawing/2014/main" id="{5D0B413D-54DF-4B48-A102-A71573709D9F}"/>
              </a:ext>
            </a:extLst>
          </p:cNvPr>
          <p:cNvCxnSpPr>
            <a:stCxn id="26" idx="4"/>
            <a:endCxn id="27" idx="0"/>
          </p:cNvCxnSpPr>
          <p:nvPr/>
        </p:nvCxnSpPr>
        <p:spPr>
          <a:xfrm flipH="1">
            <a:off x="4859542" y="362011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矢印コネクタ 88">
            <a:extLst>
              <a:ext uri="{FF2B5EF4-FFF2-40B4-BE49-F238E27FC236}">
                <a16:creationId xmlns:a16="http://schemas.microsoft.com/office/drawing/2014/main" id="{A9C2931D-EC60-46D2-9B24-36DCA48B558B}"/>
              </a:ext>
            </a:extLst>
          </p:cNvPr>
          <p:cNvCxnSpPr>
            <a:stCxn id="28" idx="4"/>
            <a:endCxn id="29" idx="0"/>
          </p:cNvCxnSpPr>
          <p:nvPr/>
        </p:nvCxnSpPr>
        <p:spPr>
          <a:xfrm flipH="1">
            <a:off x="5725687" y="2175379"/>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矢印コネクタ 90">
            <a:extLst>
              <a:ext uri="{FF2B5EF4-FFF2-40B4-BE49-F238E27FC236}">
                <a16:creationId xmlns:a16="http://schemas.microsoft.com/office/drawing/2014/main" id="{AF662493-AA81-44B3-870A-E319B4B439DD}"/>
              </a:ext>
            </a:extLst>
          </p:cNvPr>
          <p:cNvCxnSpPr>
            <a:stCxn id="29" idx="4"/>
            <a:endCxn id="30" idx="0"/>
          </p:cNvCxnSpPr>
          <p:nvPr/>
        </p:nvCxnSpPr>
        <p:spPr>
          <a:xfrm flipH="1">
            <a:off x="5725684" y="2913567"/>
            <a:ext cx="3" cy="3480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矢印コネクタ 92">
            <a:extLst>
              <a:ext uri="{FF2B5EF4-FFF2-40B4-BE49-F238E27FC236}">
                <a16:creationId xmlns:a16="http://schemas.microsoft.com/office/drawing/2014/main" id="{07AD6B7E-37D3-4FD8-AAB7-3697BF715A19}"/>
              </a:ext>
            </a:extLst>
          </p:cNvPr>
          <p:cNvCxnSpPr>
            <a:stCxn id="30" idx="4"/>
            <a:endCxn id="31" idx="0"/>
          </p:cNvCxnSpPr>
          <p:nvPr/>
        </p:nvCxnSpPr>
        <p:spPr>
          <a:xfrm flipH="1">
            <a:off x="5725683" y="362157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矢印コネクタ 94">
            <a:extLst>
              <a:ext uri="{FF2B5EF4-FFF2-40B4-BE49-F238E27FC236}">
                <a16:creationId xmlns:a16="http://schemas.microsoft.com/office/drawing/2014/main" id="{B922D371-6FB2-4453-AFF6-CA0DBF01960A}"/>
              </a:ext>
            </a:extLst>
          </p:cNvPr>
          <p:cNvCxnSpPr>
            <a:stCxn id="34" idx="4"/>
            <a:endCxn id="35" idx="0"/>
          </p:cNvCxnSpPr>
          <p:nvPr/>
        </p:nvCxnSpPr>
        <p:spPr>
          <a:xfrm flipH="1">
            <a:off x="6591824" y="362304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C909BCEE-027B-43E7-BA8A-20575D879930}"/>
              </a:ext>
            </a:extLst>
          </p:cNvPr>
          <p:cNvCxnSpPr>
            <a:stCxn id="32" idx="4"/>
            <a:endCxn id="33" idx="0"/>
          </p:cNvCxnSpPr>
          <p:nvPr/>
        </p:nvCxnSpPr>
        <p:spPr>
          <a:xfrm flipH="1">
            <a:off x="6591828" y="2177111"/>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矢印コネクタ 98">
            <a:extLst>
              <a:ext uri="{FF2B5EF4-FFF2-40B4-BE49-F238E27FC236}">
                <a16:creationId xmlns:a16="http://schemas.microsoft.com/office/drawing/2014/main" id="{0A9B9A30-0F02-4F9B-BC6A-0D917C08C72E}"/>
              </a:ext>
            </a:extLst>
          </p:cNvPr>
          <p:cNvCxnSpPr>
            <a:stCxn id="33" idx="4"/>
            <a:endCxn id="34" idx="0"/>
          </p:cNvCxnSpPr>
          <p:nvPr/>
        </p:nvCxnSpPr>
        <p:spPr>
          <a:xfrm flipH="1">
            <a:off x="6591825" y="2915299"/>
            <a:ext cx="3" cy="347743"/>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矢印コネクタ 100">
            <a:extLst>
              <a:ext uri="{FF2B5EF4-FFF2-40B4-BE49-F238E27FC236}">
                <a16:creationId xmlns:a16="http://schemas.microsoft.com/office/drawing/2014/main" id="{8ABB34FF-0683-4C5C-9C54-23BF461873C5}"/>
              </a:ext>
            </a:extLst>
          </p:cNvPr>
          <p:cNvCxnSpPr>
            <a:stCxn id="37" idx="4"/>
            <a:endCxn id="38" idx="0"/>
          </p:cNvCxnSpPr>
          <p:nvPr/>
        </p:nvCxnSpPr>
        <p:spPr>
          <a:xfrm flipH="1">
            <a:off x="7457966" y="2917031"/>
            <a:ext cx="3" cy="347476"/>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C8226674-1A5F-4F9A-9FE9-AB28DC770BF2}"/>
              </a:ext>
            </a:extLst>
          </p:cNvPr>
          <p:cNvCxnSpPr>
            <a:stCxn id="36" idx="4"/>
            <a:endCxn id="37" idx="0"/>
          </p:cNvCxnSpPr>
          <p:nvPr/>
        </p:nvCxnSpPr>
        <p:spPr>
          <a:xfrm flipH="1">
            <a:off x="7457969" y="2178843"/>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線矢印コネクタ 104">
            <a:extLst>
              <a:ext uri="{FF2B5EF4-FFF2-40B4-BE49-F238E27FC236}">
                <a16:creationId xmlns:a16="http://schemas.microsoft.com/office/drawing/2014/main" id="{E8D07E17-7135-4A3A-B299-847384AA10D4}"/>
              </a:ext>
            </a:extLst>
          </p:cNvPr>
          <p:cNvCxnSpPr>
            <a:stCxn id="38" idx="4"/>
            <a:endCxn id="39" idx="0"/>
          </p:cNvCxnSpPr>
          <p:nvPr/>
        </p:nvCxnSpPr>
        <p:spPr>
          <a:xfrm flipH="1">
            <a:off x="7457965" y="362450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線矢印コネクタ 106">
            <a:extLst>
              <a:ext uri="{FF2B5EF4-FFF2-40B4-BE49-F238E27FC236}">
                <a16:creationId xmlns:a16="http://schemas.microsoft.com/office/drawing/2014/main" id="{1C25A62C-07F1-4F8D-8F74-5CC84C39161B}"/>
              </a:ext>
            </a:extLst>
          </p:cNvPr>
          <p:cNvCxnSpPr>
            <a:stCxn id="42" idx="4"/>
            <a:endCxn id="43" idx="0"/>
          </p:cNvCxnSpPr>
          <p:nvPr/>
        </p:nvCxnSpPr>
        <p:spPr>
          <a:xfrm flipH="1">
            <a:off x="8324106" y="362597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線矢印コネクタ 108">
            <a:extLst>
              <a:ext uri="{FF2B5EF4-FFF2-40B4-BE49-F238E27FC236}">
                <a16:creationId xmlns:a16="http://schemas.microsoft.com/office/drawing/2014/main" id="{80FED51C-24C6-4467-97D7-835E1AEDC790}"/>
              </a:ext>
            </a:extLst>
          </p:cNvPr>
          <p:cNvCxnSpPr>
            <a:stCxn id="41" idx="4"/>
            <a:endCxn id="42" idx="0"/>
          </p:cNvCxnSpPr>
          <p:nvPr/>
        </p:nvCxnSpPr>
        <p:spPr>
          <a:xfrm flipH="1">
            <a:off x="8324107" y="2918763"/>
            <a:ext cx="3" cy="347209"/>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矢印コネクタ 110">
            <a:extLst>
              <a:ext uri="{FF2B5EF4-FFF2-40B4-BE49-F238E27FC236}">
                <a16:creationId xmlns:a16="http://schemas.microsoft.com/office/drawing/2014/main" id="{6B365DC5-E784-4476-B831-433CE98FA359}"/>
              </a:ext>
            </a:extLst>
          </p:cNvPr>
          <p:cNvCxnSpPr>
            <a:stCxn id="40" idx="4"/>
            <a:endCxn id="41" idx="0"/>
          </p:cNvCxnSpPr>
          <p:nvPr/>
        </p:nvCxnSpPr>
        <p:spPr>
          <a:xfrm flipH="1">
            <a:off x="8324110" y="2180575"/>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矢印コネクタ 112">
            <a:extLst>
              <a:ext uri="{FF2B5EF4-FFF2-40B4-BE49-F238E27FC236}">
                <a16:creationId xmlns:a16="http://schemas.microsoft.com/office/drawing/2014/main" id="{4B7D2CB4-9725-42EA-8463-1049ED4BD659}"/>
              </a:ext>
            </a:extLst>
          </p:cNvPr>
          <p:cNvCxnSpPr>
            <a:stCxn id="44" idx="4"/>
            <a:endCxn id="45" idx="0"/>
          </p:cNvCxnSpPr>
          <p:nvPr/>
        </p:nvCxnSpPr>
        <p:spPr>
          <a:xfrm flipH="1">
            <a:off x="9190251" y="2184037"/>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B6AB3A91-066A-4CD5-8C3C-C7FAE9DB69B3}"/>
              </a:ext>
            </a:extLst>
          </p:cNvPr>
          <p:cNvCxnSpPr>
            <a:stCxn id="45" idx="4"/>
            <a:endCxn id="46" idx="0"/>
          </p:cNvCxnSpPr>
          <p:nvPr/>
        </p:nvCxnSpPr>
        <p:spPr>
          <a:xfrm flipH="1">
            <a:off x="9190248" y="2922225"/>
            <a:ext cx="3" cy="34814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27B48C82-D865-4D09-938C-0C7379FD350A}"/>
              </a:ext>
            </a:extLst>
          </p:cNvPr>
          <p:cNvCxnSpPr>
            <a:stCxn id="46" idx="4"/>
            <a:endCxn id="47" idx="0"/>
          </p:cNvCxnSpPr>
          <p:nvPr/>
        </p:nvCxnSpPr>
        <p:spPr>
          <a:xfrm flipH="1">
            <a:off x="9190247" y="363036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コネクタ: カギ線 131">
            <a:extLst>
              <a:ext uri="{FF2B5EF4-FFF2-40B4-BE49-F238E27FC236}">
                <a16:creationId xmlns:a16="http://schemas.microsoft.com/office/drawing/2014/main" id="{50D31643-F00F-44AF-AFCB-2DE4669536B0}"/>
              </a:ext>
            </a:extLst>
          </p:cNvPr>
          <p:cNvCxnSpPr>
            <a:cxnSpLocks/>
            <a:stCxn id="8" idx="4"/>
            <a:endCxn id="16" idx="1"/>
          </p:cNvCxnSpPr>
          <p:nvPr/>
        </p:nvCxnSpPr>
        <p:spPr>
          <a:xfrm rot="5400000" flipH="1" flipV="1">
            <a:off x="1994664" y="1263222"/>
            <a:ext cx="303815" cy="1503179"/>
          </a:xfrm>
          <a:prstGeom prst="bentConnector5">
            <a:avLst>
              <a:gd name="adj1" fmla="val -75243"/>
              <a:gd name="adj2" fmla="val 93051"/>
              <a:gd name="adj3" fmla="val 17855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6" name="楕円 155">
            <a:extLst>
              <a:ext uri="{FF2B5EF4-FFF2-40B4-BE49-F238E27FC236}">
                <a16:creationId xmlns:a16="http://schemas.microsoft.com/office/drawing/2014/main" id="{BF3B8919-17A7-4667-BBEC-CD588514D11D}"/>
              </a:ext>
            </a:extLst>
          </p:cNvPr>
          <p:cNvSpPr/>
          <p:nvPr/>
        </p:nvSpPr>
        <p:spPr>
          <a:xfrm>
            <a:off x="1082119" y="520591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7" name="楕円 156">
            <a:extLst>
              <a:ext uri="{FF2B5EF4-FFF2-40B4-BE49-F238E27FC236}">
                <a16:creationId xmlns:a16="http://schemas.microsoft.com/office/drawing/2014/main" id="{AE33CB5B-D28C-46CC-8145-084AE5F08BE3}"/>
              </a:ext>
            </a:extLst>
          </p:cNvPr>
          <p:cNvSpPr/>
          <p:nvPr/>
        </p:nvSpPr>
        <p:spPr>
          <a:xfrm>
            <a:off x="1947100" y="520764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8" name="楕円 157">
            <a:extLst>
              <a:ext uri="{FF2B5EF4-FFF2-40B4-BE49-F238E27FC236}">
                <a16:creationId xmlns:a16="http://schemas.microsoft.com/office/drawing/2014/main" id="{B4DAD651-21C8-4038-B362-6E7E6F8B3D32}"/>
              </a:ext>
            </a:extLst>
          </p:cNvPr>
          <p:cNvSpPr/>
          <p:nvPr/>
        </p:nvSpPr>
        <p:spPr>
          <a:xfrm>
            <a:off x="2812081" y="520937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9" name="楕円 158">
            <a:extLst>
              <a:ext uri="{FF2B5EF4-FFF2-40B4-BE49-F238E27FC236}">
                <a16:creationId xmlns:a16="http://schemas.microsoft.com/office/drawing/2014/main" id="{274E61C6-E8D8-4A05-A8E6-15AA46D01DAB}"/>
              </a:ext>
            </a:extLst>
          </p:cNvPr>
          <p:cNvSpPr/>
          <p:nvPr/>
        </p:nvSpPr>
        <p:spPr>
          <a:xfrm>
            <a:off x="3677062" y="521110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0" name="楕円 159">
            <a:extLst>
              <a:ext uri="{FF2B5EF4-FFF2-40B4-BE49-F238E27FC236}">
                <a16:creationId xmlns:a16="http://schemas.microsoft.com/office/drawing/2014/main" id="{8A04C198-073E-4A19-BEF5-A8FBD790C266}"/>
              </a:ext>
            </a:extLst>
          </p:cNvPr>
          <p:cNvSpPr/>
          <p:nvPr/>
        </p:nvSpPr>
        <p:spPr>
          <a:xfrm>
            <a:off x="4542043" y="521284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1" name="楕円 160">
            <a:extLst>
              <a:ext uri="{FF2B5EF4-FFF2-40B4-BE49-F238E27FC236}">
                <a16:creationId xmlns:a16="http://schemas.microsoft.com/office/drawing/2014/main" id="{F55CB87A-DABF-44D3-B100-6A3C6A7C95BB}"/>
              </a:ext>
            </a:extLst>
          </p:cNvPr>
          <p:cNvSpPr/>
          <p:nvPr/>
        </p:nvSpPr>
        <p:spPr>
          <a:xfrm>
            <a:off x="5407024" y="521457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2" name="楕円 161">
            <a:extLst>
              <a:ext uri="{FF2B5EF4-FFF2-40B4-BE49-F238E27FC236}">
                <a16:creationId xmlns:a16="http://schemas.microsoft.com/office/drawing/2014/main" id="{3D92306A-8F52-4A21-98BE-873E7374CEF6}"/>
              </a:ext>
            </a:extLst>
          </p:cNvPr>
          <p:cNvSpPr/>
          <p:nvPr/>
        </p:nvSpPr>
        <p:spPr>
          <a:xfrm>
            <a:off x="6272005" y="521630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3" name="楕円 162">
            <a:extLst>
              <a:ext uri="{FF2B5EF4-FFF2-40B4-BE49-F238E27FC236}">
                <a16:creationId xmlns:a16="http://schemas.microsoft.com/office/drawing/2014/main" id="{B4EF84C6-D89B-419E-94F2-80A201154672}"/>
              </a:ext>
            </a:extLst>
          </p:cNvPr>
          <p:cNvSpPr/>
          <p:nvPr/>
        </p:nvSpPr>
        <p:spPr>
          <a:xfrm>
            <a:off x="7136986" y="52180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4" name="楕円 163">
            <a:extLst>
              <a:ext uri="{FF2B5EF4-FFF2-40B4-BE49-F238E27FC236}">
                <a16:creationId xmlns:a16="http://schemas.microsoft.com/office/drawing/2014/main" id="{4E0745EA-3E82-428E-B78C-96B6FD978F16}"/>
              </a:ext>
            </a:extLst>
          </p:cNvPr>
          <p:cNvSpPr/>
          <p:nvPr/>
        </p:nvSpPr>
        <p:spPr>
          <a:xfrm>
            <a:off x="8001967" y="521976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5" name="楕円 164">
            <a:extLst>
              <a:ext uri="{FF2B5EF4-FFF2-40B4-BE49-F238E27FC236}">
                <a16:creationId xmlns:a16="http://schemas.microsoft.com/office/drawing/2014/main" id="{824603B2-17DD-4513-80E8-2331FBEB8D3B}"/>
              </a:ext>
            </a:extLst>
          </p:cNvPr>
          <p:cNvSpPr/>
          <p:nvPr/>
        </p:nvSpPr>
        <p:spPr>
          <a:xfrm>
            <a:off x="8866948" y="522323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166" name="直線矢印コネクタ 165">
            <a:extLst>
              <a:ext uri="{FF2B5EF4-FFF2-40B4-BE49-F238E27FC236}">
                <a16:creationId xmlns:a16="http://schemas.microsoft.com/office/drawing/2014/main" id="{EAA1C2AC-BC23-499D-BA1F-85F6B4395FAE}"/>
              </a:ext>
            </a:extLst>
          </p:cNvPr>
          <p:cNvCxnSpPr>
            <a:endCxn id="156" idx="0"/>
          </p:cNvCxnSpPr>
          <p:nvPr/>
        </p:nvCxnSpPr>
        <p:spPr>
          <a:xfrm flipH="1">
            <a:off x="1406119" y="4908403"/>
            <a:ext cx="1" cy="2975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線矢印コネクタ 166">
            <a:extLst>
              <a:ext uri="{FF2B5EF4-FFF2-40B4-BE49-F238E27FC236}">
                <a16:creationId xmlns:a16="http://schemas.microsoft.com/office/drawing/2014/main" id="{DF846F31-EF67-4E88-AB1E-830574DB8A18}"/>
              </a:ext>
            </a:extLst>
          </p:cNvPr>
          <p:cNvCxnSpPr>
            <a:cxnSpLocks/>
            <a:stCxn id="15" idx="4"/>
            <a:endCxn id="157" idx="0"/>
          </p:cNvCxnSpPr>
          <p:nvPr/>
        </p:nvCxnSpPr>
        <p:spPr>
          <a:xfrm>
            <a:off x="2261119" y="4873302"/>
            <a:ext cx="9981" cy="334343"/>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線矢印コネクタ 167">
            <a:extLst>
              <a:ext uri="{FF2B5EF4-FFF2-40B4-BE49-F238E27FC236}">
                <a16:creationId xmlns:a16="http://schemas.microsoft.com/office/drawing/2014/main" id="{3927328B-AF2A-4B26-BB83-BC03DEBA10AE}"/>
              </a:ext>
            </a:extLst>
          </p:cNvPr>
          <p:cNvCxnSpPr>
            <a:cxnSpLocks/>
            <a:stCxn id="19" idx="4"/>
            <a:endCxn id="158" idx="0"/>
          </p:cNvCxnSpPr>
          <p:nvPr/>
        </p:nvCxnSpPr>
        <p:spPr>
          <a:xfrm>
            <a:off x="3127260" y="4874767"/>
            <a:ext cx="8821" cy="3346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直線矢印コネクタ 168">
            <a:extLst>
              <a:ext uri="{FF2B5EF4-FFF2-40B4-BE49-F238E27FC236}">
                <a16:creationId xmlns:a16="http://schemas.microsoft.com/office/drawing/2014/main" id="{E8F44C3B-9412-4434-AF8F-8B098D9D8666}"/>
              </a:ext>
            </a:extLst>
          </p:cNvPr>
          <p:cNvCxnSpPr>
            <a:cxnSpLocks/>
            <a:stCxn id="23" idx="4"/>
            <a:endCxn id="159" idx="0"/>
          </p:cNvCxnSpPr>
          <p:nvPr/>
        </p:nvCxnSpPr>
        <p:spPr>
          <a:xfrm>
            <a:off x="3993401" y="4876232"/>
            <a:ext cx="7661" cy="33487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直線矢印コネクタ 169">
            <a:extLst>
              <a:ext uri="{FF2B5EF4-FFF2-40B4-BE49-F238E27FC236}">
                <a16:creationId xmlns:a16="http://schemas.microsoft.com/office/drawing/2014/main" id="{81B2CDFD-28E8-46B5-8180-5F75B39E6CC6}"/>
              </a:ext>
            </a:extLst>
          </p:cNvPr>
          <p:cNvCxnSpPr>
            <a:cxnSpLocks/>
            <a:stCxn id="27" idx="4"/>
            <a:endCxn id="160" idx="0"/>
          </p:cNvCxnSpPr>
          <p:nvPr/>
        </p:nvCxnSpPr>
        <p:spPr>
          <a:xfrm>
            <a:off x="4859542" y="4877697"/>
            <a:ext cx="6501" cy="33514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直線矢印コネクタ 170">
            <a:extLst>
              <a:ext uri="{FF2B5EF4-FFF2-40B4-BE49-F238E27FC236}">
                <a16:creationId xmlns:a16="http://schemas.microsoft.com/office/drawing/2014/main" id="{B2E1B6EF-71AA-43D3-A112-A4B30612B17E}"/>
              </a:ext>
            </a:extLst>
          </p:cNvPr>
          <p:cNvCxnSpPr>
            <a:cxnSpLocks/>
            <a:stCxn id="31" idx="4"/>
            <a:endCxn id="161" idx="0"/>
          </p:cNvCxnSpPr>
          <p:nvPr/>
        </p:nvCxnSpPr>
        <p:spPr>
          <a:xfrm>
            <a:off x="5725683" y="4879162"/>
            <a:ext cx="5341" cy="335411"/>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線矢印コネクタ 171">
            <a:extLst>
              <a:ext uri="{FF2B5EF4-FFF2-40B4-BE49-F238E27FC236}">
                <a16:creationId xmlns:a16="http://schemas.microsoft.com/office/drawing/2014/main" id="{8128AA2F-9595-4335-AC1A-8A52CD738960}"/>
              </a:ext>
            </a:extLst>
          </p:cNvPr>
          <p:cNvCxnSpPr>
            <a:cxnSpLocks/>
            <a:stCxn id="35" idx="4"/>
            <a:endCxn id="162" idx="0"/>
          </p:cNvCxnSpPr>
          <p:nvPr/>
        </p:nvCxnSpPr>
        <p:spPr>
          <a:xfrm>
            <a:off x="6591824" y="4880627"/>
            <a:ext cx="4181" cy="33567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直線矢印コネクタ 172">
            <a:extLst>
              <a:ext uri="{FF2B5EF4-FFF2-40B4-BE49-F238E27FC236}">
                <a16:creationId xmlns:a16="http://schemas.microsoft.com/office/drawing/2014/main" id="{9B75D050-76C9-4FC9-918E-915937DB87E4}"/>
              </a:ext>
            </a:extLst>
          </p:cNvPr>
          <p:cNvCxnSpPr>
            <a:cxnSpLocks/>
            <a:stCxn id="39" idx="4"/>
            <a:endCxn id="163" idx="0"/>
          </p:cNvCxnSpPr>
          <p:nvPr/>
        </p:nvCxnSpPr>
        <p:spPr>
          <a:xfrm>
            <a:off x="7457965" y="4882092"/>
            <a:ext cx="3021" cy="33594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線矢印コネクタ 173">
            <a:extLst>
              <a:ext uri="{FF2B5EF4-FFF2-40B4-BE49-F238E27FC236}">
                <a16:creationId xmlns:a16="http://schemas.microsoft.com/office/drawing/2014/main" id="{2BD5064B-3478-4FAE-85F8-A2C0F6552CC5}"/>
              </a:ext>
            </a:extLst>
          </p:cNvPr>
          <p:cNvCxnSpPr>
            <a:cxnSpLocks/>
            <a:stCxn id="43" idx="4"/>
            <a:endCxn id="164" idx="0"/>
          </p:cNvCxnSpPr>
          <p:nvPr/>
        </p:nvCxnSpPr>
        <p:spPr>
          <a:xfrm>
            <a:off x="8324106" y="4883557"/>
            <a:ext cx="1861" cy="3362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直線矢印コネクタ 174">
            <a:extLst>
              <a:ext uri="{FF2B5EF4-FFF2-40B4-BE49-F238E27FC236}">
                <a16:creationId xmlns:a16="http://schemas.microsoft.com/office/drawing/2014/main" id="{3DD23CE4-E5BB-4E07-A7E2-2B392E5EF26F}"/>
              </a:ext>
            </a:extLst>
          </p:cNvPr>
          <p:cNvCxnSpPr>
            <a:cxnSpLocks/>
            <a:stCxn id="47" idx="4"/>
            <a:endCxn id="165" idx="0"/>
          </p:cNvCxnSpPr>
          <p:nvPr/>
        </p:nvCxnSpPr>
        <p:spPr>
          <a:xfrm>
            <a:off x="9190247" y="4887952"/>
            <a:ext cx="701" cy="335279"/>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コネクタ: カギ線 179">
            <a:extLst>
              <a:ext uri="{FF2B5EF4-FFF2-40B4-BE49-F238E27FC236}">
                <a16:creationId xmlns:a16="http://schemas.microsoft.com/office/drawing/2014/main" id="{3F13F392-7E7C-4826-B279-89AF5F27E316}"/>
              </a:ext>
            </a:extLst>
          </p:cNvPr>
          <p:cNvCxnSpPr>
            <a:cxnSpLocks/>
            <a:stCxn id="165" idx="4"/>
            <a:endCxn id="308" idx="0"/>
          </p:cNvCxnSpPr>
          <p:nvPr/>
        </p:nvCxnSpPr>
        <p:spPr>
          <a:xfrm rot="5400000" flipH="1">
            <a:off x="8043735" y="4436019"/>
            <a:ext cx="1697123" cy="597303"/>
          </a:xfrm>
          <a:prstGeom prst="bentConnector5">
            <a:avLst>
              <a:gd name="adj1" fmla="val -13470"/>
              <a:gd name="adj2" fmla="val 62029"/>
              <a:gd name="adj3" fmla="val 11347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コネクタ: カギ線 181">
            <a:extLst>
              <a:ext uri="{FF2B5EF4-FFF2-40B4-BE49-F238E27FC236}">
                <a16:creationId xmlns:a16="http://schemas.microsoft.com/office/drawing/2014/main" id="{7DF3A087-B7E4-4738-B144-25BE614FA999}"/>
              </a:ext>
            </a:extLst>
          </p:cNvPr>
          <p:cNvCxnSpPr>
            <a:cxnSpLocks/>
            <a:stCxn id="164" idx="4"/>
            <a:endCxn id="306" idx="0"/>
          </p:cNvCxnSpPr>
          <p:nvPr/>
        </p:nvCxnSpPr>
        <p:spPr>
          <a:xfrm rot="5400000" flipH="1">
            <a:off x="7169268" y="4423070"/>
            <a:ext cx="1717720" cy="595678"/>
          </a:xfrm>
          <a:prstGeom prst="bentConnector5">
            <a:avLst>
              <a:gd name="adj1" fmla="val -13308"/>
              <a:gd name="adj2" fmla="val 62062"/>
              <a:gd name="adj3" fmla="val 11330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コネクタ: カギ線 183">
            <a:extLst>
              <a:ext uri="{FF2B5EF4-FFF2-40B4-BE49-F238E27FC236}">
                <a16:creationId xmlns:a16="http://schemas.microsoft.com/office/drawing/2014/main" id="{33E66C4A-1087-4035-8208-32CB25F0BD19}"/>
              </a:ext>
            </a:extLst>
          </p:cNvPr>
          <p:cNvCxnSpPr>
            <a:cxnSpLocks/>
            <a:stCxn id="163" idx="4"/>
            <a:endCxn id="304" idx="0"/>
          </p:cNvCxnSpPr>
          <p:nvPr/>
        </p:nvCxnSpPr>
        <p:spPr>
          <a:xfrm rot="5400000" flipH="1">
            <a:off x="6287918" y="4404969"/>
            <a:ext cx="1752084" cy="594053"/>
          </a:xfrm>
          <a:prstGeom prst="bentConnector5">
            <a:avLst>
              <a:gd name="adj1" fmla="val -13047"/>
              <a:gd name="adj2" fmla="val 62095"/>
              <a:gd name="adj3" fmla="val 113047"/>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コネクタ: カギ線 185">
            <a:extLst>
              <a:ext uri="{FF2B5EF4-FFF2-40B4-BE49-F238E27FC236}">
                <a16:creationId xmlns:a16="http://schemas.microsoft.com/office/drawing/2014/main" id="{09EBD17D-66ED-4F91-8937-799582DE2A88}"/>
              </a:ext>
            </a:extLst>
          </p:cNvPr>
          <p:cNvCxnSpPr>
            <a:cxnSpLocks/>
            <a:stCxn id="162" idx="4"/>
            <a:endCxn id="302" idx="0"/>
          </p:cNvCxnSpPr>
          <p:nvPr/>
        </p:nvCxnSpPr>
        <p:spPr>
          <a:xfrm rot="5400000" flipH="1">
            <a:off x="5445671" y="4425971"/>
            <a:ext cx="1708240" cy="592428"/>
          </a:xfrm>
          <a:prstGeom prst="bentConnector5">
            <a:avLst>
              <a:gd name="adj1" fmla="val -13382"/>
              <a:gd name="adj2" fmla="val 62128"/>
              <a:gd name="adj3" fmla="val 11338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コネクタ: カギ線 187">
            <a:extLst>
              <a:ext uri="{FF2B5EF4-FFF2-40B4-BE49-F238E27FC236}">
                <a16:creationId xmlns:a16="http://schemas.microsoft.com/office/drawing/2014/main" id="{F8055B3D-115D-486E-9C8D-A8C4B596E9B8}"/>
              </a:ext>
            </a:extLst>
          </p:cNvPr>
          <p:cNvCxnSpPr>
            <a:cxnSpLocks/>
            <a:stCxn id="161" idx="4"/>
            <a:endCxn id="300" idx="0"/>
          </p:cNvCxnSpPr>
          <p:nvPr/>
        </p:nvCxnSpPr>
        <p:spPr>
          <a:xfrm rot="5400000" flipH="1">
            <a:off x="4555297" y="4398846"/>
            <a:ext cx="1760652" cy="590803"/>
          </a:xfrm>
          <a:prstGeom prst="bentConnector5">
            <a:avLst>
              <a:gd name="adj1" fmla="val -12984"/>
              <a:gd name="adj2" fmla="val 62161"/>
              <a:gd name="adj3" fmla="val 11298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コネクタ: カギ線 189">
            <a:extLst>
              <a:ext uri="{FF2B5EF4-FFF2-40B4-BE49-F238E27FC236}">
                <a16:creationId xmlns:a16="http://schemas.microsoft.com/office/drawing/2014/main" id="{F4DD224B-43B8-4D51-B383-F88752FC242C}"/>
              </a:ext>
            </a:extLst>
          </p:cNvPr>
          <p:cNvCxnSpPr>
            <a:cxnSpLocks/>
            <a:stCxn id="160" idx="4"/>
            <a:endCxn id="298" idx="0"/>
          </p:cNvCxnSpPr>
          <p:nvPr/>
        </p:nvCxnSpPr>
        <p:spPr>
          <a:xfrm rot="5400000" flipH="1">
            <a:off x="3722074" y="4428872"/>
            <a:ext cx="1698760" cy="589178"/>
          </a:xfrm>
          <a:prstGeom prst="bentConnector5">
            <a:avLst>
              <a:gd name="adj1" fmla="val -13457"/>
              <a:gd name="adj2" fmla="val 62195"/>
              <a:gd name="adj3" fmla="val 113457"/>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コネクタ: カギ線 191">
            <a:extLst>
              <a:ext uri="{FF2B5EF4-FFF2-40B4-BE49-F238E27FC236}">
                <a16:creationId xmlns:a16="http://schemas.microsoft.com/office/drawing/2014/main" id="{2E6E5583-2211-4D93-8F5B-5086155A1019}"/>
              </a:ext>
            </a:extLst>
          </p:cNvPr>
          <p:cNvCxnSpPr>
            <a:cxnSpLocks/>
            <a:stCxn id="159" idx="4"/>
            <a:endCxn id="296" idx="0"/>
          </p:cNvCxnSpPr>
          <p:nvPr/>
        </p:nvCxnSpPr>
        <p:spPr>
          <a:xfrm rot="5400000" flipH="1">
            <a:off x="2831700" y="4401747"/>
            <a:ext cx="1751172" cy="587553"/>
          </a:xfrm>
          <a:prstGeom prst="bentConnector5">
            <a:avLst>
              <a:gd name="adj1" fmla="val -13054"/>
              <a:gd name="adj2" fmla="val 62228"/>
              <a:gd name="adj3" fmla="val 11305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コネクタ: カギ線 193">
            <a:extLst>
              <a:ext uri="{FF2B5EF4-FFF2-40B4-BE49-F238E27FC236}">
                <a16:creationId xmlns:a16="http://schemas.microsoft.com/office/drawing/2014/main" id="{24E8122C-829E-4E9A-9CA0-645E3B1CF845}"/>
              </a:ext>
            </a:extLst>
          </p:cNvPr>
          <p:cNvCxnSpPr>
            <a:cxnSpLocks/>
            <a:stCxn id="158" idx="4"/>
            <a:endCxn id="294" idx="0"/>
          </p:cNvCxnSpPr>
          <p:nvPr/>
        </p:nvCxnSpPr>
        <p:spPr>
          <a:xfrm rot="5400000" flipH="1">
            <a:off x="1974413" y="4407709"/>
            <a:ext cx="1737408" cy="585928"/>
          </a:xfrm>
          <a:prstGeom prst="bentConnector5">
            <a:avLst>
              <a:gd name="adj1" fmla="val -13158"/>
              <a:gd name="adj2" fmla="val 62262"/>
              <a:gd name="adj3" fmla="val 11315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コネクタ: カギ線 195">
            <a:extLst>
              <a:ext uri="{FF2B5EF4-FFF2-40B4-BE49-F238E27FC236}">
                <a16:creationId xmlns:a16="http://schemas.microsoft.com/office/drawing/2014/main" id="{9FD810C7-8DAC-4F24-A6D5-D65A8293008D}"/>
              </a:ext>
            </a:extLst>
          </p:cNvPr>
          <p:cNvCxnSpPr>
            <a:cxnSpLocks/>
            <a:stCxn id="157" idx="4"/>
            <a:endCxn id="292" idx="0"/>
          </p:cNvCxnSpPr>
          <p:nvPr/>
        </p:nvCxnSpPr>
        <p:spPr>
          <a:xfrm rot="5400000" flipH="1">
            <a:off x="1114119" y="4410664"/>
            <a:ext cx="1729660" cy="584303"/>
          </a:xfrm>
          <a:prstGeom prst="bentConnector5">
            <a:avLst>
              <a:gd name="adj1" fmla="val -13216"/>
              <a:gd name="adj2" fmla="val 62296"/>
              <a:gd name="adj3" fmla="val 11321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コネクタ: カギ線 197">
            <a:extLst>
              <a:ext uri="{FF2B5EF4-FFF2-40B4-BE49-F238E27FC236}">
                <a16:creationId xmlns:a16="http://schemas.microsoft.com/office/drawing/2014/main" id="{4791C3AA-12DD-40E5-94FB-DC8DD083B1B6}"/>
              </a:ext>
            </a:extLst>
          </p:cNvPr>
          <p:cNvCxnSpPr>
            <a:cxnSpLocks/>
            <a:stCxn id="156" idx="4"/>
            <a:endCxn id="288" idx="0"/>
          </p:cNvCxnSpPr>
          <p:nvPr/>
        </p:nvCxnSpPr>
        <p:spPr>
          <a:xfrm rot="5400000" flipH="1">
            <a:off x="253824" y="4413618"/>
            <a:ext cx="1721912" cy="582678"/>
          </a:xfrm>
          <a:prstGeom prst="bentConnector5">
            <a:avLst>
              <a:gd name="adj1" fmla="val -13276"/>
              <a:gd name="adj2" fmla="val 62331"/>
              <a:gd name="adj3" fmla="val 11327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1" name="正方形/長方形 200">
            <a:extLst>
              <a:ext uri="{FF2B5EF4-FFF2-40B4-BE49-F238E27FC236}">
                <a16:creationId xmlns:a16="http://schemas.microsoft.com/office/drawing/2014/main" id="{D9547175-6445-45BA-8FDB-1534D2754E1E}"/>
              </a:ext>
            </a:extLst>
          </p:cNvPr>
          <p:cNvSpPr/>
          <p:nvPr/>
        </p:nvSpPr>
        <p:spPr>
          <a:xfrm>
            <a:off x="689270" y="3135215"/>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2" name="正方形/長方形 201">
            <a:extLst>
              <a:ext uri="{FF2B5EF4-FFF2-40B4-BE49-F238E27FC236}">
                <a16:creationId xmlns:a16="http://schemas.microsoft.com/office/drawing/2014/main" id="{1F8BE0EC-825A-4888-A3EA-3E3EE89AFFF6}"/>
              </a:ext>
            </a:extLst>
          </p:cNvPr>
          <p:cNvSpPr/>
          <p:nvPr/>
        </p:nvSpPr>
        <p:spPr>
          <a:xfrm>
            <a:off x="1538459" y="3135215"/>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3" name="正方形/長方形 202">
            <a:extLst>
              <a:ext uri="{FF2B5EF4-FFF2-40B4-BE49-F238E27FC236}">
                <a16:creationId xmlns:a16="http://schemas.microsoft.com/office/drawing/2014/main" id="{E837873F-3E11-4BD3-9F0E-1C937D1EA109}"/>
              </a:ext>
            </a:extLst>
          </p:cNvPr>
          <p:cNvSpPr/>
          <p:nvPr/>
        </p:nvSpPr>
        <p:spPr>
          <a:xfrm>
            <a:off x="2480001" y="311358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4" name="正方形/長方形 203">
            <a:extLst>
              <a:ext uri="{FF2B5EF4-FFF2-40B4-BE49-F238E27FC236}">
                <a16:creationId xmlns:a16="http://schemas.microsoft.com/office/drawing/2014/main" id="{110E330C-BE60-4336-9132-D9D22988E28B}"/>
              </a:ext>
            </a:extLst>
          </p:cNvPr>
          <p:cNvSpPr/>
          <p:nvPr/>
        </p:nvSpPr>
        <p:spPr>
          <a:xfrm>
            <a:off x="3339732" y="311358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5" name="正方形/長方形 204">
            <a:extLst>
              <a:ext uri="{FF2B5EF4-FFF2-40B4-BE49-F238E27FC236}">
                <a16:creationId xmlns:a16="http://schemas.microsoft.com/office/drawing/2014/main" id="{86BDDD8A-ADEB-4894-A32B-A566A027E471}"/>
              </a:ext>
            </a:extLst>
          </p:cNvPr>
          <p:cNvSpPr/>
          <p:nvPr/>
        </p:nvSpPr>
        <p:spPr>
          <a:xfrm>
            <a:off x="4178314" y="312419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6" name="正方形/長方形 205">
            <a:extLst>
              <a:ext uri="{FF2B5EF4-FFF2-40B4-BE49-F238E27FC236}">
                <a16:creationId xmlns:a16="http://schemas.microsoft.com/office/drawing/2014/main" id="{3C18CC92-888B-4B4E-ABAA-707F12B9C9A4}"/>
              </a:ext>
            </a:extLst>
          </p:cNvPr>
          <p:cNvSpPr/>
          <p:nvPr/>
        </p:nvSpPr>
        <p:spPr>
          <a:xfrm>
            <a:off x="4939836" y="312419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7" name="正方形/長方形 206">
            <a:extLst>
              <a:ext uri="{FF2B5EF4-FFF2-40B4-BE49-F238E27FC236}">
                <a16:creationId xmlns:a16="http://schemas.microsoft.com/office/drawing/2014/main" id="{ECE115FF-A7C0-41D8-977C-CADCBD8B93D9}"/>
              </a:ext>
            </a:extLst>
          </p:cNvPr>
          <p:cNvSpPr/>
          <p:nvPr/>
        </p:nvSpPr>
        <p:spPr>
          <a:xfrm>
            <a:off x="5806451" y="309236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8" name="正方形/長方形 207">
            <a:extLst>
              <a:ext uri="{FF2B5EF4-FFF2-40B4-BE49-F238E27FC236}">
                <a16:creationId xmlns:a16="http://schemas.microsoft.com/office/drawing/2014/main" id="{9AAAF372-1B64-4C85-9DFD-17C38609761E}"/>
              </a:ext>
            </a:extLst>
          </p:cNvPr>
          <p:cNvSpPr/>
          <p:nvPr/>
        </p:nvSpPr>
        <p:spPr>
          <a:xfrm>
            <a:off x="6640935" y="308284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9" name="正方形/長方形 208">
            <a:extLst>
              <a:ext uri="{FF2B5EF4-FFF2-40B4-BE49-F238E27FC236}">
                <a16:creationId xmlns:a16="http://schemas.microsoft.com/office/drawing/2014/main" id="{0A1F5A73-7F4E-42FC-8E2D-FE18763640B6}"/>
              </a:ext>
            </a:extLst>
          </p:cNvPr>
          <p:cNvSpPr/>
          <p:nvPr/>
        </p:nvSpPr>
        <p:spPr>
          <a:xfrm>
            <a:off x="7536453" y="310338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0" name="正方形/長方形 209">
            <a:extLst>
              <a:ext uri="{FF2B5EF4-FFF2-40B4-BE49-F238E27FC236}">
                <a16:creationId xmlns:a16="http://schemas.microsoft.com/office/drawing/2014/main" id="{09BB725E-B4F6-4CF6-AA52-C7D3597223AD}"/>
              </a:ext>
            </a:extLst>
          </p:cNvPr>
          <p:cNvSpPr/>
          <p:nvPr/>
        </p:nvSpPr>
        <p:spPr>
          <a:xfrm>
            <a:off x="8404207" y="309236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1" name="正方形/長方形 210">
            <a:extLst>
              <a:ext uri="{FF2B5EF4-FFF2-40B4-BE49-F238E27FC236}">
                <a16:creationId xmlns:a16="http://schemas.microsoft.com/office/drawing/2014/main" id="{8C63F190-74D3-497A-BC06-8E1FD0BF3FC6}"/>
              </a:ext>
            </a:extLst>
          </p:cNvPr>
          <p:cNvSpPr/>
          <p:nvPr/>
        </p:nvSpPr>
        <p:spPr>
          <a:xfrm>
            <a:off x="9288252" y="310338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4" name="正方形/長方形 213">
            <a:extLst>
              <a:ext uri="{FF2B5EF4-FFF2-40B4-BE49-F238E27FC236}">
                <a16:creationId xmlns:a16="http://schemas.microsoft.com/office/drawing/2014/main" id="{35F26908-CE38-46F1-8D45-9F18F8292FF0}"/>
              </a:ext>
            </a:extLst>
          </p:cNvPr>
          <p:cNvSpPr/>
          <p:nvPr/>
        </p:nvSpPr>
        <p:spPr>
          <a:xfrm>
            <a:off x="1462259" y="508823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5" name="正方形/長方形 214">
            <a:extLst>
              <a:ext uri="{FF2B5EF4-FFF2-40B4-BE49-F238E27FC236}">
                <a16:creationId xmlns:a16="http://schemas.microsoft.com/office/drawing/2014/main" id="{B4EB3AE8-3883-4EB6-B308-C942EAA119B0}"/>
              </a:ext>
            </a:extLst>
          </p:cNvPr>
          <p:cNvSpPr/>
          <p:nvPr/>
        </p:nvSpPr>
        <p:spPr>
          <a:xfrm>
            <a:off x="2329180" y="504716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6" name="正方形/長方形 215">
            <a:extLst>
              <a:ext uri="{FF2B5EF4-FFF2-40B4-BE49-F238E27FC236}">
                <a16:creationId xmlns:a16="http://schemas.microsoft.com/office/drawing/2014/main" id="{BD01C55E-B80A-4D71-8EEA-17DD074C7E01}"/>
              </a:ext>
            </a:extLst>
          </p:cNvPr>
          <p:cNvSpPr/>
          <p:nvPr/>
        </p:nvSpPr>
        <p:spPr>
          <a:xfrm>
            <a:off x="3196101" y="5051726"/>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7" name="正方形/長方形 216">
            <a:extLst>
              <a:ext uri="{FF2B5EF4-FFF2-40B4-BE49-F238E27FC236}">
                <a16:creationId xmlns:a16="http://schemas.microsoft.com/office/drawing/2014/main" id="{650F1224-7581-43D3-8D46-2156CD62A94B}"/>
              </a:ext>
            </a:extLst>
          </p:cNvPr>
          <p:cNvSpPr/>
          <p:nvPr/>
        </p:nvSpPr>
        <p:spPr>
          <a:xfrm>
            <a:off x="4063022" y="506085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8" name="正方形/長方形 217">
            <a:extLst>
              <a:ext uri="{FF2B5EF4-FFF2-40B4-BE49-F238E27FC236}">
                <a16:creationId xmlns:a16="http://schemas.microsoft.com/office/drawing/2014/main" id="{4E366CB2-EA82-4934-86CD-913C52C8636A}"/>
              </a:ext>
            </a:extLst>
          </p:cNvPr>
          <p:cNvSpPr/>
          <p:nvPr/>
        </p:nvSpPr>
        <p:spPr>
          <a:xfrm>
            <a:off x="4929943" y="506541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9" name="正方形/長方形 218">
            <a:extLst>
              <a:ext uri="{FF2B5EF4-FFF2-40B4-BE49-F238E27FC236}">
                <a16:creationId xmlns:a16="http://schemas.microsoft.com/office/drawing/2014/main" id="{396C8283-03AA-42D9-8161-DED3D9F7CB4F}"/>
              </a:ext>
            </a:extLst>
          </p:cNvPr>
          <p:cNvSpPr/>
          <p:nvPr/>
        </p:nvSpPr>
        <p:spPr>
          <a:xfrm>
            <a:off x="5796864" y="506998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0" name="正方形/長方形 219">
            <a:extLst>
              <a:ext uri="{FF2B5EF4-FFF2-40B4-BE49-F238E27FC236}">
                <a16:creationId xmlns:a16="http://schemas.microsoft.com/office/drawing/2014/main" id="{3F867A61-5A01-4B2E-8514-32300FD57AE8}"/>
              </a:ext>
            </a:extLst>
          </p:cNvPr>
          <p:cNvSpPr/>
          <p:nvPr/>
        </p:nvSpPr>
        <p:spPr>
          <a:xfrm>
            <a:off x="6663785" y="505629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1" name="正方形/長方形 220">
            <a:extLst>
              <a:ext uri="{FF2B5EF4-FFF2-40B4-BE49-F238E27FC236}">
                <a16:creationId xmlns:a16="http://schemas.microsoft.com/office/drawing/2014/main" id="{FE741693-B435-46A4-BA9F-4499649A2F52}"/>
              </a:ext>
            </a:extLst>
          </p:cNvPr>
          <p:cNvSpPr/>
          <p:nvPr/>
        </p:nvSpPr>
        <p:spPr>
          <a:xfrm>
            <a:off x="7530706" y="5074546"/>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2" name="正方形/長方形 221">
            <a:extLst>
              <a:ext uri="{FF2B5EF4-FFF2-40B4-BE49-F238E27FC236}">
                <a16:creationId xmlns:a16="http://schemas.microsoft.com/office/drawing/2014/main" id="{8031C80F-68BF-47AE-B691-8B262DBA8158}"/>
              </a:ext>
            </a:extLst>
          </p:cNvPr>
          <p:cNvSpPr/>
          <p:nvPr/>
        </p:nvSpPr>
        <p:spPr>
          <a:xfrm>
            <a:off x="8397627" y="508367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3" name="正方形/長方形 222">
            <a:extLst>
              <a:ext uri="{FF2B5EF4-FFF2-40B4-BE49-F238E27FC236}">
                <a16:creationId xmlns:a16="http://schemas.microsoft.com/office/drawing/2014/main" id="{C4C192F0-D4D7-4437-84E9-084DE6DAE43B}"/>
              </a:ext>
            </a:extLst>
          </p:cNvPr>
          <p:cNvSpPr/>
          <p:nvPr/>
        </p:nvSpPr>
        <p:spPr>
          <a:xfrm>
            <a:off x="9264548" y="509280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5" name="正方形/長方形 224">
            <a:extLst>
              <a:ext uri="{FF2B5EF4-FFF2-40B4-BE49-F238E27FC236}">
                <a16:creationId xmlns:a16="http://schemas.microsoft.com/office/drawing/2014/main" id="{83C967E2-CE01-48B8-A4F3-CC9425559B83}"/>
              </a:ext>
            </a:extLst>
          </p:cNvPr>
          <p:cNvSpPr/>
          <p:nvPr/>
        </p:nvSpPr>
        <p:spPr>
          <a:xfrm>
            <a:off x="698795" y="2451059"/>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0</a:t>
            </a:r>
            <a:endParaRPr kumimoji="1" lang="ja-JP" altLang="en-US" sz="1200" baseline="-25000" dirty="0">
              <a:solidFill>
                <a:schemeClr val="tx1"/>
              </a:solidFill>
            </a:endParaRPr>
          </a:p>
        </p:txBody>
      </p:sp>
      <p:sp>
        <p:nvSpPr>
          <p:cNvPr id="226" name="正方形/長方形 225">
            <a:extLst>
              <a:ext uri="{FF2B5EF4-FFF2-40B4-BE49-F238E27FC236}">
                <a16:creationId xmlns:a16="http://schemas.microsoft.com/office/drawing/2014/main" id="{550CCFD3-6F3D-48DB-9856-B0305CC546CA}"/>
              </a:ext>
            </a:extLst>
          </p:cNvPr>
          <p:cNvSpPr/>
          <p:nvPr/>
        </p:nvSpPr>
        <p:spPr>
          <a:xfrm>
            <a:off x="1558716" y="24456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a:t>
            </a:r>
            <a:endParaRPr lang="ja-JP" altLang="en-US" sz="1200" baseline="-25000" dirty="0">
              <a:solidFill>
                <a:schemeClr val="tx1"/>
              </a:solidFill>
            </a:endParaRPr>
          </a:p>
        </p:txBody>
      </p:sp>
      <p:sp>
        <p:nvSpPr>
          <p:cNvPr id="227" name="正方形/長方形 226">
            <a:extLst>
              <a:ext uri="{FF2B5EF4-FFF2-40B4-BE49-F238E27FC236}">
                <a16:creationId xmlns:a16="http://schemas.microsoft.com/office/drawing/2014/main" id="{E4FD8A0B-42CD-488E-8116-450C55479C5E}"/>
              </a:ext>
            </a:extLst>
          </p:cNvPr>
          <p:cNvSpPr/>
          <p:nvPr/>
        </p:nvSpPr>
        <p:spPr>
          <a:xfrm>
            <a:off x="2418637" y="24277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2</a:t>
            </a:r>
            <a:endParaRPr lang="ja-JP" altLang="en-US" sz="1200" baseline="-25000" dirty="0">
              <a:solidFill>
                <a:schemeClr val="tx1"/>
              </a:solidFill>
            </a:endParaRPr>
          </a:p>
        </p:txBody>
      </p:sp>
      <p:sp>
        <p:nvSpPr>
          <p:cNvPr id="228" name="正方形/長方形 227">
            <a:extLst>
              <a:ext uri="{FF2B5EF4-FFF2-40B4-BE49-F238E27FC236}">
                <a16:creationId xmlns:a16="http://schemas.microsoft.com/office/drawing/2014/main" id="{7A5D8F94-A069-4A70-8DEB-EB6C587DE450}"/>
              </a:ext>
            </a:extLst>
          </p:cNvPr>
          <p:cNvSpPr/>
          <p:nvPr/>
        </p:nvSpPr>
        <p:spPr>
          <a:xfrm>
            <a:off x="3278558" y="242957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3</a:t>
            </a:r>
            <a:endParaRPr lang="ja-JP" altLang="en-US" sz="1200" baseline="-25000" dirty="0">
              <a:solidFill>
                <a:schemeClr val="tx1"/>
              </a:solidFill>
            </a:endParaRPr>
          </a:p>
        </p:txBody>
      </p:sp>
      <p:sp>
        <p:nvSpPr>
          <p:cNvPr id="229" name="正方形/長方形 228">
            <a:extLst>
              <a:ext uri="{FF2B5EF4-FFF2-40B4-BE49-F238E27FC236}">
                <a16:creationId xmlns:a16="http://schemas.microsoft.com/office/drawing/2014/main" id="{349C0ADE-DC59-43BC-B2FC-70A4907287C7}"/>
              </a:ext>
            </a:extLst>
          </p:cNvPr>
          <p:cNvSpPr/>
          <p:nvPr/>
        </p:nvSpPr>
        <p:spPr>
          <a:xfrm>
            <a:off x="4138479" y="243494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4</a:t>
            </a:r>
            <a:endParaRPr lang="ja-JP" altLang="en-US" sz="1200" baseline="-25000" dirty="0">
              <a:solidFill>
                <a:schemeClr val="tx1"/>
              </a:solidFill>
            </a:endParaRPr>
          </a:p>
        </p:txBody>
      </p:sp>
      <p:sp>
        <p:nvSpPr>
          <p:cNvPr id="230" name="正方形/長方形 229">
            <a:extLst>
              <a:ext uri="{FF2B5EF4-FFF2-40B4-BE49-F238E27FC236}">
                <a16:creationId xmlns:a16="http://schemas.microsoft.com/office/drawing/2014/main" id="{1C16CB7D-51D0-4E15-8475-CAD63875776F}"/>
              </a:ext>
            </a:extLst>
          </p:cNvPr>
          <p:cNvSpPr/>
          <p:nvPr/>
        </p:nvSpPr>
        <p:spPr>
          <a:xfrm>
            <a:off x="4998400" y="243673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5</a:t>
            </a:r>
            <a:endParaRPr lang="ja-JP" altLang="en-US" sz="1200" baseline="-25000" dirty="0">
              <a:solidFill>
                <a:schemeClr val="tx1"/>
              </a:solidFill>
            </a:endParaRPr>
          </a:p>
        </p:txBody>
      </p:sp>
      <p:sp>
        <p:nvSpPr>
          <p:cNvPr id="231" name="正方形/長方形 230">
            <a:extLst>
              <a:ext uri="{FF2B5EF4-FFF2-40B4-BE49-F238E27FC236}">
                <a16:creationId xmlns:a16="http://schemas.microsoft.com/office/drawing/2014/main" id="{6EF01BEA-9670-459E-AEEB-8EEF35741516}"/>
              </a:ext>
            </a:extLst>
          </p:cNvPr>
          <p:cNvSpPr/>
          <p:nvPr/>
        </p:nvSpPr>
        <p:spPr>
          <a:xfrm>
            <a:off x="5858321" y="243852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6</a:t>
            </a:r>
            <a:endParaRPr lang="ja-JP" altLang="en-US" sz="1200" baseline="-25000" dirty="0">
              <a:solidFill>
                <a:schemeClr val="tx1"/>
              </a:solidFill>
            </a:endParaRPr>
          </a:p>
        </p:txBody>
      </p:sp>
      <p:sp>
        <p:nvSpPr>
          <p:cNvPr id="232" name="正方形/長方形 231">
            <a:extLst>
              <a:ext uri="{FF2B5EF4-FFF2-40B4-BE49-F238E27FC236}">
                <a16:creationId xmlns:a16="http://schemas.microsoft.com/office/drawing/2014/main" id="{ABE4DB85-850C-4875-912B-A6C83F2FC0F3}"/>
              </a:ext>
            </a:extLst>
          </p:cNvPr>
          <p:cNvSpPr/>
          <p:nvPr/>
        </p:nvSpPr>
        <p:spPr>
          <a:xfrm>
            <a:off x="6718242" y="243136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7</a:t>
            </a:r>
            <a:endParaRPr lang="ja-JP" altLang="en-US" sz="1200" baseline="-25000" dirty="0">
              <a:solidFill>
                <a:schemeClr val="tx1"/>
              </a:solidFill>
            </a:endParaRPr>
          </a:p>
        </p:txBody>
      </p:sp>
      <p:sp>
        <p:nvSpPr>
          <p:cNvPr id="233" name="正方形/長方形 232">
            <a:extLst>
              <a:ext uri="{FF2B5EF4-FFF2-40B4-BE49-F238E27FC236}">
                <a16:creationId xmlns:a16="http://schemas.microsoft.com/office/drawing/2014/main" id="{9551931F-BFED-4EE6-94E6-72CAB7AB8A1F}"/>
              </a:ext>
            </a:extLst>
          </p:cNvPr>
          <p:cNvSpPr/>
          <p:nvPr/>
        </p:nvSpPr>
        <p:spPr>
          <a:xfrm>
            <a:off x="7578163" y="244031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8</a:t>
            </a:r>
            <a:endParaRPr kumimoji="1" lang="ja-JP" altLang="en-US" sz="1200" dirty="0">
              <a:solidFill>
                <a:schemeClr val="tx1"/>
              </a:solidFill>
            </a:endParaRPr>
          </a:p>
        </p:txBody>
      </p:sp>
      <p:sp>
        <p:nvSpPr>
          <p:cNvPr id="234" name="正方形/長方形 233">
            <a:extLst>
              <a:ext uri="{FF2B5EF4-FFF2-40B4-BE49-F238E27FC236}">
                <a16:creationId xmlns:a16="http://schemas.microsoft.com/office/drawing/2014/main" id="{E735DBE1-E9AA-40FA-90DC-D649ABBE0663}"/>
              </a:ext>
            </a:extLst>
          </p:cNvPr>
          <p:cNvSpPr/>
          <p:nvPr/>
        </p:nvSpPr>
        <p:spPr>
          <a:xfrm>
            <a:off x="8438084" y="244210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9</a:t>
            </a:r>
            <a:endParaRPr kumimoji="1" lang="ja-JP" altLang="en-US" sz="1200" dirty="0">
              <a:solidFill>
                <a:schemeClr val="tx1"/>
              </a:solidFill>
            </a:endParaRPr>
          </a:p>
        </p:txBody>
      </p:sp>
      <p:sp>
        <p:nvSpPr>
          <p:cNvPr id="235" name="正方形/長方形 234">
            <a:extLst>
              <a:ext uri="{FF2B5EF4-FFF2-40B4-BE49-F238E27FC236}">
                <a16:creationId xmlns:a16="http://schemas.microsoft.com/office/drawing/2014/main" id="{8B1A4AC0-2131-40AF-92DB-765EFF92091C}"/>
              </a:ext>
            </a:extLst>
          </p:cNvPr>
          <p:cNvSpPr/>
          <p:nvPr/>
        </p:nvSpPr>
        <p:spPr>
          <a:xfrm>
            <a:off x="9298005" y="244747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10</a:t>
            </a:r>
            <a:endParaRPr kumimoji="1" lang="ja-JP" altLang="en-US" sz="1200" dirty="0">
              <a:solidFill>
                <a:schemeClr val="tx1"/>
              </a:solidFill>
            </a:endParaRPr>
          </a:p>
        </p:txBody>
      </p:sp>
      <p:sp>
        <p:nvSpPr>
          <p:cNvPr id="237" name="楕円 236">
            <a:extLst>
              <a:ext uri="{FF2B5EF4-FFF2-40B4-BE49-F238E27FC236}">
                <a16:creationId xmlns:a16="http://schemas.microsoft.com/office/drawing/2014/main" id="{E082E485-F690-44BF-B479-DC2E2538E2D2}"/>
              </a:ext>
            </a:extLst>
          </p:cNvPr>
          <p:cNvSpPr/>
          <p:nvPr/>
        </p:nvSpPr>
        <p:spPr>
          <a:xfrm>
            <a:off x="9732393" y="182057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38" name="楕円 237">
            <a:extLst>
              <a:ext uri="{FF2B5EF4-FFF2-40B4-BE49-F238E27FC236}">
                <a16:creationId xmlns:a16="http://schemas.microsoft.com/office/drawing/2014/main" id="{4FA7EFEA-7DDA-4374-837E-3D34E4E88D3C}"/>
              </a:ext>
            </a:extLst>
          </p:cNvPr>
          <p:cNvSpPr/>
          <p:nvPr/>
        </p:nvSpPr>
        <p:spPr>
          <a:xfrm>
            <a:off x="9732392" y="2558763"/>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39" name="楕円 238">
            <a:extLst>
              <a:ext uri="{FF2B5EF4-FFF2-40B4-BE49-F238E27FC236}">
                <a16:creationId xmlns:a16="http://schemas.microsoft.com/office/drawing/2014/main" id="{FB61E30E-8C9A-4D3F-8C05-8898F35A2030}"/>
              </a:ext>
            </a:extLst>
          </p:cNvPr>
          <p:cNvSpPr/>
          <p:nvPr/>
        </p:nvSpPr>
        <p:spPr>
          <a:xfrm>
            <a:off x="9732389" y="326743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40" name="楕円 239">
            <a:extLst>
              <a:ext uri="{FF2B5EF4-FFF2-40B4-BE49-F238E27FC236}">
                <a16:creationId xmlns:a16="http://schemas.microsoft.com/office/drawing/2014/main" id="{EE486428-1CA2-41FC-BAEB-11063AB9A678}"/>
              </a:ext>
            </a:extLst>
          </p:cNvPr>
          <p:cNvSpPr/>
          <p:nvPr/>
        </p:nvSpPr>
        <p:spPr>
          <a:xfrm>
            <a:off x="9732388" y="452502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42" name="楕円 241">
            <a:extLst>
              <a:ext uri="{FF2B5EF4-FFF2-40B4-BE49-F238E27FC236}">
                <a16:creationId xmlns:a16="http://schemas.microsoft.com/office/drawing/2014/main" id="{72B199F4-D0C3-4A5C-9A6D-25AD148D0507}"/>
              </a:ext>
            </a:extLst>
          </p:cNvPr>
          <p:cNvSpPr/>
          <p:nvPr/>
        </p:nvSpPr>
        <p:spPr>
          <a:xfrm>
            <a:off x="10598533" y="256222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43" name="楕円 242">
            <a:extLst>
              <a:ext uri="{FF2B5EF4-FFF2-40B4-BE49-F238E27FC236}">
                <a16:creationId xmlns:a16="http://schemas.microsoft.com/office/drawing/2014/main" id="{87573DD2-BB0A-4375-948E-7E60849E616C}"/>
              </a:ext>
            </a:extLst>
          </p:cNvPr>
          <p:cNvSpPr/>
          <p:nvPr/>
        </p:nvSpPr>
        <p:spPr>
          <a:xfrm>
            <a:off x="10598530" y="32718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cxnSp>
        <p:nvCxnSpPr>
          <p:cNvPr id="245" name="直線矢印コネクタ 244">
            <a:extLst>
              <a:ext uri="{FF2B5EF4-FFF2-40B4-BE49-F238E27FC236}">
                <a16:creationId xmlns:a16="http://schemas.microsoft.com/office/drawing/2014/main" id="{2BAB084F-C966-4A72-94DC-B824AF366333}"/>
              </a:ext>
            </a:extLst>
          </p:cNvPr>
          <p:cNvCxnSpPr>
            <a:stCxn id="239" idx="4"/>
            <a:endCxn id="240" idx="0"/>
          </p:cNvCxnSpPr>
          <p:nvPr/>
        </p:nvCxnSpPr>
        <p:spPr>
          <a:xfrm flipH="1">
            <a:off x="10056388" y="362743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直線矢印コネクタ 245">
            <a:extLst>
              <a:ext uri="{FF2B5EF4-FFF2-40B4-BE49-F238E27FC236}">
                <a16:creationId xmlns:a16="http://schemas.microsoft.com/office/drawing/2014/main" id="{53A9B532-CC89-48CA-9FB4-E1AA812C7132}"/>
              </a:ext>
            </a:extLst>
          </p:cNvPr>
          <p:cNvCxnSpPr>
            <a:stCxn id="238" idx="4"/>
            <a:endCxn id="239" idx="0"/>
          </p:cNvCxnSpPr>
          <p:nvPr/>
        </p:nvCxnSpPr>
        <p:spPr>
          <a:xfrm flipH="1">
            <a:off x="10056389" y="2918763"/>
            <a:ext cx="3" cy="34867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直線矢印コネクタ 246">
            <a:extLst>
              <a:ext uri="{FF2B5EF4-FFF2-40B4-BE49-F238E27FC236}">
                <a16:creationId xmlns:a16="http://schemas.microsoft.com/office/drawing/2014/main" id="{FA2D0E8B-8D1B-4520-BD92-0901E6AC0970}"/>
              </a:ext>
            </a:extLst>
          </p:cNvPr>
          <p:cNvCxnSpPr>
            <a:stCxn id="237" idx="4"/>
            <a:endCxn id="238" idx="0"/>
          </p:cNvCxnSpPr>
          <p:nvPr/>
        </p:nvCxnSpPr>
        <p:spPr>
          <a:xfrm flipH="1">
            <a:off x="10056392" y="2180575"/>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9" name="直線矢印コネクタ 248">
            <a:extLst>
              <a:ext uri="{FF2B5EF4-FFF2-40B4-BE49-F238E27FC236}">
                <a16:creationId xmlns:a16="http://schemas.microsoft.com/office/drawing/2014/main" id="{5FC7C4C4-D494-44BE-8C60-6E212FB4CC3C}"/>
              </a:ext>
            </a:extLst>
          </p:cNvPr>
          <p:cNvCxnSpPr>
            <a:stCxn id="242" idx="4"/>
            <a:endCxn id="243" idx="0"/>
          </p:cNvCxnSpPr>
          <p:nvPr/>
        </p:nvCxnSpPr>
        <p:spPr>
          <a:xfrm flipH="1">
            <a:off x="10922530" y="292222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0" name="直線矢印コネクタ 249">
            <a:extLst>
              <a:ext uri="{FF2B5EF4-FFF2-40B4-BE49-F238E27FC236}">
                <a16:creationId xmlns:a16="http://schemas.microsoft.com/office/drawing/2014/main" id="{B21412D8-8844-474C-A8FE-637ACD24E136}"/>
              </a:ext>
            </a:extLst>
          </p:cNvPr>
          <p:cNvCxnSpPr>
            <a:cxnSpLocks/>
            <a:stCxn id="243" idx="4"/>
            <a:endCxn id="316" idx="0"/>
          </p:cNvCxnSpPr>
          <p:nvPr/>
        </p:nvCxnSpPr>
        <p:spPr>
          <a:xfrm>
            <a:off x="10922530" y="3631837"/>
            <a:ext cx="8769" cy="87853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コネクタ: カギ線 250">
            <a:extLst>
              <a:ext uri="{FF2B5EF4-FFF2-40B4-BE49-F238E27FC236}">
                <a16:creationId xmlns:a16="http://schemas.microsoft.com/office/drawing/2014/main" id="{D0BEA347-9059-464D-BAAF-B4F76960399A}"/>
              </a:ext>
            </a:extLst>
          </p:cNvPr>
          <p:cNvCxnSpPr>
            <a:cxnSpLocks/>
            <a:stCxn id="237" idx="4"/>
            <a:endCxn id="264" idx="0"/>
          </p:cNvCxnSpPr>
          <p:nvPr/>
        </p:nvCxnSpPr>
        <p:spPr>
          <a:xfrm rot="16200000" flipH="1">
            <a:off x="10724449" y="1512518"/>
            <a:ext cx="380180" cy="1716293"/>
          </a:xfrm>
          <a:prstGeom prst="bentConnector3">
            <a:avLst>
              <a:gd name="adj1" fmla="val 5264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2" name="楕円 251">
            <a:extLst>
              <a:ext uri="{FF2B5EF4-FFF2-40B4-BE49-F238E27FC236}">
                <a16:creationId xmlns:a16="http://schemas.microsoft.com/office/drawing/2014/main" id="{F9DE0EF5-7C2F-4637-B363-898134D377B7}"/>
              </a:ext>
            </a:extLst>
          </p:cNvPr>
          <p:cNvSpPr/>
          <p:nvPr/>
        </p:nvSpPr>
        <p:spPr>
          <a:xfrm>
            <a:off x="9731929" y="521976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254" name="直線矢印コネクタ 253">
            <a:extLst>
              <a:ext uri="{FF2B5EF4-FFF2-40B4-BE49-F238E27FC236}">
                <a16:creationId xmlns:a16="http://schemas.microsoft.com/office/drawing/2014/main" id="{AB3DD3A8-CC72-47D5-AD16-A230101CA7EB}"/>
              </a:ext>
            </a:extLst>
          </p:cNvPr>
          <p:cNvCxnSpPr>
            <a:cxnSpLocks/>
            <a:stCxn id="240" idx="4"/>
            <a:endCxn id="252" idx="0"/>
          </p:cNvCxnSpPr>
          <p:nvPr/>
        </p:nvCxnSpPr>
        <p:spPr>
          <a:xfrm flipH="1">
            <a:off x="10055929" y="4885022"/>
            <a:ext cx="459" cy="33474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コネクタ: カギ線 255">
            <a:extLst>
              <a:ext uri="{FF2B5EF4-FFF2-40B4-BE49-F238E27FC236}">
                <a16:creationId xmlns:a16="http://schemas.microsoft.com/office/drawing/2014/main" id="{C0979AA4-64BB-4682-86CC-E82494476D80}"/>
              </a:ext>
            </a:extLst>
          </p:cNvPr>
          <p:cNvCxnSpPr>
            <a:cxnSpLocks/>
            <a:stCxn id="327" idx="4"/>
            <a:endCxn id="312" idx="0"/>
          </p:cNvCxnSpPr>
          <p:nvPr/>
        </p:nvCxnSpPr>
        <p:spPr>
          <a:xfrm rot="5400000" flipH="1">
            <a:off x="9755102" y="4415272"/>
            <a:ext cx="1732682" cy="602172"/>
          </a:xfrm>
          <a:prstGeom prst="bentConnector5">
            <a:avLst>
              <a:gd name="adj1" fmla="val -13193"/>
              <a:gd name="adj2" fmla="val 61931"/>
              <a:gd name="adj3" fmla="val 11319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7" name="正方形/長方形 256">
            <a:extLst>
              <a:ext uri="{FF2B5EF4-FFF2-40B4-BE49-F238E27FC236}">
                <a16:creationId xmlns:a16="http://schemas.microsoft.com/office/drawing/2014/main" id="{A4CB5781-F54B-425F-9D2A-C6F44E92F9F6}"/>
              </a:ext>
            </a:extLst>
          </p:cNvPr>
          <p:cNvSpPr/>
          <p:nvPr/>
        </p:nvSpPr>
        <p:spPr>
          <a:xfrm>
            <a:off x="10151130" y="3077981"/>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58" name="正方形/長方形 257">
            <a:extLst>
              <a:ext uri="{FF2B5EF4-FFF2-40B4-BE49-F238E27FC236}">
                <a16:creationId xmlns:a16="http://schemas.microsoft.com/office/drawing/2014/main" id="{D86C11F0-296A-42D9-AB8A-F7A13D3AC0D8}"/>
              </a:ext>
            </a:extLst>
          </p:cNvPr>
          <p:cNvSpPr/>
          <p:nvPr/>
        </p:nvSpPr>
        <p:spPr>
          <a:xfrm>
            <a:off x="10964652" y="310338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59" name="正方形/長方形 258">
            <a:extLst>
              <a:ext uri="{FF2B5EF4-FFF2-40B4-BE49-F238E27FC236}">
                <a16:creationId xmlns:a16="http://schemas.microsoft.com/office/drawing/2014/main" id="{A555638C-4EFF-4A5A-9CE5-24D03AEFAB72}"/>
              </a:ext>
            </a:extLst>
          </p:cNvPr>
          <p:cNvSpPr/>
          <p:nvPr/>
        </p:nvSpPr>
        <p:spPr>
          <a:xfrm>
            <a:off x="10131469" y="507911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61" name="正方形/長方形 260">
            <a:extLst>
              <a:ext uri="{FF2B5EF4-FFF2-40B4-BE49-F238E27FC236}">
                <a16:creationId xmlns:a16="http://schemas.microsoft.com/office/drawing/2014/main" id="{50195373-2C55-4880-9276-426D55D50AC8}"/>
              </a:ext>
            </a:extLst>
          </p:cNvPr>
          <p:cNvSpPr/>
          <p:nvPr/>
        </p:nvSpPr>
        <p:spPr>
          <a:xfrm>
            <a:off x="10157926" y="244389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11</a:t>
            </a:r>
            <a:endParaRPr kumimoji="1" lang="ja-JP" altLang="en-US" sz="1200" dirty="0">
              <a:solidFill>
                <a:schemeClr val="tx1"/>
              </a:solidFill>
            </a:endParaRPr>
          </a:p>
        </p:txBody>
      </p:sp>
      <p:sp>
        <p:nvSpPr>
          <p:cNvPr id="262" name="正方形/長方形 261">
            <a:extLst>
              <a:ext uri="{FF2B5EF4-FFF2-40B4-BE49-F238E27FC236}">
                <a16:creationId xmlns:a16="http://schemas.microsoft.com/office/drawing/2014/main" id="{69525A05-F077-48CE-8805-4938B17222E7}"/>
              </a:ext>
            </a:extLst>
          </p:cNvPr>
          <p:cNvSpPr/>
          <p:nvPr/>
        </p:nvSpPr>
        <p:spPr>
          <a:xfrm>
            <a:off x="11017847" y="244926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12</a:t>
            </a:r>
            <a:endParaRPr kumimoji="1" lang="ja-JP" altLang="en-US" sz="1200" dirty="0">
              <a:solidFill>
                <a:schemeClr val="tx1"/>
              </a:solidFill>
            </a:endParaRPr>
          </a:p>
        </p:txBody>
      </p:sp>
      <p:cxnSp>
        <p:nvCxnSpPr>
          <p:cNvPr id="270" name="コネクタ: カギ線 269">
            <a:extLst>
              <a:ext uri="{FF2B5EF4-FFF2-40B4-BE49-F238E27FC236}">
                <a16:creationId xmlns:a16="http://schemas.microsoft.com/office/drawing/2014/main" id="{5FDBED61-36C5-4A8D-8A0E-F503960378E6}"/>
              </a:ext>
            </a:extLst>
          </p:cNvPr>
          <p:cNvCxnSpPr>
            <a:cxnSpLocks/>
            <a:stCxn id="252" idx="4"/>
            <a:endCxn id="310" idx="0"/>
          </p:cNvCxnSpPr>
          <p:nvPr/>
        </p:nvCxnSpPr>
        <p:spPr>
          <a:xfrm rot="5400000" flipH="1">
            <a:off x="8894597" y="4418437"/>
            <a:ext cx="1723736" cy="598928"/>
          </a:xfrm>
          <a:prstGeom prst="bentConnector5">
            <a:avLst>
              <a:gd name="adj1" fmla="val -13262"/>
              <a:gd name="adj2" fmla="val 61996"/>
              <a:gd name="adj3" fmla="val 11326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3" name="正方形/長方形 272">
            <a:extLst>
              <a:ext uri="{FF2B5EF4-FFF2-40B4-BE49-F238E27FC236}">
                <a16:creationId xmlns:a16="http://schemas.microsoft.com/office/drawing/2014/main" id="{9FE3A06E-42CA-43D5-9E46-F2AF04639E4A}"/>
              </a:ext>
            </a:extLst>
          </p:cNvPr>
          <p:cNvSpPr/>
          <p:nvPr/>
        </p:nvSpPr>
        <p:spPr>
          <a:xfrm>
            <a:off x="632120" y="1689059"/>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baseline="-25000" dirty="0">
              <a:solidFill>
                <a:schemeClr val="tx1"/>
              </a:solidFill>
            </a:endParaRPr>
          </a:p>
        </p:txBody>
      </p:sp>
      <p:sp>
        <p:nvSpPr>
          <p:cNvPr id="274" name="正方形/長方形 273">
            <a:extLst>
              <a:ext uri="{FF2B5EF4-FFF2-40B4-BE49-F238E27FC236}">
                <a16:creationId xmlns:a16="http://schemas.microsoft.com/office/drawing/2014/main" id="{67075E2A-2F96-4E3C-A6BA-6B62C952C4CD}"/>
              </a:ext>
            </a:extLst>
          </p:cNvPr>
          <p:cNvSpPr/>
          <p:nvPr/>
        </p:nvSpPr>
        <p:spPr>
          <a:xfrm>
            <a:off x="1481309" y="1686782"/>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dirty="0">
              <a:solidFill>
                <a:schemeClr val="tx1"/>
              </a:solidFill>
            </a:endParaRPr>
          </a:p>
        </p:txBody>
      </p:sp>
      <p:sp>
        <p:nvSpPr>
          <p:cNvPr id="275" name="正方形/長方形 274">
            <a:extLst>
              <a:ext uri="{FF2B5EF4-FFF2-40B4-BE49-F238E27FC236}">
                <a16:creationId xmlns:a16="http://schemas.microsoft.com/office/drawing/2014/main" id="{68AAFECC-4913-4CEA-8403-C696A5780317}"/>
              </a:ext>
            </a:extLst>
          </p:cNvPr>
          <p:cNvSpPr/>
          <p:nvPr/>
        </p:nvSpPr>
        <p:spPr>
          <a:xfrm>
            <a:off x="2422851" y="16657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6" name="正方形/長方形 275">
            <a:extLst>
              <a:ext uri="{FF2B5EF4-FFF2-40B4-BE49-F238E27FC236}">
                <a16:creationId xmlns:a16="http://schemas.microsoft.com/office/drawing/2014/main" id="{D7A06B7D-5086-4FF0-9DA5-38325373D5F3}"/>
              </a:ext>
            </a:extLst>
          </p:cNvPr>
          <p:cNvSpPr/>
          <p:nvPr/>
        </p:nvSpPr>
        <p:spPr>
          <a:xfrm>
            <a:off x="3282582" y="1668696"/>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7" name="正方形/長方形 276">
            <a:extLst>
              <a:ext uri="{FF2B5EF4-FFF2-40B4-BE49-F238E27FC236}">
                <a16:creationId xmlns:a16="http://schemas.microsoft.com/office/drawing/2014/main" id="{C4B21E31-CC73-408E-A54D-533D31E1A3B7}"/>
              </a:ext>
            </a:extLst>
          </p:cNvPr>
          <p:cNvSpPr/>
          <p:nvPr/>
        </p:nvSpPr>
        <p:spPr>
          <a:xfrm>
            <a:off x="4111639" y="1677423"/>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8" name="正方形/長方形 277">
            <a:extLst>
              <a:ext uri="{FF2B5EF4-FFF2-40B4-BE49-F238E27FC236}">
                <a16:creationId xmlns:a16="http://schemas.microsoft.com/office/drawing/2014/main" id="{D77D7450-E52A-48A9-B1D7-594AC8B1E1A7}"/>
              </a:ext>
            </a:extLst>
          </p:cNvPr>
          <p:cNvSpPr/>
          <p:nvPr/>
        </p:nvSpPr>
        <p:spPr>
          <a:xfrm>
            <a:off x="4863636" y="1680332"/>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9" name="正方形/長方形 278">
            <a:extLst>
              <a:ext uri="{FF2B5EF4-FFF2-40B4-BE49-F238E27FC236}">
                <a16:creationId xmlns:a16="http://schemas.microsoft.com/office/drawing/2014/main" id="{0F492A67-BF87-43A5-B241-CEC8B3C5505B}"/>
              </a:ext>
            </a:extLst>
          </p:cNvPr>
          <p:cNvSpPr/>
          <p:nvPr/>
        </p:nvSpPr>
        <p:spPr>
          <a:xfrm>
            <a:off x="5687785" y="1683241"/>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80" name="正方形/長方形 279">
            <a:extLst>
              <a:ext uri="{FF2B5EF4-FFF2-40B4-BE49-F238E27FC236}">
                <a16:creationId xmlns:a16="http://schemas.microsoft.com/office/drawing/2014/main" id="{0B907516-214D-4240-B54A-8F9ED21F489C}"/>
              </a:ext>
            </a:extLst>
          </p:cNvPr>
          <p:cNvSpPr/>
          <p:nvPr/>
        </p:nvSpPr>
        <p:spPr>
          <a:xfrm>
            <a:off x="6493694" y="167160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81" name="正方形/長方形 280">
            <a:extLst>
              <a:ext uri="{FF2B5EF4-FFF2-40B4-BE49-F238E27FC236}">
                <a16:creationId xmlns:a16="http://schemas.microsoft.com/office/drawing/2014/main" id="{B4E211ED-59ED-49EC-A31A-4E355B09C641}"/>
              </a:ext>
            </a:extLst>
          </p:cNvPr>
          <p:cNvSpPr/>
          <p:nvPr/>
        </p:nvSpPr>
        <p:spPr>
          <a:xfrm>
            <a:off x="7398737" y="168450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2" name="正方形/長方形 281">
            <a:extLst>
              <a:ext uri="{FF2B5EF4-FFF2-40B4-BE49-F238E27FC236}">
                <a16:creationId xmlns:a16="http://schemas.microsoft.com/office/drawing/2014/main" id="{954FAF61-1E61-4B55-8BAB-80FB6682A67C}"/>
              </a:ext>
            </a:extLst>
          </p:cNvPr>
          <p:cNvSpPr/>
          <p:nvPr/>
        </p:nvSpPr>
        <p:spPr>
          <a:xfrm>
            <a:off x="8276016" y="1686150"/>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3" name="正方形/長方形 282">
            <a:extLst>
              <a:ext uri="{FF2B5EF4-FFF2-40B4-BE49-F238E27FC236}">
                <a16:creationId xmlns:a16="http://schemas.microsoft.com/office/drawing/2014/main" id="{BE6690DF-FEA1-4063-979B-F869FC949232}"/>
              </a:ext>
            </a:extLst>
          </p:cNvPr>
          <p:cNvSpPr/>
          <p:nvPr/>
        </p:nvSpPr>
        <p:spPr>
          <a:xfrm>
            <a:off x="9179111" y="168741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5" name="正方形/長方形 284">
            <a:extLst>
              <a:ext uri="{FF2B5EF4-FFF2-40B4-BE49-F238E27FC236}">
                <a16:creationId xmlns:a16="http://schemas.microsoft.com/office/drawing/2014/main" id="{36E3F1D4-4ECA-46BC-9894-B578563C799D}"/>
              </a:ext>
            </a:extLst>
          </p:cNvPr>
          <p:cNvSpPr/>
          <p:nvPr/>
        </p:nvSpPr>
        <p:spPr>
          <a:xfrm>
            <a:off x="9952416" y="1686150"/>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8" name="四角形: 角を丸くする 287">
            <a:extLst>
              <a:ext uri="{FF2B5EF4-FFF2-40B4-BE49-F238E27FC236}">
                <a16:creationId xmlns:a16="http://schemas.microsoft.com/office/drawing/2014/main" id="{97B47D32-EFC0-4AB3-8CB6-487228A82E51}"/>
              </a:ext>
            </a:extLst>
          </p:cNvPr>
          <p:cNvSpPr/>
          <p:nvPr/>
        </p:nvSpPr>
        <p:spPr>
          <a:xfrm>
            <a:off x="643138" y="3844001"/>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1" name="四角形: 角を丸くする 290">
            <a:extLst>
              <a:ext uri="{FF2B5EF4-FFF2-40B4-BE49-F238E27FC236}">
                <a16:creationId xmlns:a16="http://schemas.microsoft.com/office/drawing/2014/main" id="{118BE76C-AFC7-46E4-A322-438F9A8ED5B8}"/>
              </a:ext>
            </a:extLst>
          </p:cNvPr>
          <p:cNvSpPr/>
          <p:nvPr/>
        </p:nvSpPr>
        <p:spPr>
          <a:xfrm>
            <a:off x="1177249"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2" name="四角形: 角を丸くする 291">
            <a:extLst>
              <a:ext uri="{FF2B5EF4-FFF2-40B4-BE49-F238E27FC236}">
                <a16:creationId xmlns:a16="http://schemas.microsoft.com/office/drawing/2014/main" id="{C8698A6A-9B11-4C6B-98BF-C7F93A3377E5}"/>
              </a:ext>
            </a:extLst>
          </p:cNvPr>
          <p:cNvSpPr/>
          <p:nvPr/>
        </p:nvSpPr>
        <p:spPr>
          <a:xfrm>
            <a:off x="1506494" y="3837985"/>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3" name="四角形: 角を丸くする 292">
            <a:extLst>
              <a:ext uri="{FF2B5EF4-FFF2-40B4-BE49-F238E27FC236}">
                <a16:creationId xmlns:a16="http://schemas.microsoft.com/office/drawing/2014/main" id="{4CBE9611-8C48-4125-BC38-C452F2E86E52}"/>
              </a:ext>
            </a:extLst>
          </p:cNvPr>
          <p:cNvSpPr/>
          <p:nvPr/>
        </p:nvSpPr>
        <p:spPr>
          <a:xfrm>
            <a:off x="2110699"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4" name="四角形: 角を丸くする 293">
            <a:extLst>
              <a:ext uri="{FF2B5EF4-FFF2-40B4-BE49-F238E27FC236}">
                <a16:creationId xmlns:a16="http://schemas.microsoft.com/office/drawing/2014/main" id="{569ED9DF-7C97-456D-B291-3D265CD6FAAE}"/>
              </a:ext>
            </a:extLst>
          </p:cNvPr>
          <p:cNvSpPr/>
          <p:nvPr/>
        </p:nvSpPr>
        <p:spPr>
          <a:xfrm>
            <a:off x="2369850" y="3831969"/>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5" name="四角形: 角を丸くする 294">
            <a:extLst>
              <a:ext uri="{FF2B5EF4-FFF2-40B4-BE49-F238E27FC236}">
                <a16:creationId xmlns:a16="http://schemas.microsoft.com/office/drawing/2014/main" id="{9C5938DD-9CAE-46C7-BFF0-ECFDC3F299DD}"/>
              </a:ext>
            </a:extLst>
          </p:cNvPr>
          <p:cNvSpPr/>
          <p:nvPr/>
        </p:nvSpPr>
        <p:spPr>
          <a:xfrm>
            <a:off x="3072724"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6" name="四角形: 角を丸くする 295">
            <a:extLst>
              <a:ext uri="{FF2B5EF4-FFF2-40B4-BE49-F238E27FC236}">
                <a16:creationId xmlns:a16="http://schemas.microsoft.com/office/drawing/2014/main" id="{EA4E46B0-4FD1-40D9-A8A9-D21C0F0C50DD}"/>
              </a:ext>
            </a:extLst>
          </p:cNvPr>
          <p:cNvSpPr/>
          <p:nvPr/>
        </p:nvSpPr>
        <p:spPr>
          <a:xfrm>
            <a:off x="3233206" y="381993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7" name="四角形: 角を丸くする 296">
            <a:extLst>
              <a:ext uri="{FF2B5EF4-FFF2-40B4-BE49-F238E27FC236}">
                <a16:creationId xmlns:a16="http://schemas.microsoft.com/office/drawing/2014/main" id="{D31CF553-B1F2-409D-9A0E-D0050F503996}"/>
              </a:ext>
            </a:extLst>
          </p:cNvPr>
          <p:cNvSpPr/>
          <p:nvPr/>
        </p:nvSpPr>
        <p:spPr>
          <a:xfrm>
            <a:off x="4006174"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8" name="四角形: 角を丸くする 297">
            <a:extLst>
              <a:ext uri="{FF2B5EF4-FFF2-40B4-BE49-F238E27FC236}">
                <a16:creationId xmlns:a16="http://schemas.microsoft.com/office/drawing/2014/main" id="{195C5337-04BA-4428-B8E4-FA9718203868}"/>
              </a:ext>
            </a:extLst>
          </p:cNvPr>
          <p:cNvSpPr/>
          <p:nvPr/>
        </p:nvSpPr>
        <p:spPr>
          <a:xfrm>
            <a:off x="4096562" y="3874081"/>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9" name="四角形: 角を丸くする 298">
            <a:extLst>
              <a:ext uri="{FF2B5EF4-FFF2-40B4-BE49-F238E27FC236}">
                <a16:creationId xmlns:a16="http://schemas.microsoft.com/office/drawing/2014/main" id="{A62D867D-4BC4-40BF-9118-73F0E279B560}"/>
              </a:ext>
            </a:extLst>
          </p:cNvPr>
          <p:cNvSpPr/>
          <p:nvPr/>
        </p:nvSpPr>
        <p:spPr>
          <a:xfrm>
            <a:off x="4777699" y="56685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0" name="四角形: 角を丸くする 299">
            <a:extLst>
              <a:ext uri="{FF2B5EF4-FFF2-40B4-BE49-F238E27FC236}">
                <a16:creationId xmlns:a16="http://schemas.microsoft.com/office/drawing/2014/main" id="{CC3CD08B-6FA7-4F7F-8CE2-61EF93D9AF79}"/>
              </a:ext>
            </a:extLst>
          </p:cNvPr>
          <p:cNvSpPr/>
          <p:nvPr/>
        </p:nvSpPr>
        <p:spPr>
          <a:xfrm>
            <a:off x="4959918" y="3813921"/>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1" name="四角形: 角を丸くする 300">
            <a:extLst>
              <a:ext uri="{FF2B5EF4-FFF2-40B4-BE49-F238E27FC236}">
                <a16:creationId xmlns:a16="http://schemas.microsoft.com/office/drawing/2014/main" id="{3FBBC81A-9117-4322-8EA9-A1BE49ECA765}"/>
              </a:ext>
            </a:extLst>
          </p:cNvPr>
          <p:cNvSpPr/>
          <p:nvPr/>
        </p:nvSpPr>
        <p:spPr>
          <a:xfrm>
            <a:off x="5529697" y="5649908"/>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2" name="四角形: 角を丸くする 301">
            <a:extLst>
              <a:ext uri="{FF2B5EF4-FFF2-40B4-BE49-F238E27FC236}">
                <a16:creationId xmlns:a16="http://schemas.microsoft.com/office/drawing/2014/main" id="{0BC36001-AEA1-4A8B-ADF5-F33C52505782}"/>
              </a:ext>
            </a:extLst>
          </p:cNvPr>
          <p:cNvSpPr/>
          <p:nvPr/>
        </p:nvSpPr>
        <p:spPr>
          <a:xfrm>
            <a:off x="5823274" y="3868065"/>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3" name="四角形: 角を丸くする 302">
            <a:extLst>
              <a:ext uri="{FF2B5EF4-FFF2-40B4-BE49-F238E27FC236}">
                <a16:creationId xmlns:a16="http://schemas.microsoft.com/office/drawing/2014/main" id="{6EF85C9C-251B-42C1-95A7-37D3585F768B}"/>
              </a:ext>
            </a:extLst>
          </p:cNvPr>
          <p:cNvSpPr/>
          <p:nvPr/>
        </p:nvSpPr>
        <p:spPr>
          <a:xfrm>
            <a:off x="6378072" y="5649908"/>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4" name="四角形: 角を丸くする 303">
            <a:extLst>
              <a:ext uri="{FF2B5EF4-FFF2-40B4-BE49-F238E27FC236}">
                <a16:creationId xmlns:a16="http://schemas.microsoft.com/office/drawing/2014/main" id="{82C695B1-EBEA-4251-BEFA-7CE3BD3F678A}"/>
              </a:ext>
            </a:extLst>
          </p:cNvPr>
          <p:cNvSpPr/>
          <p:nvPr/>
        </p:nvSpPr>
        <p:spPr>
          <a:xfrm>
            <a:off x="6686630" y="3825953"/>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5" name="四角形: 角を丸くする 304">
            <a:extLst>
              <a:ext uri="{FF2B5EF4-FFF2-40B4-BE49-F238E27FC236}">
                <a16:creationId xmlns:a16="http://schemas.microsoft.com/office/drawing/2014/main" id="{10D2D343-36A9-4AB9-8C1C-85F91AC59752}"/>
              </a:ext>
            </a:extLst>
          </p:cNvPr>
          <p:cNvSpPr/>
          <p:nvPr/>
        </p:nvSpPr>
        <p:spPr>
          <a:xfrm>
            <a:off x="7233485"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6" name="四角形: 角を丸くする 305">
            <a:extLst>
              <a:ext uri="{FF2B5EF4-FFF2-40B4-BE49-F238E27FC236}">
                <a16:creationId xmlns:a16="http://schemas.microsoft.com/office/drawing/2014/main" id="{FC7B5265-2F45-4554-8E51-F38B7EA7E4AB}"/>
              </a:ext>
            </a:extLst>
          </p:cNvPr>
          <p:cNvSpPr/>
          <p:nvPr/>
        </p:nvSpPr>
        <p:spPr>
          <a:xfrm>
            <a:off x="7549986" y="3862049"/>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7" name="四角形: 角を丸くする 306">
            <a:extLst>
              <a:ext uri="{FF2B5EF4-FFF2-40B4-BE49-F238E27FC236}">
                <a16:creationId xmlns:a16="http://schemas.microsoft.com/office/drawing/2014/main" id="{93B4244B-3810-4C97-96AE-9AB58EB08D52}"/>
              </a:ext>
            </a:extLst>
          </p:cNvPr>
          <p:cNvSpPr/>
          <p:nvPr/>
        </p:nvSpPr>
        <p:spPr>
          <a:xfrm>
            <a:off x="8140024" y="56685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8" name="四角形: 角を丸くする 307">
            <a:extLst>
              <a:ext uri="{FF2B5EF4-FFF2-40B4-BE49-F238E27FC236}">
                <a16:creationId xmlns:a16="http://schemas.microsoft.com/office/drawing/2014/main" id="{B5C213DA-DBAC-4CBE-98C4-D7C3140F5F5A}"/>
              </a:ext>
            </a:extLst>
          </p:cNvPr>
          <p:cNvSpPr/>
          <p:nvPr/>
        </p:nvSpPr>
        <p:spPr>
          <a:xfrm>
            <a:off x="8413342" y="3886108"/>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9" name="四角形: 角を丸くする 308">
            <a:extLst>
              <a:ext uri="{FF2B5EF4-FFF2-40B4-BE49-F238E27FC236}">
                <a16:creationId xmlns:a16="http://schemas.microsoft.com/office/drawing/2014/main" id="{7A9C1CE6-EE1C-4ACC-B93D-7203D76470A2}"/>
              </a:ext>
            </a:extLst>
          </p:cNvPr>
          <p:cNvSpPr/>
          <p:nvPr/>
        </p:nvSpPr>
        <p:spPr>
          <a:xfrm>
            <a:off x="9073474" y="56685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10" name="四角形: 角を丸くする 309">
            <a:extLst>
              <a:ext uri="{FF2B5EF4-FFF2-40B4-BE49-F238E27FC236}">
                <a16:creationId xmlns:a16="http://schemas.microsoft.com/office/drawing/2014/main" id="{76E83890-2584-4249-BFED-E112F04EAB5A}"/>
              </a:ext>
            </a:extLst>
          </p:cNvPr>
          <p:cNvSpPr/>
          <p:nvPr/>
        </p:nvSpPr>
        <p:spPr>
          <a:xfrm>
            <a:off x="9276698" y="3856033"/>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11" name="四角形: 角を丸くする 310">
            <a:extLst>
              <a:ext uri="{FF2B5EF4-FFF2-40B4-BE49-F238E27FC236}">
                <a16:creationId xmlns:a16="http://schemas.microsoft.com/office/drawing/2014/main" id="{1EB36A7C-63BC-4618-9C64-C89226166424}"/>
              </a:ext>
            </a:extLst>
          </p:cNvPr>
          <p:cNvSpPr/>
          <p:nvPr/>
        </p:nvSpPr>
        <p:spPr>
          <a:xfrm>
            <a:off x="9883712" y="56685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12" name="四角形: 角を丸くする 311">
            <a:extLst>
              <a:ext uri="{FF2B5EF4-FFF2-40B4-BE49-F238E27FC236}">
                <a16:creationId xmlns:a16="http://schemas.microsoft.com/office/drawing/2014/main" id="{EE4AD687-31B6-423F-BD4D-64C6AA01C7CB}"/>
              </a:ext>
            </a:extLst>
          </p:cNvPr>
          <p:cNvSpPr/>
          <p:nvPr/>
        </p:nvSpPr>
        <p:spPr>
          <a:xfrm>
            <a:off x="10140054" y="385001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352" name="直線矢印コネクタ 351">
            <a:extLst>
              <a:ext uri="{FF2B5EF4-FFF2-40B4-BE49-F238E27FC236}">
                <a16:creationId xmlns:a16="http://schemas.microsoft.com/office/drawing/2014/main" id="{24913B6A-2E7C-4D18-907E-C099EDE794F5}"/>
              </a:ext>
            </a:extLst>
          </p:cNvPr>
          <p:cNvCxnSpPr>
            <a:cxnSpLocks/>
            <a:stCxn id="7" idx="4"/>
          </p:cNvCxnSpPr>
          <p:nvPr/>
        </p:nvCxnSpPr>
        <p:spPr>
          <a:xfrm>
            <a:off x="528837" y="4870372"/>
            <a:ext cx="11102" cy="1139536"/>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7" name="直線矢印コネクタ 356">
            <a:extLst>
              <a:ext uri="{FF2B5EF4-FFF2-40B4-BE49-F238E27FC236}">
                <a16:creationId xmlns:a16="http://schemas.microsoft.com/office/drawing/2014/main" id="{8178CCF0-3547-46BD-9D93-29DDC710C5BA}"/>
              </a:ext>
            </a:extLst>
          </p:cNvPr>
          <p:cNvCxnSpPr>
            <a:cxnSpLocks/>
            <a:endCxn id="4" idx="0"/>
          </p:cNvCxnSpPr>
          <p:nvPr/>
        </p:nvCxnSpPr>
        <p:spPr>
          <a:xfrm>
            <a:off x="528837" y="1443651"/>
            <a:ext cx="5" cy="361336"/>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2" name="テキスト ボックス 361">
            <a:extLst>
              <a:ext uri="{FF2B5EF4-FFF2-40B4-BE49-F238E27FC236}">
                <a16:creationId xmlns:a16="http://schemas.microsoft.com/office/drawing/2014/main" id="{B737E26E-0EE4-4843-89F7-5F8DC9C1BFF8}"/>
              </a:ext>
            </a:extLst>
          </p:cNvPr>
          <p:cNvSpPr txBox="1"/>
          <p:nvPr/>
        </p:nvSpPr>
        <p:spPr>
          <a:xfrm>
            <a:off x="139001" y="5998825"/>
            <a:ext cx="751836" cy="369332"/>
          </a:xfrm>
          <a:prstGeom prst="rect">
            <a:avLst/>
          </a:prstGeom>
          <a:noFill/>
        </p:spPr>
        <p:txBody>
          <a:bodyPr wrap="square" rtlCol="0">
            <a:spAutoFit/>
          </a:bodyPr>
          <a:lstStyle/>
          <a:p>
            <a:pPr algn="ctr"/>
            <a:r>
              <a:rPr lang="ja-JP" altLang="en-US" dirty="0"/>
              <a:t>出力</a:t>
            </a:r>
            <a:endParaRPr kumimoji="1" lang="ja-JP" altLang="en-US" dirty="0"/>
          </a:p>
        </p:txBody>
      </p:sp>
      <p:sp>
        <p:nvSpPr>
          <p:cNvPr id="363" name="テキスト ボックス 362">
            <a:extLst>
              <a:ext uri="{FF2B5EF4-FFF2-40B4-BE49-F238E27FC236}">
                <a16:creationId xmlns:a16="http://schemas.microsoft.com/office/drawing/2014/main" id="{167D9FD4-B118-437C-A00D-4E5717D7AF7F}"/>
              </a:ext>
            </a:extLst>
          </p:cNvPr>
          <p:cNvSpPr txBox="1"/>
          <p:nvPr/>
        </p:nvSpPr>
        <p:spPr>
          <a:xfrm>
            <a:off x="6220723" y="988835"/>
            <a:ext cx="4649397" cy="369332"/>
          </a:xfrm>
          <a:prstGeom prst="rect">
            <a:avLst/>
          </a:prstGeom>
          <a:noFill/>
        </p:spPr>
        <p:txBody>
          <a:bodyPr wrap="square" rtlCol="0">
            <a:spAutoFit/>
          </a:bodyPr>
          <a:lstStyle/>
          <a:p>
            <a:r>
              <a:rPr kumimoji="1" lang="ja-JP" altLang="en-US" dirty="0"/>
              <a:t>入力パケット：</a:t>
            </a:r>
            <a:r>
              <a:rPr kumimoji="1" lang="en-US" altLang="ja-JP" dirty="0"/>
              <a:t>gen</a:t>
            </a:r>
            <a:r>
              <a:rPr kumimoji="1" lang="ja-JP" altLang="en-US" dirty="0"/>
              <a:t>が</a:t>
            </a:r>
            <a:r>
              <a:rPr kumimoji="1" lang="en-US" altLang="ja-JP" dirty="0"/>
              <a:t>0</a:t>
            </a:r>
            <a:r>
              <a:rPr kumimoji="1" lang="ja-JP" altLang="en-US" dirty="0"/>
              <a:t>から</a:t>
            </a:r>
            <a:r>
              <a:rPr kumimoji="1" lang="en-US" altLang="ja-JP" dirty="0"/>
              <a:t>1</a:t>
            </a:r>
            <a:r>
              <a:rPr kumimoji="1" lang="ja-JP" altLang="en-US" dirty="0"/>
              <a:t>つずつ増加</a:t>
            </a:r>
          </a:p>
        </p:txBody>
      </p:sp>
      <p:cxnSp>
        <p:nvCxnSpPr>
          <p:cNvPr id="3" name="直線矢印コネクタ 2">
            <a:extLst>
              <a:ext uri="{FF2B5EF4-FFF2-40B4-BE49-F238E27FC236}">
                <a16:creationId xmlns:a16="http://schemas.microsoft.com/office/drawing/2014/main" id="{E1ECFE8B-F644-2B14-259A-9B81E81CA912}"/>
              </a:ext>
            </a:extLst>
          </p:cNvPr>
          <p:cNvCxnSpPr>
            <a:cxnSpLocks/>
            <a:endCxn id="8" idx="0"/>
          </p:cNvCxnSpPr>
          <p:nvPr/>
        </p:nvCxnSpPr>
        <p:spPr>
          <a:xfrm>
            <a:off x="1394983" y="1462936"/>
            <a:ext cx="0" cy="343783"/>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6AE48E45-802D-FDA5-4143-69F0E659922B}"/>
              </a:ext>
            </a:extLst>
          </p:cNvPr>
          <p:cNvCxnSpPr>
            <a:cxnSpLocks/>
            <a:stCxn id="4" idx="4"/>
            <a:endCxn id="12" idx="1"/>
          </p:cNvCxnSpPr>
          <p:nvPr/>
        </p:nvCxnSpPr>
        <p:spPr>
          <a:xfrm rot="5400000" flipH="1" flipV="1">
            <a:off x="1128523" y="1261490"/>
            <a:ext cx="303815" cy="1503179"/>
          </a:xfrm>
          <a:prstGeom prst="bentConnector5">
            <a:avLst>
              <a:gd name="adj1" fmla="val -48784"/>
              <a:gd name="adj2" fmla="val 89707"/>
              <a:gd name="adj3" fmla="val 185165"/>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0" name="コネクタ: カギ線 79">
            <a:extLst>
              <a:ext uri="{FF2B5EF4-FFF2-40B4-BE49-F238E27FC236}">
                <a16:creationId xmlns:a16="http://schemas.microsoft.com/office/drawing/2014/main" id="{BE5D68A6-B36A-ADC5-6C32-C06CD66CB564}"/>
              </a:ext>
            </a:extLst>
          </p:cNvPr>
          <p:cNvCxnSpPr>
            <a:cxnSpLocks/>
            <a:stCxn id="16" idx="4"/>
            <a:endCxn id="24" idx="1"/>
          </p:cNvCxnSpPr>
          <p:nvPr/>
        </p:nvCxnSpPr>
        <p:spPr>
          <a:xfrm rot="5400000" flipH="1" flipV="1">
            <a:off x="3726946" y="1266686"/>
            <a:ext cx="303815" cy="1503179"/>
          </a:xfrm>
          <a:prstGeom prst="bentConnector5">
            <a:avLst>
              <a:gd name="adj1" fmla="val -65321"/>
              <a:gd name="adj2" fmla="val 91713"/>
              <a:gd name="adj3" fmla="val 17855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4" name="コネクタ: カギ線 93">
            <a:extLst>
              <a:ext uri="{FF2B5EF4-FFF2-40B4-BE49-F238E27FC236}">
                <a16:creationId xmlns:a16="http://schemas.microsoft.com/office/drawing/2014/main" id="{FED59B21-85E1-98E2-E43A-6A803EDCFFA2}"/>
              </a:ext>
            </a:extLst>
          </p:cNvPr>
          <p:cNvCxnSpPr>
            <a:cxnSpLocks/>
            <a:stCxn id="12" idx="4"/>
            <a:endCxn id="20" idx="1"/>
          </p:cNvCxnSpPr>
          <p:nvPr/>
        </p:nvCxnSpPr>
        <p:spPr>
          <a:xfrm rot="5400000" flipH="1" flipV="1">
            <a:off x="2860805" y="1264954"/>
            <a:ext cx="303815" cy="1503179"/>
          </a:xfrm>
          <a:prstGeom prst="bentConnector5">
            <a:avLst>
              <a:gd name="adj1" fmla="val -42169"/>
              <a:gd name="adj2" fmla="val 92382"/>
              <a:gd name="adj3" fmla="val 18847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コネクタ: カギ線 123">
            <a:extLst>
              <a:ext uri="{FF2B5EF4-FFF2-40B4-BE49-F238E27FC236}">
                <a16:creationId xmlns:a16="http://schemas.microsoft.com/office/drawing/2014/main" id="{0E378D93-ED6B-C4D2-BFF3-2967B884586D}"/>
              </a:ext>
            </a:extLst>
          </p:cNvPr>
          <p:cNvCxnSpPr>
            <a:cxnSpLocks/>
            <a:stCxn id="24" idx="4"/>
            <a:endCxn id="32" idx="1"/>
          </p:cNvCxnSpPr>
          <p:nvPr/>
        </p:nvCxnSpPr>
        <p:spPr>
          <a:xfrm rot="5400000" flipH="1" flipV="1">
            <a:off x="5459228" y="1270150"/>
            <a:ext cx="303815" cy="1503179"/>
          </a:xfrm>
          <a:prstGeom prst="bentConnector5">
            <a:avLst>
              <a:gd name="adj1" fmla="val -65321"/>
              <a:gd name="adj2" fmla="val 89039"/>
              <a:gd name="adj3" fmla="val 17524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コネクタ: カギ線 124">
            <a:extLst>
              <a:ext uri="{FF2B5EF4-FFF2-40B4-BE49-F238E27FC236}">
                <a16:creationId xmlns:a16="http://schemas.microsoft.com/office/drawing/2014/main" id="{235A65DE-E3DF-F21F-27E1-BE699B3DE7C0}"/>
              </a:ext>
            </a:extLst>
          </p:cNvPr>
          <p:cNvCxnSpPr>
            <a:cxnSpLocks/>
            <a:stCxn id="20" idx="4"/>
            <a:endCxn id="28" idx="1"/>
          </p:cNvCxnSpPr>
          <p:nvPr/>
        </p:nvCxnSpPr>
        <p:spPr>
          <a:xfrm rot="5400000" flipH="1" flipV="1">
            <a:off x="4593087" y="1268418"/>
            <a:ext cx="303815" cy="1503179"/>
          </a:xfrm>
          <a:prstGeom prst="bentConnector5">
            <a:avLst>
              <a:gd name="adj1" fmla="val -38862"/>
              <a:gd name="adj2" fmla="val 87702"/>
              <a:gd name="adj3" fmla="val 17524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コネクタ: カギ線 176">
            <a:extLst>
              <a:ext uri="{FF2B5EF4-FFF2-40B4-BE49-F238E27FC236}">
                <a16:creationId xmlns:a16="http://schemas.microsoft.com/office/drawing/2014/main" id="{99B8891A-32AC-12E8-B223-3714AFF4272E}"/>
              </a:ext>
            </a:extLst>
          </p:cNvPr>
          <p:cNvCxnSpPr>
            <a:cxnSpLocks/>
            <a:stCxn id="32" idx="4"/>
            <a:endCxn id="40" idx="1"/>
          </p:cNvCxnSpPr>
          <p:nvPr/>
        </p:nvCxnSpPr>
        <p:spPr>
          <a:xfrm rot="5400000" flipH="1" flipV="1">
            <a:off x="7191510" y="1273614"/>
            <a:ext cx="303815" cy="1503179"/>
          </a:xfrm>
          <a:prstGeom prst="bentConnector5">
            <a:avLst>
              <a:gd name="adj1" fmla="val -62014"/>
              <a:gd name="adj2" fmla="val 88371"/>
              <a:gd name="adj3" fmla="val 17524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コネクタ: カギ線 177">
            <a:extLst>
              <a:ext uri="{FF2B5EF4-FFF2-40B4-BE49-F238E27FC236}">
                <a16:creationId xmlns:a16="http://schemas.microsoft.com/office/drawing/2014/main" id="{2B0435D3-4ABE-8A9A-B58E-EA7C4DDAC223}"/>
              </a:ext>
            </a:extLst>
          </p:cNvPr>
          <p:cNvCxnSpPr>
            <a:cxnSpLocks/>
            <a:stCxn id="28" idx="4"/>
            <a:endCxn id="36" idx="1"/>
          </p:cNvCxnSpPr>
          <p:nvPr/>
        </p:nvCxnSpPr>
        <p:spPr>
          <a:xfrm rot="5400000" flipH="1" flipV="1">
            <a:off x="6325369" y="1271882"/>
            <a:ext cx="303815" cy="1503179"/>
          </a:xfrm>
          <a:prstGeom prst="bentConnector5">
            <a:avLst>
              <a:gd name="adj1" fmla="val -42169"/>
              <a:gd name="adj2" fmla="val 85697"/>
              <a:gd name="adj3" fmla="val 17524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コネクタ: カギ線 198">
            <a:extLst>
              <a:ext uri="{FF2B5EF4-FFF2-40B4-BE49-F238E27FC236}">
                <a16:creationId xmlns:a16="http://schemas.microsoft.com/office/drawing/2014/main" id="{F8EE73CC-561E-8677-99F7-65F66090B618}"/>
              </a:ext>
            </a:extLst>
          </p:cNvPr>
          <p:cNvCxnSpPr>
            <a:cxnSpLocks/>
            <a:stCxn id="40" idx="4"/>
            <a:endCxn id="237" idx="1"/>
          </p:cNvCxnSpPr>
          <p:nvPr/>
        </p:nvCxnSpPr>
        <p:spPr>
          <a:xfrm rot="5400000" flipH="1" flipV="1">
            <a:off x="8922060" y="1275346"/>
            <a:ext cx="307279" cy="1503179"/>
          </a:xfrm>
          <a:prstGeom prst="bentConnector5">
            <a:avLst>
              <a:gd name="adj1" fmla="val -58044"/>
              <a:gd name="adj2" fmla="val 85697"/>
              <a:gd name="adj3" fmla="val 174395"/>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コネクタ: カギ線 199">
            <a:extLst>
              <a:ext uri="{FF2B5EF4-FFF2-40B4-BE49-F238E27FC236}">
                <a16:creationId xmlns:a16="http://schemas.microsoft.com/office/drawing/2014/main" id="{399BF374-130B-98C2-AD21-B5D9BA51B0BF}"/>
              </a:ext>
            </a:extLst>
          </p:cNvPr>
          <p:cNvCxnSpPr>
            <a:cxnSpLocks/>
            <a:stCxn id="36" idx="4"/>
            <a:endCxn id="44" idx="1"/>
          </p:cNvCxnSpPr>
          <p:nvPr/>
        </p:nvCxnSpPr>
        <p:spPr>
          <a:xfrm rot="5400000" flipH="1" flipV="1">
            <a:off x="8058516" y="1276211"/>
            <a:ext cx="302085" cy="1503179"/>
          </a:xfrm>
          <a:prstGeom prst="bentConnector5">
            <a:avLst>
              <a:gd name="adj1" fmla="val -29105"/>
              <a:gd name="adj2" fmla="val 84360"/>
              <a:gd name="adj3" fmla="val 17567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4" name="楕円 263">
            <a:extLst>
              <a:ext uri="{FF2B5EF4-FFF2-40B4-BE49-F238E27FC236}">
                <a16:creationId xmlns:a16="http://schemas.microsoft.com/office/drawing/2014/main" id="{26379B09-2DE8-58D6-AD60-31D64858FE29}"/>
              </a:ext>
            </a:extLst>
          </p:cNvPr>
          <p:cNvSpPr/>
          <p:nvPr/>
        </p:nvSpPr>
        <p:spPr>
          <a:xfrm>
            <a:off x="11448686" y="256075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65" name="楕円 264">
            <a:extLst>
              <a:ext uri="{FF2B5EF4-FFF2-40B4-BE49-F238E27FC236}">
                <a16:creationId xmlns:a16="http://schemas.microsoft.com/office/drawing/2014/main" id="{E718B2DE-99BC-9CC2-A7C5-633869073D25}"/>
              </a:ext>
            </a:extLst>
          </p:cNvPr>
          <p:cNvSpPr/>
          <p:nvPr/>
        </p:nvSpPr>
        <p:spPr>
          <a:xfrm>
            <a:off x="11448683" y="327036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66" name="楕円 265">
            <a:extLst>
              <a:ext uri="{FF2B5EF4-FFF2-40B4-BE49-F238E27FC236}">
                <a16:creationId xmlns:a16="http://schemas.microsoft.com/office/drawing/2014/main" id="{02E40534-1EA4-D31D-38D2-5837C6A40C47}"/>
              </a:ext>
            </a:extLst>
          </p:cNvPr>
          <p:cNvSpPr/>
          <p:nvPr/>
        </p:nvSpPr>
        <p:spPr>
          <a:xfrm>
            <a:off x="11448682" y="452795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267" name="直線矢印コネクタ 266">
            <a:extLst>
              <a:ext uri="{FF2B5EF4-FFF2-40B4-BE49-F238E27FC236}">
                <a16:creationId xmlns:a16="http://schemas.microsoft.com/office/drawing/2014/main" id="{C7A7E649-D82C-6679-CE66-9F1EA0DDCA17}"/>
              </a:ext>
            </a:extLst>
          </p:cNvPr>
          <p:cNvCxnSpPr>
            <a:stCxn id="264" idx="4"/>
            <a:endCxn id="265" idx="0"/>
          </p:cNvCxnSpPr>
          <p:nvPr/>
        </p:nvCxnSpPr>
        <p:spPr>
          <a:xfrm flipH="1">
            <a:off x="11772683" y="292075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直線矢印コネクタ 267">
            <a:extLst>
              <a:ext uri="{FF2B5EF4-FFF2-40B4-BE49-F238E27FC236}">
                <a16:creationId xmlns:a16="http://schemas.microsoft.com/office/drawing/2014/main" id="{60F12F58-AD3B-7E3A-E277-9B90078567A3}"/>
              </a:ext>
            </a:extLst>
          </p:cNvPr>
          <p:cNvCxnSpPr>
            <a:cxnSpLocks/>
            <a:stCxn id="265" idx="4"/>
            <a:endCxn id="266" idx="0"/>
          </p:cNvCxnSpPr>
          <p:nvPr/>
        </p:nvCxnSpPr>
        <p:spPr>
          <a:xfrm flipH="1">
            <a:off x="11772682" y="363036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9" name="正方形/長方形 268">
            <a:extLst>
              <a:ext uri="{FF2B5EF4-FFF2-40B4-BE49-F238E27FC236}">
                <a16:creationId xmlns:a16="http://schemas.microsoft.com/office/drawing/2014/main" id="{C2131F31-E0AA-CAE9-1A24-491BFB36DCCB}"/>
              </a:ext>
            </a:extLst>
          </p:cNvPr>
          <p:cNvSpPr/>
          <p:nvPr/>
        </p:nvSpPr>
        <p:spPr>
          <a:xfrm>
            <a:off x="11814805" y="310191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71" name="正方形/長方形 270">
            <a:extLst>
              <a:ext uri="{FF2B5EF4-FFF2-40B4-BE49-F238E27FC236}">
                <a16:creationId xmlns:a16="http://schemas.microsoft.com/office/drawing/2014/main" id="{E0757678-C6F9-2DDA-A266-A8061B4BE59E}"/>
              </a:ext>
            </a:extLst>
          </p:cNvPr>
          <p:cNvSpPr/>
          <p:nvPr/>
        </p:nvSpPr>
        <p:spPr>
          <a:xfrm>
            <a:off x="11868000" y="244779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13</a:t>
            </a:r>
            <a:endParaRPr kumimoji="1" lang="ja-JP" altLang="en-US" sz="1200" dirty="0">
              <a:solidFill>
                <a:schemeClr val="tx1"/>
              </a:solidFill>
            </a:endParaRPr>
          </a:p>
        </p:txBody>
      </p:sp>
      <p:cxnSp>
        <p:nvCxnSpPr>
          <p:cNvPr id="272" name="コネクタ: カギ線 271">
            <a:extLst>
              <a:ext uri="{FF2B5EF4-FFF2-40B4-BE49-F238E27FC236}">
                <a16:creationId xmlns:a16="http://schemas.microsoft.com/office/drawing/2014/main" id="{0D4161A4-0B71-BA9A-CF60-E7A27EF27662}"/>
              </a:ext>
            </a:extLst>
          </p:cNvPr>
          <p:cNvCxnSpPr>
            <a:cxnSpLocks/>
            <a:stCxn id="44" idx="4"/>
            <a:endCxn id="242" idx="0"/>
          </p:cNvCxnSpPr>
          <p:nvPr/>
        </p:nvCxnSpPr>
        <p:spPr>
          <a:xfrm rot="16200000" flipH="1">
            <a:off x="9867298" y="1506990"/>
            <a:ext cx="378188" cy="1732281"/>
          </a:xfrm>
          <a:prstGeom prst="bentConnector3">
            <a:avLst>
              <a:gd name="adj1" fmla="val 3140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6" name="楕円 315">
            <a:extLst>
              <a:ext uri="{FF2B5EF4-FFF2-40B4-BE49-F238E27FC236}">
                <a16:creationId xmlns:a16="http://schemas.microsoft.com/office/drawing/2014/main" id="{665D087B-EF01-DF94-65EF-95C4F3442609}"/>
              </a:ext>
            </a:extLst>
          </p:cNvPr>
          <p:cNvSpPr/>
          <p:nvPr/>
        </p:nvSpPr>
        <p:spPr>
          <a:xfrm>
            <a:off x="10607299" y="451037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317" name="四角形: 角を丸くする 316">
            <a:extLst>
              <a:ext uri="{FF2B5EF4-FFF2-40B4-BE49-F238E27FC236}">
                <a16:creationId xmlns:a16="http://schemas.microsoft.com/office/drawing/2014/main" id="{3E24B46A-B8C7-0E57-6001-E83FCA7DFBEA}"/>
              </a:ext>
            </a:extLst>
          </p:cNvPr>
          <p:cNvSpPr/>
          <p:nvPr/>
        </p:nvSpPr>
        <p:spPr>
          <a:xfrm>
            <a:off x="11014965" y="383536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322" name="コネクタ: カギ線 321">
            <a:extLst>
              <a:ext uri="{FF2B5EF4-FFF2-40B4-BE49-F238E27FC236}">
                <a16:creationId xmlns:a16="http://schemas.microsoft.com/office/drawing/2014/main" id="{4A078D43-96BF-5E08-236F-5A309FDFEDEC}"/>
              </a:ext>
            </a:extLst>
          </p:cNvPr>
          <p:cNvCxnSpPr>
            <a:cxnSpLocks/>
            <a:stCxn id="266" idx="4"/>
            <a:endCxn id="317" idx="0"/>
          </p:cNvCxnSpPr>
          <p:nvPr/>
        </p:nvCxnSpPr>
        <p:spPr>
          <a:xfrm rot="5400000" flipH="1">
            <a:off x="10957682" y="4072953"/>
            <a:ext cx="1052585" cy="577414"/>
          </a:xfrm>
          <a:prstGeom prst="bentConnector5">
            <a:avLst>
              <a:gd name="adj1" fmla="val -21718"/>
              <a:gd name="adj2" fmla="val 55482"/>
              <a:gd name="adj3" fmla="val 12171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7" name="楕円 326">
            <a:extLst>
              <a:ext uri="{FF2B5EF4-FFF2-40B4-BE49-F238E27FC236}">
                <a16:creationId xmlns:a16="http://schemas.microsoft.com/office/drawing/2014/main" id="{EA2ECF93-3E49-B7A3-5A0D-E34D60A2B9E6}"/>
              </a:ext>
            </a:extLst>
          </p:cNvPr>
          <p:cNvSpPr/>
          <p:nvPr/>
        </p:nvSpPr>
        <p:spPr>
          <a:xfrm>
            <a:off x="10598529" y="522269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328" name="直線矢印コネクタ 327">
            <a:extLst>
              <a:ext uri="{FF2B5EF4-FFF2-40B4-BE49-F238E27FC236}">
                <a16:creationId xmlns:a16="http://schemas.microsoft.com/office/drawing/2014/main" id="{7AD5D731-4347-EABA-231B-238867B2973A}"/>
              </a:ext>
            </a:extLst>
          </p:cNvPr>
          <p:cNvCxnSpPr>
            <a:cxnSpLocks/>
            <a:stCxn id="316" idx="4"/>
            <a:endCxn id="327" idx="0"/>
          </p:cNvCxnSpPr>
          <p:nvPr/>
        </p:nvCxnSpPr>
        <p:spPr>
          <a:xfrm flipH="1">
            <a:off x="10922529" y="4870372"/>
            <a:ext cx="8770" cy="35232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9" name="正方形/長方形 328">
            <a:extLst>
              <a:ext uri="{FF2B5EF4-FFF2-40B4-BE49-F238E27FC236}">
                <a16:creationId xmlns:a16="http://schemas.microsoft.com/office/drawing/2014/main" id="{3163F1B2-CAF9-8E16-E9E2-A14086303F10}"/>
              </a:ext>
            </a:extLst>
          </p:cNvPr>
          <p:cNvSpPr/>
          <p:nvPr/>
        </p:nvSpPr>
        <p:spPr>
          <a:xfrm>
            <a:off x="10998069" y="508204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330" name="四角形: 角を丸くする 329">
            <a:extLst>
              <a:ext uri="{FF2B5EF4-FFF2-40B4-BE49-F238E27FC236}">
                <a16:creationId xmlns:a16="http://schemas.microsoft.com/office/drawing/2014/main" id="{29EDAA33-DFC7-8469-17B5-D1E8FD99BF51}"/>
              </a:ext>
            </a:extLst>
          </p:cNvPr>
          <p:cNvSpPr/>
          <p:nvPr/>
        </p:nvSpPr>
        <p:spPr>
          <a:xfrm>
            <a:off x="10750312" y="567147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60" name="テキスト ボックス 59">
            <a:extLst>
              <a:ext uri="{FF2B5EF4-FFF2-40B4-BE49-F238E27FC236}">
                <a16:creationId xmlns:a16="http://schemas.microsoft.com/office/drawing/2014/main" id="{33749A2B-F52C-8179-811C-E7B3CD6B1592}"/>
              </a:ext>
            </a:extLst>
          </p:cNvPr>
          <p:cNvSpPr txBox="1"/>
          <p:nvPr/>
        </p:nvSpPr>
        <p:spPr>
          <a:xfrm>
            <a:off x="204837" y="1028261"/>
            <a:ext cx="751836" cy="369332"/>
          </a:xfrm>
          <a:prstGeom prst="rect">
            <a:avLst/>
          </a:prstGeom>
          <a:noFill/>
        </p:spPr>
        <p:txBody>
          <a:bodyPr wrap="square" rtlCol="0">
            <a:spAutoFit/>
          </a:bodyPr>
          <a:lstStyle/>
          <a:p>
            <a:pPr algn="ctr"/>
            <a:r>
              <a:rPr lang="ja-JP" altLang="en-US" dirty="0"/>
              <a:t>入力</a:t>
            </a:r>
            <a:endParaRPr kumimoji="1" lang="ja-JP" altLang="en-US" dirty="0"/>
          </a:p>
        </p:txBody>
      </p:sp>
      <p:sp>
        <p:nvSpPr>
          <p:cNvPr id="64" name="テキスト ボックス 63">
            <a:extLst>
              <a:ext uri="{FF2B5EF4-FFF2-40B4-BE49-F238E27FC236}">
                <a16:creationId xmlns:a16="http://schemas.microsoft.com/office/drawing/2014/main" id="{863CD56D-1506-D0E0-1879-9921833C429C}"/>
              </a:ext>
            </a:extLst>
          </p:cNvPr>
          <p:cNvSpPr txBox="1"/>
          <p:nvPr/>
        </p:nvSpPr>
        <p:spPr>
          <a:xfrm>
            <a:off x="1019060" y="1003016"/>
            <a:ext cx="751836" cy="369332"/>
          </a:xfrm>
          <a:prstGeom prst="rect">
            <a:avLst/>
          </a:prstGeom>
          <a:noFill/>
        </p:spPr>
        <p:txBody>
          <a:bodyPr wrap="square" rtlCol="0">
            <a:spAutoFit/>
          </a:bodyPr>
          <a:lstStyle/>
          <a:p>
            <a:pPr algn="ctr"/>
            <a:r>
              <a:rPr lang="ja-JP" altLang="en-US" dirty="0"/>
              <a:t>入力</a:t>
            </a:r>
            <a:endParaRPr kumimoji="1" lang="ja-JP" altLang="en-US" dirty="0"/>
          </a:p>
        </p:txBody>
      </p:sp>
      <p:sp>
        <p:nvSpPr>
          <p:cNvPr id="66" name="日付プレースホルダー 65">
            <a:extLst>
              <a:ext uri="{FF2B5EF4-FFF2-40B4-BE49-F238E27FC236}">
                <a16:creationId xmlns:a16="http://schemas.microsoft.com/office/drawing/2014/main" id="{E7B3B3EE-DD7A-A45F-608B-1ED2BCE8854D}"/>
              </a:ext>
            </a:extLst>
          </p:cNvPr>
          <p:cNvSpPr>
            <a:spLocks noGrp="1"/>
          </p:cNvSpPr>
          <p:nvPr>
            <p:ph type="dt" sz="half" idx="10"/>
          </p:nvPr>
        </p:nvSpPr>
        <p:spPr/>
        <p:txBody>
          <a:bodyPr/>
          <a:lstStyle/>
          <a:p>
            <a:fld id="{D2130C2A-8132-4162-89F0-5D06903C2B95}" type="datetime1">
              <a:rPr kumimoji="1" lang="ja-JP" altLang="en-US" smtClean="0"/>
              <a:t>2026/9/19</a:t>
            </a:fld>
            <a:endParaRPr kumimoji="1" lang="ja-JP" altLang="en-US"/>
          </a:p>
        </p:txBody>
      </p:sp>
      <p:sp>
        <p:nvSpPr>
          <p:cNvPr id="68" name="フッター プレースホルダー 67">
            <a:extLst>
              <a:ext uri="{FF2B5EF4-FFF2-40B4-BE49-F238E27FC236}">
                <a16:creationId xmlns:a16="http://schemas.microsoft.com/office/drawing/2014/main" id="{607E5F35-E1D3-7048-3519-21B5BD776396}"/>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70" name="スライド番号プレースホルダー 69">
            <a:extLst>
              <a:ext uri="{FF2B5EF4-FFF2-40B4-BE49-F238E27FC236}">
                <a16:creationId xmlns:a16="http://schemas.microsoft.com/office/drawing/2014/main" id="{065EF935-D691-67D4-B4EB-B32647728340}"/>
              </a:ext>
            </a:extLst>
          </p:cNvPr>
          <p:cNvSpPr>
            <a:spLocks noGrp="1"/>
          </p:cNvSpPr>
          <p:nvPr>
            <p:ph type="sldNum" sz="quarter" idx="12"/>
          </p:nvPr>
        </p:nvSpPr>
        <p:spPr/>
        <p:txBody>
          <a:bodyPr/>
          <a:lstStyle/>
          <a:p>
            <a:fld id="{D424D12C-9692-4086-B843-0896D3A9ECC1}" type="slidenum">
              <a:rPr lang="ja-JP" altLang="en-US" smtClean="0"/>
              <a:pPr/>
              <a:t>4</a:t>
            </a:fld>
            <a:endParaRPr lang="ja-JP" altLang="en-US" dirty="0"/>
          </a:p>
        </p:txBody>
      </p:sp>
      <p:sp>
        <p:nvSpPr>
          <p:cNvPr id="72" name="楕円 71">
            <a:extLst>
              <a:ext uri="{FF2B5EF4-FFF2-40B4-BE49-F238E27FC236}">
                <a16:creationId xmlns:a16="http://schemas.microsoft.com/office/drawing/2014/main" id="{F7D41525-91E1-2589-DB5E-9A4203A85FAA}"/>
              </a:ext>
            </a:extLst>
          </p:cNvPr>
          <p:cNvSpPr/>
          <p:nvPr/>
        </p:nvSpPr>
        <p:spPr>
          <a:xfrm>
            <a:off x="95250" y="1552575"/>
            <a:ext cx="1743074" cy="80262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テキスト ボックス 73">
            <a:extLst>
              <a:ext uri="{FF2B5EF4-FFF2-40B4-BE49-F238E27FC236}">
                <a16:creationId xmlns:a16="http://schemas.microsoft.com/office/drawing/2014/main" id="{5298D10E-F61C-2C6F-E031-564D431BD03E}"/>
              </a:ext>
            </a:extLst>
          </p:cNvPr>
          <p:cNvSpPr txBox="1"/>
          <p:nvPr/>
        </p:nvSpPr>
        <p:spPr>
          <a:xfrm>
            <a:off x="2089035" y="997520"/>
            <a:ext cx="2076450" cy="369332"/>
          </a:xfrm>
          <a:prstGeom prst="rect">
            <a:avLst/>
          </a:prstGeom>
          <a:noFill/>
          <a:ln>
            <a:solidFill>
              <a:schemeClr val="tx1"/>
            </a:solidFill>
            <a:prstDash val="dash"/>
          </a:ln>
        </p:spPr>
        <p:txBody>
          <a:bodyPr wrap="square" rtlCol="0">
            <a:spAutoFit/>
          </a:bodyPr>
          <a:lstStyle/>
          <a:p>
            <a:r>
              <a:rPr lang="en-US" altLang="ja-JP" dirty="0"/>
              <a:t>1</a:t>
            </a:r>
            <a:r>
              <a:rPr lang="ja-JP" altLang="en-US" dirty="0"/>
              <a:t>つの</a:t>
            </a:r>
            <a:r>
              <a:rPr lang="en-US" altLang="ja-JP" dirty="0" err="1"/>
              <a:t>dest</a:t>
            </a:r>
            <a:r>
              <a:rPr lang="ja-JP" altLang="en-US" dirty="0"/>
              <a:t>とする</a:t>
            </a:r>
            <a:endParaRPr kumimoji="1" lang="ja-JP" altLang="en-US" dirty="0"/>
          </a:p>
        </p:txBody>
      </p:sp>
      <p:cxnSp>
        <p:nvCxnSpPr>
          <p:cNvPr id="78" name="直線矢印コネクタ 77">
            <a:extLst>
              <a:ext uri="{FF2B5EF4-FFF2-40B4-BE49-F238E27FC236}">
                <a16:creationId xmlns:a16="http://schemas.microsoft.com/office/drawing/2014/main" id="{E6B2E45C-5CD8-E296-5D2A-C26437E369FE}"/>
              </a:ext>
            </a:extLst>
          </p:cNvPr>
          <p:cNvCxnSpPr>
            <a:cxnSpLocks/>
            <a:stCxn id="74" idx="1"/>
            <a:endCxn id="72" idx="7"/>
          </p:cNvCxnSpPr>
          <p:nvPr/>
        </p:nvCxnSpPr>
        <p:spPr>
          <a:xfrm flipH="1">
            <a:off x="1583057" y="1182186"/>
            <a:ext cx="505978" cy="48793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8461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2" name="コネクタ: カギ線 321">
            <a:extLst>
              <a:ext uri="{FF2B5EF4-FFF2-40B4-BE49-F238E27FC236}">
                <a16:creationId xmlns:a16="http://schemas.microsoft.com/office/drawing/2014/main" id="{4AD6A547-225A-6F7A-0FE2-31F97EBBD1A8}"/>
              </a:ext>
            </a:extLst>
          </p:cNvPr>
          <p:cNvCxnSpPr>
            <a:cxnSpLocks/>
            <a:stCxn id="316" idx="4"/>
            <a:endCxn id="288" idx="0"/>
          </p:cNvCxnSpPr>
          <p:nvPr/>
        </p:nvCxnSpPr>
        <p:spPr>
          <a:xfrm rot="5400000" flipH="1" flipV="1">
            <a:off x="1562798" y="4669087"/>
            <a:ext cx="1738490" cy="295810"/>
          </a:xfrm>
          <a:prstGeom prst="bentConnector5">
            <a:avLst>
              <a:gd name="adj1" fmla="val -13149"/>
              <a:gd name="adj2" fmla="val 202812"/>
              <a:gd name="adj3" fmla="val 113149"/>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9" name="コネクタ: カギ線 268">
            <a:extLst>
              <a:ext uri="{FF2B5EF4-FFF2-40B4-BE49-F238E27FC236}">
                <a16:creationId xmlns:a16="http://schemas.microsoft.com/office/drawing/2014/main" id="{C4EB26D6-8E26-FB26-CCE9-18EC546DCD7B}"/>
              </a:ext>
            </a:extLst>
          </p:cNvPr>
          <p:cNvCxnSpPr>
            <a:cxnSpLocks/>
            <a:stCxn id="252" idx="4"/>
            <a:endCxn id="312" idx="0"/>
          </p:cNvCxnSpPr>
          <p:nvPr/>
        </p:nvCxnSpPr>
        <p:spPr>
          <a:xfrm rot="5400000" flipH="1" flipV="1">
            <a:off x="7460163" y="4662271"/>
            <a:ext cx="1729752" cy="264428"/>
          </a:xfrm>
          <a:prstGeom prst="bentConnector5">
            <a:avLst>
              <a:gd name="adj1" fmla="val -13216"/>
              <a:gd name="adj2" fmla="val 215014"/>
              <a:gd name="adj3" fmla="val 11321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4" name="コネクタ: カギ線 83">
            <a:extLst>
              <a:ext uri="{FF2B5EF4-FFF2-40B4-BE49-F238E27FC236}">
                <a16:creationId xmlns:a16="http://schemas.microsoft.com/office/drawing/2014/main" id="{1A5CB961-931C-6C18-63D2-381EE7E46396}"/>
              </a:ext>
            </a:extLst>
          </p:cNvPr>
          <p:cNvCxnSpPr>
            <a:cxnSpLocks/>
            <a:stCxn id="158" idx="4"/>
            <a:endCxn id="296" idx="0"/>
          </p:cNvCxnSpPr>
          <p:nvPr/>
        </p:nvCxnSpPr>
        <p:spPr>
          <a:xfrm rot="5400000" flipH="1" flipV="1">
            <a:off x="5116389" y="4648343"/>
            <a:ext cx="1749440" cy="277428"/>
          </a:xfrm>
          <a:prstGeom prst="bentConnector5">
            <a:avLst>
              <a:gd name="adj1" fmla="val -13067"/>
              <a:gd name="adj2" fmla="val 206191"/>
              <a:gd name="adj3" fmla="val 113067"/>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6" name="コネクタ: カギ線 95">
            <a:extLst>
              <a:ext uri="{FF2B5EF4-FFF2-40B4-BE49-F238E27FC236}">
                <a16:creationId xmlns:a16="http://schemas.microsoft.com/office/drawing/2014/main" id="{5A5D1BC8-340E-58E3-5A21-F1F3D476AF49}"/>
              </a:ext>
            </a:extLst>
          </p:cNvPr>
          <p:cNvCxnSpPr>
            <a:cxnSpLocks/>
            <a:stCxn id="159" idx="4"/>
            <a:endCxn id="298" idx="0"/>
          </p:cNvCxnSpPr>
          <p:nvPr/>
        </p:nvCxnSpPr>
        <p:spPr>
          <a:xfrm rot="5400000" flipH="1" flipV="1">
            <a:off x="6286397" y="4678116"/>
            <a:ext cx="1697028" cy="275803"/>
          </a:xfrm>
          <a:prstGeom prst="bentConnector5">
            <a:avLst>
              <a:gd name="adj1" fmla="val -13471"/>
              <a:gd name="adj2" fmla="val 199909"/>
              <a:gd name="adj3" fmla="val 11347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a:extLst>
              <a:ext uri="{FF2B5EF4-FFF2-40B4-BE49-F238E27FC236}">
                <a16:creationId xmlns:a16="http://schemas.microsoft.com/office/drawing/2014/main" id="{E28BA9DC-3973-5F8E-EE33-B7DDA283B185}"/>
              </a:ext>
            </a:extLst>
          </p:cNvPr>
          <p:cNvCxnSpPr>
            <a:cxnSpLocks/>
            <a:stCxn id="156" idx="4"/>
            <a:endCxn id="292" idx="0"/>
          </p:cNvCxnSpPr>
          <p:nvPr/>
        </p:nvCxnSpPr>
        <p:spPr>
          <a:xfrm rot="5400000" flipH="1" flipV="1">
            <a:off x="2780570" y="4655033"/>
            <a:ext cx="1727928" cy="280678"/>
          </a:xfrm>
          <a:prstGeom prst="bentConnector5">
            <a:avLst>
              <a:gd name="adj1" fmla="val -13230"/>
              <a:gd name="adj2" fmla="val 198174"/>
              <a:gd name="adj3" fmla="val 11323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BF5EEDAA-87F7-EAB9-7ACF-B1ACD4F0979A}"/>
              </a:ext>
            </a:extLst>
          </p:cNvPr>
          <p:cNvCxnSpPr>
            <a:cxnSpLocks/>
            <a:stCxn id="157" idx="4"/>
            <a:endCxn id="294" idx="0"/>
          </p:cNvCxnSpPr>
          <p:nvPr/>
        </p:nvCxnSpPr>
        <p:spPr>
          <a:xfrm rot="5400000" flipH="1" flipV="1">
            <a:off x="3949884" y="4652680"/>
            <a:ext cx="1735676" cy="279053"/>
          </a:xfrm>
          <a:prstGeom prst="bentConnector5">
            <a:avLst>
              <a:gd name="adj1" fmla="val -13171"/>
              <a:gd name="adj2" fmla="val 202159"/>
              <a:gd name="adj3" fmla="val 11317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タイトル 1">
            <a:extLst>
              <a:ext uri="{FF2B5EF4-FFF2-40B4-BE49-F238E27FC236}">
                <a16:creationId xmlns:a16="http://schemas.microsoft.com/office/drawing/2014/main" id="{92311C7C-1B4E-46FC-9416-E87A89A27378}"/>
              </a:ext>
            </a:extLst>
          </p:cNvPr>
          <p:cNvSpPr>
            <a:spLocks noGrp="1"/>
          </p:cNvSpPr>
          <p:nvPr>
            <p:ph type="title"/>
          </p:nvPr>
        </p:nvSpPr>
        <p:spPr/>
        <p:txBody>
          <a:bodyPr>
            <a:normAutofit/>
          </a:bodyPr>
          <a:lstStyle/>
          <a:p>
            <a:r>
              <a:rPr kumimoji="1" lang="en-US" altLang="ja-JP" dirty="0"/>
              <a:t>FIR</a:t>
            </a:r>
            <a:r>
              <a:rPr kumimoji="1" lang="ja-JP" altLang="en-US" dirty="0"/>
              <a:t>・</a:t>
            </a:r>
            <a:r>
              <a:rPr kumimoji="1" lang="en-US" altLang="ja-JP" dirty="0"/>
              <a:t>DDP</a:t>
            </a:r>
            <a:r>
              <a:rPr kumimoji="1" lang="ja-JP" altLang="en-US" dirty="0"/>
              <a:t>プログラム</a:t>
            </a:r>
            <a:r>
              <a:rPr kumimoji="1" lang="en-US" altLang="ja-JP" dirty="0"/>
              <a:t>(</a:t>
            </a:r>
            <a:r>
              <a:rPr kumimoji="1" lang="en-US" altLang="ja-JP" dirty="0" err="1"/>
              <a:t>SuperScalar</a:t>
            </a:r>
            <a:r>
              <a:rPr kumimoji="1" lang="ja-JP" altLang="en-US" dirty="0"/>
              <a:t>版</a:t>
            </a:r>
            <a:r>
              <a:rPr kumimoji="1" lang="en-US" altLang="ja-JP" dirty="0"/>
              <a:t>)</a:t>
            </a:r>
            <a:endParaRPr kumimoji="1" lang="ja-JP" altLang="en-US" dirty="0"/>
          </a:p>
        </p:txBody>
      </p:sp>
      <p:sp>
        <p:nvSpPr>
          <p:cNvPr id="4" name="楕円 3">
            <a:extLst>
              <a:ext uri="{FF2B5EF4-FFF2-40B4-BE49-F238E27FC236}">
                <a16:creationId xmlns:a16="http://schemas.microsoft.com/office/drawing/2014/main" id="{DA96B753-0DE6-413F-A1CA-E8B1CB0259C1}"/>
              </a:ext>
            </a:extLst>
          </p:cNvPr>
          <p:cNvSpPr/>
          <p:nvPr/>
        </p:nvSpPr>
        <p:spPr>
          <a:xfrm>
            <a:off x="1961349" y="190873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5" name="楕円 4">
            <a:extLst>
              <a:ext uri="{FF2B5EF4-FFF2-40B4-BE49-F238E27FC236}">
                <a16:creationId xmlns:a16="http://schemas.microsoft.com/office/drawing/2014/main" id="{41BFAB01-996F-40AD-BFAE-2E5DAB72DF8B}"/>
              </a:ext>
            </a:extLst>
          </p:cNvPr>
          <p:cNvSpPr/>
          <p:nvPr/>
        </p:nvSpPr>
        <p:spPr>
          <a:xfrm>
            <a:off x="1961348" y="2646921"/>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r>
              <a:rPr kumimoji="1" lang="en-US" altLang="ja-JP" sz="1200" dirty="0">
                <a:solidFill>
                  <a:schemeClr val="tx1"/>
                </a:solidFill>
              </a:rPr>
              <a:t>	</a:t>
            </a:r>
            <a:endParaRPr kumimoji="1" lang="ja-JP" altLang="en-US" sz="1200" dirty="0">
              <a:solidFill>
                <a:schemeClr val="tx1"/>
              </a:solidFill>
            </a:endParaRPr>
          </a:p>
        </p:txBody>
      </p:sp>
      <p:sp>
        <p:nvSpPr>
          <p:cNvPr id="6" name="楕円 5">
            <a:extLst>
              <a:ext uri="{FF2B5EF4-FFF2-40B4-BE49-F238E27FC236}">
                <a16:creationId xmlns:a16="http://schemas.microsoft.com/office/drawing/2014/main" id="{8ED464CC-5DBE-4A15-87E5-4FA1FF31BB04}"/>
              </a:ext>
            </a:extLst>
          </p:cNvPr>
          <p:cNvSpPr/>
          <p:nvPr/>
        </p:nvSpPr>
        <p:spPr>
          <a:xfrm>
            <a:off x="1961345" y="3356533"/>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7" name="楕円 6">
            <a:extLst>
              <a:ext uri="{FF2B5EF4-FFF2-40B4-BE49-F238E27FC236}">
                <a16:creationId xmlns:a16="http://schemas.microsoft.com/office/drawing/2014/main" id="{80A76956-3111-48BF-B194-4F7FE5F13BBB}"/>
              </a:ext>
            </a:extLst>
          </p:cNvPr>
          <p:cNvSpPr/>
          <p:nvPr/>
        </p:nvSpPr>
        <p:spPr>
          <a:xfrm>
            <a:off x="1961344" y="4614118"/>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8" name="楕円 7">
            <a:extLst>
              <a:ext uri="{FF2B5EF4-FFF2-40B4-BE49-F238E27FC236}">
                <a16:creationId xmlns:a16="http://schemas.microsoft.com/office/drawing/2014/main" id="{8EA5EAB7-A968-4F39-BE5E-83961C8C4A1A}"/>
              </a:ext>
            </a:extLst>
          </p:cNvPr>
          <p:cNvSpPr/>
          <p:nvPr/>
        </p:nvSpPr>
        <p:spPr>
          <a:xfrm>
            <a:off x="3169059" y="190014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9" name="楕円 8">
            <a:extLst>
              <a:ext uri="{FF2B5EF4-FFF2-40B4-BE49-F238E27FC236}">
                <a16:creationId xmlns:a16="http://schemas.microsoft.com/office/drawing/2014/main" id="{1D003A87-CF09-454A-84AF-04C883092D72}"/>
              </a:ext>
            </a:extLst>
          </p:cNvPr>
          <p:cNvSpPr/>
          <p:nvPr/>
        </p:nvSpPr>
        <p:spPr>
          <a:xfrm>
            <a:off x="3169058" y="2638330"/>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0" name="楕円 9">
            <a:extLst>
              <a:ext uri="{FF2B5EF4-FFF2-40B4-BE49-F238E27FC236}">
                <a16:creationId xmlns:a16="http://schemas.microsoft.com/office/drawing/2014/main" id="{08E442D3-DB4B-41E6-A846-9AFC611D893A}"/>
              </a:ext>
            </a:extLst>
          </p:cNvPr>
          <p:cNvSpPr/>
          <p:nvPr/>
        </p:nvSpPr>
        <p:spPr>
          <a:xfrm>
            <a:off x="3169055" y="334767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1" name="楕円 10">
            <a:extLst>
              <a:ext uri="{FF2B5EF4-FFF2-40B4-BE49-F238E27FC236}">
                <a16:creationId xmlns:a16="http://schemas.microsoft.com/office/drawing/2014/main" id="{EBE94FF6-22C2-42E8-BA0F-8B72F0D6567B}"/>
              </a:ext>
            </a:extLst>
          </p:cNvPr>
          <p:cNvSpPr/>
          <p:nvPr/>
        </p:nvSpPr>
        <p:spPr>
          <a:xfrm>
            <a:off x="3169054" y="4605260"/>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12" name="楕円 11">
            <a:extLst>
              <a:ext uri="{FF2B5EF4-FFF2-40B4-BE49-F238E27FC236}">
                <a16:creationId xmlns:a16="http://schemas.microsoft.com/office/drawing/2014/main" id="{EC466D5C-67EE-4AD2-A3DC-D605E9567AA3}"/>
              </a:ext>
            </a:extLst>
          </p:cNvPr>
          <p:cNvSpPr/>
          <p:nvPr/>
        </p:nvSpPr>
        <p:spPr>
          <a:xfrm>
            <a:off x="4344220" y="190085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13" name="楕円 12">
            <a:extLst>
              <a:ext uri="{FF2B5EF4-FFF2-40B4-BE49-F238E27FC236}">
                <a16:creationId xmlns:a16="http://schemas.microsoft.com/office/drawing/2014/main" id="{B4CE19B0-F1C9-48B8-9DA4-1977F7DBF76F}"/>
              </a:ext>
            </a:extLst>
          </p:cNvPr>
          <p:cNvSpPr/>
          <p:nvPr/>
        </p:nvSpPr>
        <p:spPr>
          <a:xfrm>
            <a:off x="4344219" y="2639039"/>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4" name="楕円 13">
            <a:extLst>
              <a:ext uri="{FF2B5EF4-FFF2-40B4-BE49-F238E27FC236}">
                <a16:creationId xmlns:a16="http://schemas.microsoft.com/office/drawing/2014/main" id="{9DB51897-466D-4888-9C01-542558860143}"/>
              </a:ext>
            </a:extLst>
          </p:cNvPr>
          <p:cNvSpPr/>
          <p:nvPr/>
        </p:nvSpPr>
        <p:spPr>
          <a:xfrm>
            <a:off x="4344216" y="334811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5" name="楕円 14">
            <a:extLst>
              <a:ext uri="{FF2B5EF4-FFF2-40B4-BE49-F238E27FC236}">
                <a16:creationId xmlns:a16="http://schemas.microsoft.com/office/drawing/2014/main" id="{C50E8EEF-A34F-4AD6-AF8E-CE40400733A9}"/>
              </a:ext>
            </a:extLst>
          </p:cNvPr>
          <p:cNvSpPr/>
          <p:nvPr/>
        </p:nvSpPr>
        <p:spPr>
          <a:xfrm>
            <a:off x="4344215" y="460570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16" name="楕円 15">
            <a:extLst>
              <a:ext uri="{FF2B5EF4-FFF2-40B4-BE49-F238E27FC236}">
                <a16:creationId xmlns:a16="http://schemas.microsoft.com/office/drawing/2014/main" id="{18CD7357-9FD6-437E-BB0B-473A19B3848C}"/>
              </a:ext>
            </a:extLst>
          </p:cNvPr>
          <p:cNvSpPr/>
          <p:nvPr/>
        </p:nvSpPr>
        <p:spPr>
          <a:xfrm>
            <a:off x="5519579" y="190258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17" name="楕円 16">
            <a:extLst>
              <a:ext uri="{FF2B5EF4-FFF2-40B4-BE49-F238E27FC236}">
                <a16:creationId xmlns:a16="http://schemas.microsoft.com/office/drawing/2014/main" id="{8E1200D8-5013-487B-963B-03B10102521D}"/>
              </a:ext>
            </a:extLst>
          </p:cNvPr>
          <p:cNvSpPr/>
          <p:nvPr/>
        </p:nvSpPr>
        <p:spPr>
          <a:xfrm>
            <a:off x="5519578" y="2640771"/>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8" name="楕円 17">
            <a:extLst>
              <a:ext uri="{FF2B5EF4-FFF2-40B4-BE49-F238E27FC236}">
                <a16:creationId xmlns:a16="http://schemas.microsoft.com/office/drawing/2014/main" id="{A3A2D0A1-12E0-4B2F-8220-D17F7DB08A1E}"/>
              </a:ext>
            </a:extLst>
          </p:cNvPr>
          <p:cNvSpPr/>
          <p:nvPr/>
        </p:nvSpPr>
        <p:spPr>
          <a:xfrm>
            <a:off x="5519575" y="334958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9" name="楕円 18">
            <a:extLst>
              <a:ext uri="{FF2B5EF4-FFF2-40B4-BE49-F238E27FC236}">
                <a16:creationId xmlns:a16="http://schemas.microsoft.com/office/drawing/2014/main" id="{72BEB1EE-10A7-4BF9-ADEE-E5C3A40689C4}"/>
              </a:ext>
            </a:extLst>
          </p:cNvPr>
          <p:cNvSpPr/>
          <p:nvPr/>
        </p:nvSpPr>
        <p:spPr>
          <a:xfrm>
            <a:off x="5519574" y="460716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0" name="楕円 19">
            <a:extLst>
              <a:ext uri="{FF2B5EF4-FFF2-40B4-BE49-F238E27FC236}">
                <a16:creationId xmlns:a16="http://schemas.microsoft.com/office/drawing/2014/main" id="{F61A0380-7413-4781-BFAE-45A3496254AB}"/>
              </a:ext>
            </a:extLst>
          </p:cNvPr>
          <p:cNvSpPr/>
          <p:nvPr/>
        </p:nvSpPr>
        <p:spPr>
          <a:xfrm>
            <a:off x="6665354" y="1905338"/>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1" name="楕円 20">
            <a:extLst>
              <a:ext uri="{FF2B5EF4-FFF2-40B4-BE49-F238E27FC236}">
                <a16:creationId xmlns:a16="http://schemas.microsoft.com/office/drawing/2014/main" id="{AEC8DCE2-87C1-416D-A282-B3D0E3622FEF}"/>
              </a:ext>
            </a:extLst>
          </p:cNvPr>
          <p:cNvSpPr/>
          <p:nvPr/>
        </p:nvSpPr>
        <p:spPr>
          <a:xfrm>
            <a:off x="6665353" y="2643526"/>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2" name="楕円 21">
            <a:extLst>
              <a:ext uri="{FF2B5EF4-FFF2-40B4-BE49-F238E27FC236}">
                <a16:creationId xmlns:a16="http://schemas.microsoft.com/office/drawing/2014/main" id="{0F5CA180-E2CF-40B7-9D2D-D6EE59194996}"/>
              </a:ext>
            </a:extLst>
          </p:cNvPr>
          <p:cNvSpPr/>
          <p:nvPr/>
        </p:nvSpPr>
        <p:spPr>
          <a:xfrm>
            <a:off x="6665350" y="3352070"/>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3" name="楕円 22">
            <a:extLst>
              <a:ext uri="{FF2B5EF4-FFF2-40B4-BE49-F238E27FC236}">
                <a16:creationId xmlns:a16="http://schemas.microsoft.com/office/drawing/2014/main" id="{D4859279-CCB3-48E2-AC66-6AFB2FBDFCBE}"/>
              </a:ext>
            </a:extLst>
          </p:cNvPr>
          <p:cNvSpPr/>
          <p:nvPr/>
        </p:nvSpPr>
        <p:spPr>
          <a:xfrm>
            <a:off x="6665349" y="460965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cxnSp>
        <p:nvCxnSpPr>
          <p:cNvPr id="53" name="直線矢印コネクタ 52">
            <a:extLst>
              <a:ext uri="{FF2B5EF4-FFF2-40B4-BE49-F238E27FC236}">
                <a16:creationId xmlns:a16="http://schemas.microsoft.com/office/drawing/2014/main" id="{5E228D12-187A-46CC-8B9A-98DBD8BE1501}"/>
              </a:ext>
            </a:extLst>
          </p:cNvPr>
          <p:cNvCxnSpPr>
            <a:stCxn id="4" idx="4"/>
            <a:endCxn id="5" idx="0"/>
          </p:cNvCxnSpPr>
          <p:nvPr/>
        </p:nvCxnSpPr>
        <p:spPr>
          <a:xfrm flipH="1">
            <a:off x="2285348" y="2268733"/>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4F5219B2-2596-46A8-AB7E-377499C7243C}"/>
              </a:ext>
            </a:extLst>
          </p:cNvPr>
          <p:cNvCxnSpPr>
            <a:stCxn id="5" idx="4"/>
            <a:endCxn id="6" idx="0"/>
          </p:cNvCxnSpPr>
          <p:nvPr/>
        </p:nvCxnSpPr>
        <p:spPr>
          <a:xfrm flipH="1">
            <a:off x="2285345" y="3006921"/>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F7EFD191-891A-4ED9-9FB1-5C419B885E92}"/>
              </a:ext>
            </a:extLst>
          </p:cNvPr>
          <p:cNvCxnSpPr>
            <a:stCxn id="6" idx="4"/>
            <a:endCxn id="7" idx="0"/>
          </p:cNvCxnSpPr>
          <p:nvPr/>
        </p:nvCxnSpPr>
        <p:spPr>
          <a:xfrm flipH="1">
            <a:off x="2285344" y="3716533"/>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63D9DF25-02F1-4605-ABD1-15E00DC659A2}"/>
              </a:ext>
            </a:extLst>
          </p:cNvPr>
          <p:cNvCxnSpPr>
            <a:stCxn id="8" idx="4"/>
            <a:endCxn id="9" idx="0"/>
          </p:cNvCxnSpPr>
          <p:nvPr/>
        </p:nvCxnSpPr>
        <p:spPr>
          <a:xfrm flipH="1">
            <a:off x="3493058" y="2260142"/>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F2A3BDDA-491E-442B-849A-2C9BE0947693}"/>
              </a:ext>
            </a:extLst>
          </p:cNvPr>
          <p:cNvCxnSpPr>
            <a:stCxn id="9" idx="4"/>
            <a:endCxn id="10" idx="0"/>
          </p:cNvCxnSpPr>
          <p:nvPr/>
        </p:nvCxnSpPr>
        <p:spPr>
          <a:xfrm flipH="1">
            <a:off x="3493055" y="2998330"/>
            <a:ext cx="3" cy="34934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矢印コネクタ 62">
            <a:extLst>
              <a:ext uri="{FF2B5EF4-FFF2-40B4-BE49-F238E27FC236}">
                <a16:creationId xmlns:a16="http://schemas.microsoft.com/office/drawing/2014/main" id="{9F9B7064-F909-4B81-A2E9-A772B3AC3935}"/>
              </a:ext>
            </a:extLst>
          </p:cNvPr>
          <p:cNvCxnSpPr>
            <a:stCxn id="10" idx="4"/>
            <a:endCxn id="11" idx="0"/>
          </p:cNvCxnSpPr>
          <p:nvPr/>
        </p:nvCxnSpPr>
        <p:spPr>
          <a:xfrm flipH="1">
            <a:off x="3493054" y="3707675"/>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70306C91-65C4-459F-92A1-0A3F5D3363F2}"/>
              </a:ext>
            </a:extLst>
          </p:cNvPr>
          <p:cNvCxnSpPr>
            <a:stCxn id="12" idx="4"/>
            <a:endCxn id="13" idx="0"/>
          </p:cNvCxnSpPr>
          <p:nvPr/>
        </p:nvCxnSpPr>
        <p:spPr>
          <a:xfrm flipH="1">
            <a:off x="4668219" y="2260851"/>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F937594B-8195-44B0-89AE-9648EDBB1208}"/>
              </a:ext>
            </a:extLst>
          </p:cNvPr>
          <p:cNvCxnSpPr>
            <a:cxnSpLocks/>
            <a:stCxn id="13" idx="4"/>
            <a:endCxn id="14" idx="0"/>
          </p:cNvCxnSpPr>
          <p:nvPr/>
        </p:nvCxnSpPr>
        <p:spPr>
          <a:xfrm flipH="1">
            <a:off x="4668216" y="2999039"/>
            <a:ext cx="3" cy="34907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26EF24CB-F92C-44F5-8F9A-53B93EBFEB89}"/>
              </a:ext>
            </a:extLst>
          </p:cNvPr>
          <p:cNvCxnSpPr>
            <a:cxnSpLocks/>
            <a:stCxn id="14" idx="4"/>
            <a:endCxn id="15" idx="0"/>
          </p:cNvCxnSpPr>
          <p:nvPr/>
        </p:nvCxnSpPr>
        <p:spPr>
          <a:xfrm flipH="1">
            <a:off x="4668215" y="370811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EE939015-6F8A-4B86-B314-8D028C48BDA0}"/>
              </a:ext>
            </a:extLst>
          </p:cNvPr>
          <p:cNvCxnSpPr>
            <a:stCxn id="18" idx="4"/>
            <a:endCxn id="19" idx="0"/>
          </p:cNvCxnSpPr>
          <p:nvPr/>
        </p:nvCxnSpPr>
        <p:spPr>
          <a:xfrm flipH="1">
            <a:off x="5843574" y="370958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41C75F2E-CD41-442C-9D2E-6D1FC4F8C30B}"/>
              </a:ext>
            </a:extLst>
          </p:cNvPr>
          <p:cNvCxnSpPr>
            <a:stCxn id="16" idx="4"/>
            <a:endCxn id="17" idx="0"/>
          </p:cNvCxnSpPr>
          <p:nvPr/>
        </p:nvCxnSpPr>
        <p:spPr>
          <a:xfrm flipH="1">
            <a:off x="5843578" y="2262583"/>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9844BC73-0B33-445B-8388-3A0BC37DDADF}"/>
              </a:ext>
            </a:extLst>
          </p:cNvPr>
          <p:cNvCxnSpPr>
            <a:stCxn id="17" idx="4"/>
            <a:endCxn id="18" idx="0"/>
          </p:cNvCxnSpPr>
          <p:nvPr/>
        </p:nvCxnSpPr>
        <p:spPr>
          <a:xfrm flipH="1">
            <a:off x="5843575" y="3000771"/>
            <a:ext cx="3" cy="348811"/>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93E63DFF-4D71-429A-A454-151EB07A2DC2}"/>
              </a:ext>
            </a:extLst>
          </p:cNvPr>
          <p:cNvCxnSpPr>
            <a:stCxn id="20" idx="4"/>
            <a:endCxn id="21" idx="0"/>
          </p:cNvCxnSpPr>
          <p:nvPr/>
        </p:nvCxnSpPr>
        <p:spPr>
          <a:xfrm flipH="1">
            <a:off x="6989353" y="2265338"/>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48D1E6BE-1F70-42A6-B8DE-A081641A0339}"/>
              </a:ext>
            </a:extLst>
          </p:cNvPr>
          <p:cNvCxnSpPr>
            <a:stCxn id="21" idx="4"/>
            <a:endCxn id="22" idx="0"/>
          </p:cNvCxnSpPr>
          <p:nvPr/>
        </p:nvCxnSpPr>
        <p:spPr>
          <a:xfrm flipH="1">
            <a:off x="6989350" y="3003526"/>
            <a:ext cx="3" cy="34854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FCDF71C4-C46C-4F45-9643-94C291BE479F}"/>
              </a:ext>
            </a:extLst>
          </p:cNvPr>
          <p:cNvCxnSpPr>
            <a:stCxn id="22" idx="4"/>
            <a:endCxn id="23" idx="0"/>
          </p:cNvCxnSpPr>
          <p:nvPr/>
        </p:nvCxnSpPr>
        <p:spPr>
          <a:xfrm flipH="1">
            <a:off x="6989349" y="3712070"/>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コネクタ: カギ線 126">
            <a:extLst>
              <a:ext uri="{FF2B5EF4-FFF2-40B4-BE49-F238E27FC236}">
                <a16:creationId xmlns:a16="http://schemas.microsoft.com/office/drawing/2014/main" id="{3354673D-E568-4FA1-A79B-A06C48D197AE}"/>
              </a:ext>
            </a:extLst>
          </p:cNvPr>
          <p:cNvCxnSpPr>
            <a:stCxn id="4" idx="4"/>
            <a:endCxn id="8" idx="1"/>
          </p:cNvCxnSpPr>
          <p:nvPr/>
        </p:nvCxnSpPr>
        <p:spPr>
          <a:xfrm rot="5400000" flipH="1" flipV="1">
            <a:off x="2616717" y="1621494"/>
            <a:ext cx="315870" cy="978607"/>
          </a:xfrm>
          <a:prstGeom prst="bentConnector5">
            <a:avLst>
              <a:gd name="adj1" fmla="val -72372"/>
              <a:gd name="adj2" fmla="val 61706"/>
              <a:gd name="adj3" fmla="val 17237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コネクタ: カギ線 131">
            <a:extLst>
              <a:ext uri="{FF2B5EF4-FFF2-40B4-BE49-F238E27FC236}">
                <a16:creationId xmlns:a16="http://schemas.microsoft.com/office/drawing/2014/main" id="{50D31643-F00F-44AF-AFCB-2DE4669536B0}"/>
              </a:ext>
            </a:extLst>
          </p:cNvPr>
          <p:cNvCxnSpPr>
            <a:cxnSpLocks/>
            <a:stCxn id="8" idx="4"/>
            <a:endCxn id="12" idx="1"/>
          </p:cNvCxnSpPr>
          <p:nvPr/>
        </p:nvCxnSpPr>
        <p:spPr>
          <a:xfrm rot="5400000" flipH="1" flipV="1">
            <a:off x="3812803" y="1633828"/>
            <a:ext cx="306570" cy="946058"/>
          </a:xfrm>
          <a:prstGeom prst="bentConnector5">
            <a:avLst>
              <a:gd name="adj1" fmla="val -74567"/>
              <a:gd name="adj2" fmla="val 62108"/>
              <a:gd name="adj3" fmla="val 174567"/>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コネクタ: カギ線 133">
            <a:extLst>
              <a:ext uri="{FF2B5EF4-FFF2-40B4-BE49-F238E27FC236}">
                <a16:creationId xmlns:a16="http://schemas.microsoft.com/office/drawing/2014/main" id="{E2953AB9-85FB-4F6D-907F-594A3665206D}"/>
              </a:ext>
            </a:extLst>
          </p:cNvPr>
          <p:cNvCxnSpPr>
            <a:stCxn id="12" idx="4"/>
            <a:endCxn id="16" idx="1"/>
          </p:cNvCxnSpPr>
          <p:nvPr/>
        </p:nvCxnSpPr>
        <p:spPr>
          <a:xfrm rot="5400000" flipH="1" flipV="1">
            <a:off x="4988574" y="1634950"/>
            <a:ext cx="305547" cy="946256"/>
          </a:xfrm>
          <a:prstGeom prst="bentConnector5">
            <a:avLst>
              <a:gd name="adj1" fmla="val -74817"/>
              <a:gd name="adj2" fmla="val 62106"/>
              <a:gd name="adj3" fmla="val 174817"/>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コネクタ: カギ線 135">
            <a:extLst>
              <a:ext uri="{FF2B5EF4-FFF2-40B4-BE49-F238E27FC236}">
                <a16:creationId xmlns:a16="http://schemas.microsoft.com/office/drawing/2014/main" id="{367F82DE-92C3-403D-8580-662959C877DD}"/>
              </a:ext>
            </a:extLst>
          </p:cNvPr>
          <p:cNvCxnSpPr>
            <a:stCxn id="16" idx="4"/>
            <a:endCxn id="20" idx="1"/>
          </p:cNvCxnSpPr>
          <p:nvPr/>
        </p:nvCxnSpPr>
        <p:spPr>
          <a:xfrm rot="5400000" flipH="1" flipV="1">
            <a:off x="6149653" y="1651985"/>
            <a:ext cx="304524" cy="916672"/>
          </a:xfrm>
          <a:prstGeom prst="bentConnector5">
            <a:avLst>
              <a:gd name="adj1" fmla="val -75068"/>
              <a:gd name="adj2" fmla="val 62496"/>
              <a:gd name="adj3" fmla="val 17506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コネクタ: カギ線 137">
            <a:extLst>
              <a:ext uri="{FF2B5EF4-FFF2-40B4-BE49-F238E27FC236}">
                <a16:creationId xmlns:a16="http://schemas.microsoft.com/office/drawing/2014/main" id="{090108E7-8EB2-4740-A501-92DB7C1CF136}"/>
              </a:ext>
            </a:extLst>
          </p:cNvPr>
          <p:cNvCxnSpPr>
            <a:cxnSpLocks/>
            <a:stCxn id="20" idx="4"/>
            <a:endCxn id="237" idx="1"/>
          </p:cNvCxnSpPr>
          <p:nvPr/>
        </p:nvCxnSpPr>
        <p:spPr>
          <a:xfrm rot="5400000" flipH="1" flipV="1">
            <a:off x="7320545" y="1621697"/>
            <a:ext cx="312450" cy="974832"/>
          </a:xfrm>
          <a:prstGeom prst="bentConnector5">
            <a:avLst>
              <a:gd name="adj1" fmla="val -73164"/>
              <a:gd name="adj2" fmla="val 61751"/>
              <a:gd name="adj3" fmla="val 17316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6" name="楕円 155">
            <a:extLst>
              <a:ext uri="{FF2B5EF4-FFF2-40B4-BE49-F238E27FC236}">
                <a16:creationId xmlns:a16="http://schemas.microsoft.com/office/drawing/2014/main" id="{BF3B8919-17A7-4667-BBEC-CD588514D11D}"/>
              </a:ext>
            </a:extLst>
          </p:cNvPr>
          <p:cNvSpPr/>
          <p:nvPr/>
        </p:nvSpPr>
        <p:spPr>
          <a:xfrm>
            <a:off x="3180195" y="5299336"/>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7" name="楕円 156">
            <a:extLst>
              <a:ext uri="{FF2B5EF4-FFF2-40B4-BE49-F238E27FC236}">
                <a16:creationId xmlns:a16="http://schemas.microsoft.com/office/drawing/2014/main" id="{AE33CB5B-D28C-46CC-8145-084AE5F08BE3}"/>
              </a:ext>
            </a:extLst>
          </p:cNvPr>
          <p:cNvSpPr/>
          <p:nvPr/>
        </p:nvSpPr>
        <p:spPr>
          <a:xfrm>
            <a:off x="4354196" y="530004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8" name="楕円 157">
            <a:extLst>
              <a:ext uri="{FF2B5EF4-FFF2-40B4-BE49-F238E27FC236}">
                <a16:creationId xmlns:a16="http://schemas.microsoft.com/office/drawing/2014/main" id="{B4DAD651-21C8-4038-B362-6E7E6F8B3D32}"/>
              </a:ext>
            </a:extLst>
          </p:cNvPr>
          <p:cNvSpPr/>
          <p:nvPr/>
        </p:nvSpPr>
        <p:spPr>
          <a:xfrm>
            <a:off x="5528395" y="530177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9" name="楕円 158">
            <a:extLst>
              <a:ext uri="{FF2B5EF4-FFF2-40B4-BE49-F238E27FC236}">
                <a16:creationId xmlns:a16="http://schemas.microsoft.com/office/drawing/2014/main" id="{274E61C6-E8D8-4A05-A8E6-15AA46D01DAB}"/>
              </a:ext>
            </a:extLst>
          </p:cNvPr>
          <p:cNvSpPr/>
          <p:nvPr/>
        </p:nvSpPr>
        <p:spPr>
          <a:xfrm>
            <a:off x="6673010" y="530453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166" name="直線矢印コネクタ 165">
            <a:extLst>
              <a:ext uri="{FF2B5EF4-FFF2-40B4-BE49-F238E27FC236}">
                <a16:creationId xmlns:a16="http://schemas.microsoft.com/office/drawing/2014/main" id="{EAA1C2AC-BC23-499D-BA1F-85F6B4395FAE}"/>
              </a:ext>
            </a:extLst>
          </p:cNvPr>
          <p:cNvCxnSpPr>
            <a:endCxn id="156" idx="0"/>
          </p:cNvCxnSpPr>
          <p:nvPr/>
        </p:nvCxnSpPr>
        <p:spPr>
          <a:xfrm flipH="1">
            <a:off x="3504195" y="5001826"/>
            <a:ext cx="1" cy="2975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線矢印コネクタ 166">
            <a:extLst>
              <a:ext uri="{FF2B5EF4-FFF2-40B4-BE49-F238E27FC236}">
                <a16:creationId xmlns:a16="http://schemas.microsoft.com/office/drawing/2014/main" id="{DF846F31-EF67-4E88-AB1E-830574DB8A18}"/>
              </a:ext>
            </a:extLst>
          </p:cNvPr>
          <p:cNvCxnSpPr>
            <a:cxnSpLocks/>
            <a:stCxn id="15" idx="4"/>
            <a:endCxn id="157" idx="0"/>
          </p:cNvCxnSpPr>
          <p:nvPr/>
        </p:nvCxnSpPr>
        <p:spPr>
          <a:xfrm>
            <a:off x="4668215" y="4965702"/>
            <a:ext cx="9981" cy="334343"/>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線矢印コネクタ 167">
            <a:extLst>
              <a:ext uri="{FF2B5EF4-FFF2-40B4-BE49-F238E27FC236}">
                <a16:creationId xmlns:a16="http://schemas.microsoft.com/office/drawing/2014/main" id="{3927328B-AF2A-4B26-BB83-BC03DEBA10AE}"/>
              </a:ext>
            </a:extLst>
          </p:cNvPr>
          <p:cNvCxnSpPr>
            <a:cxnSpLocks/>
            <a:stCxn id="19" idx="4"/>
            <a:endCxn id="158" idx="0"/>
          </p:cNvCxnSpPr>
          <p:nvPr/>
        </p:nvCxnSpPr>
        <p:spPr>
          <a:xfrm>
            <a:off x="5843574" y="4967167"/>
            <a:ext cx="8821" cy="3346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直線矢印コネクタ 168">
            <a:extLst>
              <a:ext uri="{FF2B5EF4-FFF2-40B4-BE49-F238E27FC236}">
                <a16:creationId xmlns:a16="http://schemas.microsoft.com/office/drawing/2014/main" id="{E8F44C3B-9412-4434-AF8F-8B098D9D8666}"/>
              </a:ext>
            </a:extLst>
          </p:cNvPr>
          <p:cNvCxnSpPr>
            <a:cxnSpLocks/>
            <a:stCxn id="23" idx="4"/>
            <a:endCxn id="159" idx="0"/>
          </p:cNvCxnSpPr>
          <p:nvPr/>
        </p:nvCxnSpPr>
        <p:spPr>
          <a:xfrm>
            <a:off x="6989349" y="4969655"/>
            <a:ext cx="7661" cy="33487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コネクタ: カギ線 189">
            <a:extLst>
              <a:ext uri="{FF2B5EF4-FFF2-40B4-BE49-F238E27FC236}">
                <a16:creationId xmlns:a16="http://schemas.microsoft.com/office/drawing/2014/main" id="{F4DD224B-43B8-4D51-B383-F88752FC242C}"/>
              </a:ext>
            </a:extLst>
          </p:cNvPr>
          <p:cNvCxnSpPr>
            <a:cxnSpLocks/>
            <a:stCxn id="252" idx="4"/>
            <a:endCxn id="298" idx="0"/>
          </p:cNvCxnSpPr>
          <p:nvPr/>
        </p:nvCxnSpPr>
        <p:spPr>
          <a:xfrm rot="5400000" flipH="1">
            <a:off x="6886890" y="4353427"/>
            <a:ext cx="1691857" cy="920012"/>
          </a:xfrm>
          <a:prstGeom prst="bentConnector5">
            <a:avLst>
              <a:gd name="adj1" fmla="val -13512"/>
              <a:gd name="adj2" fmla="val 48491"/>
              <a:gd name="adj3" fmla="val 11351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コネクタ: カギ線 191">
            <a:extLst>
              <a:ext uri="{FF2B5EF4-FFF2-40B4-BE49-F238E27FC236}">
                <a16:creationId xmlns:a16="http://schemas.microsoft.com/office/drawing/2014/main" id="{2E6E5583-2211-4D93-8F5B-5086155A1019}"/>
              </a:ext>
            </a:extLst>
          </p:cNvPr>
          <p:cNvCxnSpPr>
            <a:cxnSpLocks/>
            <a:stCxn id="159" idx="4"/>
            <a:endCxn id="296" idx="0"/>
          </p:cNvCxnSpPr>
          <p:nvPr/>
        </p:nvCxnSpPr>
        <p:spPr>
          <a:xfrm rot="5400000" flipH="1">
            <a:off x="5687319" y="4354842"/>
            <a:ext cx="1752195" cy="867187"/>
          </a:xfrm>
          <a:prstGeom prst="bentConnector5">
            <a:avLst>
              <a:gd name="adj1" fmla="val -13046"/>
              <a:gd name="adj2" fmla="val 49498"/>
              <a:gd name="adj3" fmla="val 11304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コネクタ: カギ線 193">
            <a:extLst>
              <a:ext uri="{FF2B5EF4-FFF2-40B4-BE49-F238E27FC236}">
                <a16:creationId xmlns:a16="http://schemas.microsoft.com/office/drawing/2014/main" id="{24E8122C-829E-4E9A-9CA0-645E3B1CF845}"/>
              </a:ext>
            </a:extLst>
          </p:cNvPr>
          <p:cNvCxnSpPr>
            <a:cxnSpLocks/>
            <a:stCxn id="158" idx="4"/>
            <a:endCxn id="294" idx="0"/>
          </p:cNvCxnSpPr>
          <p:nvPr/>
        </p:nvCxnSpPr>
        <p:spPr>
          <a:xfrm rot="5400000" flipH="1">
            <a:off x="4536118" y="4345500"/>
            <a:ext cx="1737408" cy="895146"/>
          </a:xfrm>
          <a:prstGeom prst="bentConnector5">
            <a:avLst>
              <a:gd name="adj1" fmla="val -13158"/>
              <a:gd name="adj2" fmla="val 52706"/>
              <a:gd name="adj3" fmla="val 11315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コネクタ: カギ線 195">
            <a:extLst>
              <a:ext uri="{FF2B5EF4-FFF2-40B4-BE49-F238E27FC236}">
                <a16:creationId xmlns:a16="http://schemas.microsoft.com/office/drawing/2014/main" id="{9FD810C7-8DAC-4F24-A6D5-D65A8293008D}"/>
              </a:ext>
            </a:extLst>
          </p:cNvPr>
          <p:cNvCxnSpPr>
            <a:cxnSpLocks/>
            <a:stCxn id="157" idx="4"/>
            <a:endCxn id="292" idx="0"/>
          </p:cNvCxnSpPr>
          <p:nvPr/>
        </p:nvCxnSpPr>
        <p:spPr>
          <a:xfrm rot="5400000" flipH="1">
            <a:off x="3367216" y="4349066"/>
            <a:ext cx="1728637" cy="893323"/>
          </a:xfrm>
          <a:prstGeom prst="bentConnector5">
            <a:avLst>
              <a:gd name="adj1" fmla="val -13224"/>
              <a:gd name="adj2" fmla="val 48447"/>
              <a:gd name="adj3" fmla="val 11322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コネクタ: カギ線 197">
            <a:extLst>
              <a:ext uri="{FF2B5EF4-FFF2-40B4-BE49-F238E27FC236}">
                <a16:creationId xmlns:a16="http://schemas.microsoft.com/office/drawing/2014/main" id="{4791C3AA-12DD-40E5-94FB-DC8DD083B1B6}"/>
              </a:ext>
            </a:extLst>
          </p:cNvPr>
          <p:cNvCxnSpPr>
            <a:cxnSpLocks/>
            <a:stCxn id="156" idx="4"/>
            <a:endCxn id="288" idx="0"/>
          </p:cNvCxnSpPr>
          <p:nvPr/>
        </p:nvCxnSpPr>
        <p:spPr>
          <a:xfrm rot="5400000" flipH="1">
            <a:off x="2186277" y="4341419"/>
            <a:ext cx="1711589" cy="924247"/>
          </a:xfrm>
          <a:prstGeom prst="bentConnector5">
            <a:avLst>
              <a:gd name="adj1" fmla="val -13356"/>
              <a:gd name="adj2" fmla="val 46438"/>
              <a:gd name="adj3" fmla="val 11335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1" name="正方形/長方形 200">
            <a:extLst>
              <a:ext uri="{FF2B5EF4-FFF2-40B4-BE49-F238E27FC236}">
                <a16:creationId xmlns:a16="http://schemas.microsoft.com/office/drawing/2014/main" id="{D9547175-6445-45BA-8FDB-1534D2754E1E}"/>
              </a:ext>
            </a:extLst>
          </p:cNvPr>
          <p:cNvSpPr/>
          <p:nvPr/>
        </p:nvSpPr>
        <p:spPr>
          <a:xfrm>
            <a:off x="2445777" y="3238961"/>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2" name="正方形/長方形 201">
            <a:extLst>
              <a:ext uri="{FF2B5EF4-FFF2-40B4-BE49-F238E27FC236}">
                <a16:creationId xmlns:a16="http://schemas.microsoft.com/office/drawing/2014/main" id="{1F8BE0EC-825A-4888-A3EA-3E3EE89AFFF6}"/>
              </a:ext>
            </a:extLst>
          </p:cNvPr>
          <p:cNvSpPr/>
          <p:nvPr/>
        </p:nvSpPr>
        <p:spPr>
          <a:xfrm>
            <a:off x="3636535" y="322863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3" name="正方形/長方形 202">
            <a:extLst>
              <a:ext uri="{FF2B5EF4-FFF2-40B4-BE49-F238E27FC236}">
                <a16:creationId xmlns:a16="http://schemas.microsoft.com/office/drawing/2014/main" id="{E837873F-3E11-4BD3-9F0E-1C937D1EA109}"/>
              </a:ext>
            </a:extLst>
          </p:cNvPr>
          <p:cNvSpPr/>
          <p:nvPr/>
        </p:nvSpPr>
        <p:spPr>
          <a:xfrm>
            <a:off x="4887097" y="320598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4" name="正方形/長方形 203">
            <a:extLst>
              <a:ext uri="{FF2B5EF4-FFF2-40B4-BE49-F238E27FC236}">
                <a16:creationId xmlns:a16="http://schemas.microsoft.com/office/drawing/2014/main" id="{110E330C-BE60-4336-9132-D9D22988E28B}"/>
              </a:ext>
            </a:extLst>
          </p:cNvPr>
          <p:cNvSpPr/>
          <p:nvPr/>
        </p:nvSpPr>
        <p:spPr>
          <a:xfrm>
            <a:off x="6056046" y="320598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5" name="正方形/長方形 204">
            <a:extLst>
              <a:ext uri="{FF2B5EF4-FFF2-40B4-BE49-F238E27FC236}">
                <a16:creationId xmlns:a16="http://schemas.microsoft.com/office/drawing/2014/main" id="{86BDDD8A-ADEB-4894-A32B-A566A027E471}"/>
              </a:ext>
            </a:extLst>
          </p:cNvPr>
          <p:cNvSpPr/>
          <p:nvPr/>
        </p:nvSpPr>
        <p:spPr>
          <a:xfrm>
            <a:off x="7174262" y="321761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4" name="正方形/長方形 213">
            <a:extLst>
              <a:ext uri="{FF2B5EF4-FFF2-40B4-BE49-F238E27FC236}">
                <a16:creationId xmlns:a16="http://schemas.microsoft.com/office/drawing/2014/main" id="{35F26908-CE38-46F1-8D45-9F18F8292FF0}"/>
              </a:ext>
            </a:extLst>
          </p:cNvPr>
          <p:cNvSpPr/>
          <p:nvPr/>
        </p:nvSpPr>
        <p:spPr>
          <a:xfrm>
            <a:off x="3560335" y="5181661"/>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5" name="正方形/長方形 214">
            <a:extLst>
              <a:ext uri="{FF2B5EF4-FFF2-40B4-BE49-F238E27FC236}">
                <a16:creationId xmlns:a16="http://schemas.microsoft.com/office/drawing/2014/main" id="{B4EB3AE8-3883-4EB6-B308-C942EAA119B0}"/>
              </a:ext>
            </a:extLst>
          </p:cNvPr>
          <p:cNvSpPr/>
          <p:nvPr/>
        </p:nvSpPr>
        <p:spPr>
          <a:xfrm>
            <a:off x="4736276" y="513956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6" name="正方形/長方形 215">
            <a:extLst>
              <a:ext uri="{FF2B5EF4-FFF2-40B4-BE49-F238E27FC236}">
                <a16:creationId xmlns:a16="http://schemas.microsoft.com/office/drawing/2014/main" id="{BD01C55E-B80A-4D71-8EEA-17DD074C7E01}"/>
              </a:ext>
            </a:extLst>
          </p:cNvPr>
          <p:cNvSpPr/>
          <p:nvPr/>
        </p:nvSpPr>
        <p:spPr>
          <a:xfrm>
            <a:off x="5912415" y="5144126"/>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7" name="正方形/長方形 216">
            <a:extLst>
              <a:ext uri="{FF2B5EF4-FFF2-40B4-BE49-F238E27FC236}">
                <a16:creationId xmlns:a16="http://schemas.microsoft.com/office/drawing/2014/main" id="{650F1224-7581-43D3-8D46-2156CD62A94B}"/>
              </a:ext>
            </a:extLst>
          </p:cNvPr>
          <p:cNvSpPr/>
          <p:nvPr/>
        </p:nvSpPr>
        <p:spPr>
          <a:xfrm>
            <a:off x="7058970" y="515427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5" name="正方形/長方形 224">
            <a:extLst>
              <a:ext uri="{FF2B5EF4-FFF2-40B4-BE49-F238E27FC236}">
                <a16:creationId xmlns:a16="http://schemas.microsoft.com/office/drawing/2014/main" id="{83C967E2-CE01-48B8-A4F3-CC9425559B83}"/>
              </a:ext>
            </a:extLst>
          </p:cNvPr>
          <p:cNvSpPr/>
          <p:nvPr/>
        </p:nvSpPr>
        <p:spPr>
          <a:xfrm>
            <a:off x="2455302" y="255480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0,1</a:t>
            </a:r>
            <a:endParaRPr kumimoji="1" lang="ja-JP" altLang="en-US" sz="1200" baseline="-25000" dirty="0">
              <a:solidFill>
                <a:schemeClr val="tx1"/>
              </a:solidFill>
            </a:endParaRPr>
          </a:p>
        </p:txBody>
      </p:sp>
      <p:sp>
        <p:nvSpPr>
          <p:cNvPr id="226" name="正方形/長方形 225">
            <a:extLst>
              <a:ext uri="{FF2B5EF4-FFF2-40B4-BE49-F238E27FC236}">
                <a16:creationId xmlns:a16="http://schemas.microsoft.com/office/drawing/2014/main" id="{550CCFD3-6F3D-48DB-9856-B0305CC546CA}"/>
              </a:ext>
            </a:extLst>
          </p:cNvPr>
          <p:cNvSpPr/>
          <p:nvPr/>
        </p:nvSpPr>
        <p:spPr>
          <a:xfrm>
            <a:off x="3656792" y="2539110"/>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2,3</a:t>
            </a:r>
            <a:endParaRPr lang="ja-JP" altLang="en-US" sz="1200" baseline="-25000" dirty="0">
              <a:solidFill>
                <a:schemeClr val="tx1"/>
              </a:solidFill>
            </a:endParaRPr>
          </a:p>
        </p:txBody>
      </p:sp>
      <p:sp>
        <p:nvSpPr>
          <p:cNvPr id="227" name="正方形/長方形 226">
            <a:extLst>
              <a:ext uri="{FF2B5EF4-FFF2-40B4-BE49-F238E27FC236}">
                <a16:creationId xmlns:a16="http://schemas.microsoft.com/office/drawing/2014/main" id="{E4FD8A0B-42CD-488E-8116-450C55479C5E}"/>
              </a:ext>
            </a:extLst>
          </p:cNvPr>
          <p:cNvSpPr/>
          <p:nvPr/>
        </p:nvSpPr>
        <p:spPr>
          <a:xfrm>
            <a:off x="4825733" y="25201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4,5</a:t>
            </a:r>
            <a:endParaRPr lang="ja-JP" altLang="en-US" sz="1200" dirty="0">
              <a:solidFill>
                <a:schemeClr val="tx1"/>
              </a:solidFill>
            </a:endParaRPr>
          </a:p>
        </p:txBody>
      </p:sp>
      <p:sp>
        <p:nvSpPr>
          <p:cNvPr id="228" name="正方形/長方形 227">
            <a:extLst>
              <a:ext uri="{FF2B5EF4-FFF2-40B4-BE49-F238E27FC236}">
                <a16:creationId xmlns:a16="http://schemas.microsoft.com/office/drawing/2014/main" id="{7A5D8F94-A069-4A70-8DEB-EB6C587DE450}"/>
              </a:ext>
            </a:extLst>
          </p:cNvPr>
          <p:cNvSpPr/>
          <p:nvPr/>
        </p:nvSpPr>
        <p:spPr>
          <a:xfrm>
            <a:off x="5994872" y="252197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6,7</a:t>
            </a:r>
            <a:endParaRPr lang="ja-JP" altLang="en-US" sz="1200" baseline="-25000" dirty="0">
              <a:solidFill>
                <a:schemeClr val="tx1"/>
              </a:solidFill>
            </a:endParaRPr>
          </a:p>
        </p:txBody>
      </p:sp>
      <p:sp>
        <p:nvSpPr>
          <p:cNvPr id="229" name="正方形/長方形 228">
            <a:extLst>
              <a:ext uri="{FF2B5EF4-FFF2-40B4-BE49-F238E27FC236}">
                <a16:creationId xmlns:a16="http://schemas.microsoft.com/office/drawing/2014/main" id="{349C0ADE-DC59-43BC-B2FC-70A4907287C7}"/>
              </a:ext>
            </a:extLst>
          </p:cNvPr>
          <p:cNvSpPr/>
          <p:nvPr/>
        </p:nvSpPr>
        <p:spPr>
          <a:xfrm>
            <a:off x="7134427" y="2528370"/>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8,9</a:t>
            </a:r>
            <a:endParaRPr lang="ja-JP" altLang="en-US" sz="1200" baseline="-25000" dirty="0">
              <a:solidFill>
                <a:schemeClr val="tx1"/>
              </a:solidFill>
            </a:endParaRPr>
          </a:p>
        </p:txBody>
      </p:sp>
      <p:sp>
        <p:nvSpPr>
          <p:cNvPr id="237" name="楕円 236">
            <a:extLst>
              <a:ext uri="{FF2B5EF4-FFF2-40B4-BE49-F238E27FC236}">
                <a16:creationId xmlns:a16="http://schemas.microsoft.com/office/drawing/2014/main" id="{E082E485-F690-44BF-B479-DC2E2538E2D2}"/>
              </a:ext>
            </a:extLst>
          </p:cNvPr>
          <p:cNvSpPr/>
          <p:nvPr/>
        </p:nvSpPr>
        <p:spPr>
          <a:xfrm>
            <a:off x="7869289" y="190016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38" name="楕円 237">
            <a:extLst>
              <a:ext uri="{FF2B5EF4-FFF2-40B4-BE49-F238E27FC236}">
                <a16:creationId xmlns:a16="http://schemas.microsoft.com/office/drawing/2014/main" id="{4FA7EFEA-7DDA-4374-837E-3D34E4E88D3C}"/>
              </a:ext>
            </a:extLst>
          </p:cNvPr>
          <p:cNvSpPr/>
          <p:nvPr/>
        </p:nvSpPr>
        <p:spPr>
          <a:xfrm>
            <a:off x="7869288" y="263835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39" name="楕円 238">
            <a:extLst>
              <a:ext uri="{FF2B5EF4-FFF2-40B4-BE49-F238E27FC236}">
                <a16:creationId xmlns:a16="http://schemas.microsoft.com/office/drawing/2014/main" id="{FB61E30E-8C9A-4D3F-8C05-8898F35A2030}"/>
              </a:ext>
            </a:extLst>
          </p:cNvPr>
          <p:cNvSpPr/>
          <p:nvPr/>
        </p:nvSpPr>
        <p:spPr>
          <a:xfrm>
            <a:off x="7869285" y="3347029"/>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40" name="楕円 239">
            <a:extLst>
              <a:ext uri="{FF2B5EF4-FFF2-40B4-BE49-F238E27FC236}">
                <a16:creationId xmlns:a16="http://schemas.microsoft.com/office/drawing/2014/main" id="{EE486428-1CA2-41FC-BAEB-11063AB9A678}"/>
              </a:ext>
            </a:extLst>
          </p:cNvPr>
          <p:cNvSpPr/>
          <p:nvPr/>
        </p:nvSpPr>
        <p:spPr>
          <a:xfrm>
            <a:off x="7869284" y="4604614"/>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cxnSp>
        <p:nvCxnSpPr>
          <p:cNvPr id="245" name="直線矢印コネクタ 244">
            <a:extLst>
              <a:ext uri="{FF2B5EF4-FFF2-40B4-BE49-F238E27FC236}">
                <a16:creationId xmlns:a16="http://schemas.microsoft.com/office/drawing/2014/main" id="{2BAB084F-C966-4A72-94DC-B824AF366333}"/>
              </a:ext>
            </a:extLst>
          </p:cNvPr>
          <p:cNvCxnSpPr>
            <a:stCxn id="239" idx="4"/>
            <a:endCxn id="240" idx="0"/>
          </p:cNvCxnSpPr>
          <p:nvPr/>
        </p:nvCxnSpPr>
        <p:spPr>
          <a:xfrm flipH="1">
            <a:off x="8193284" y="3707029"/>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直線矢印コネクタ 245">
            <a:extLst>
              <a:ext uri="{FF2B5EF4-FFF2-40B4-BE49-F238E27FC236}">
                <a16:creationId xmlns:a16="http://schemas.microsoft.com/office/drawing/2014/main" id="{53A9B532-CC89-48CA-9FB4-E1AA812C7132}"/>
              </a:ext>
            </a:extLst>
          </p:cNvPr>
          <p:cNvCxnSpPr>
            <a:stCxn id="238" idx="4"/>
            <a:endCxn id="239" idx="0"/>
          </p:cNvCxnSpPr>
          <p:nvPr/>
        </p:nvCxnSpPr>
        <p:spPr>
          <a:xfrm flipH="1">
            <a:off x="8193285" y="2998355"/>
            <a:ext cx="3" cy="34867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直線矢印コネクタ 246">
            <a:extLst>
              <a:ext uri="{FF2B5EF4-FFF2-40B4-BE49-F238E27FC236}">
                <a16:creationId xmlns:a16="http://schemas.microsoft.com/office/drawing/2014/main" id="{FA2D0E8B-8D1B-4520-BD92-0901E6AC0970}"/>
              </a:ext>
            </a:extLst>
          </p:cNvPr>
          <p:cNvCxnSpPr>
            <a:stCxn id="237" idx="4"/>
            <a:endCxn id="238" idx="0"/>
          </p:cNvCxnSpPr>
          <p:nvPr/>
        </p:nvCxnSpPr>
        <p:spPr>
          <a:xfrm flipH="1">
            <a:off x="8193288" y="2260167"/>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コネクタ: カギ線 250">
            <a:extLst>
              <a:ext uri="{FF2B5EF4-FFF2-40B4-BE49-F238E27FC236}">
                <a16:creationId xmlns:a16="http://schemas.microsoft.com/office/drawing/2014/main" id="{D0BEA347-9059-464D-BAAF-B4F76960399A}"/>
              </a:ext>
            </a:extLst>
          </p:cNvPr>
          <p:cNvCxnSpPr>
            <a:cxnSpLocks/>
            <a:stCxn id="237" idx="4"/>
            <a:endCxn id="135" idx="0"/>
          </p:cNvCxnSpPr>
          <p:nvPr/>
        </p:nvCxnSpPr>
        <p:spPr>
          <a:xfrm rot="16200000" flipH="1">
            <a:off x="8617005" y="1836450"/>
            <a:ext cx="374448" cy="1221881"/>
          </a:xfrm>
          <a:prstGeom prst="bentConnector3">
            <a:avLst>
              <a:gd name="adj1" fmla="val 5000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2" name="楕円 251">
            <a:extLst>
              <a:ext uri="{FF2B5EF4-FFF2-40B4-BE49-F238E27FC236}">
                <a16:creationId xmlns:a16="http://schemas.microsoft.com/office/drawing/2014/main" id="{F9DE0EF5-7C2F-4637-B363-898134D377B7}"/>
              </a:ext>
            </a:extLst>
          </p:cNvPr>
          <p:cNvSpPr/>
          <p:nvPr/>
        </p:nvSpPr>
        <p:spPr>
          <a:xfrm>
            <a:off x="7868825" y="529936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254" name="直線矢印コネクタ 253">
            <a:extLst>
              <a:ext uri="{FF2B5EF4-FFF2-40B4-BE49-F238E27FC236}">
                <a16:creationId xmlns:a16="http://schemas.microsoft.com/office/drawing/2014/main" id="{AB3DD3A8-CC72-47D5-AD16-A230101CA7EB}"/>
              </a:ext>
            </a:extLst>
          </p:cNvPr>
          <p:cNvCxnSpPr>
            <a:cxnSpLocks/>
            <a:stCxn id="240" idx="4"/>
            <a:endCxn id="252" idx="0"/>
          </p:cNvCxnSpPr>
          <p:nvPr/>
        </p:nvCxnSpPr>
        <p:spPr>
          <a:xfrm flipH="1">
            <a:off x="8192825" y="4964614"/>
            <a:ext cx="459" cy="33474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コネクタ: カギ線 255">
            <a:extLst>
              <a:ext uri="{FF2B5EF4-FFF2-40B4-BE49-F238E27FC236}">
                <a16:creationId xmlns:a16="http://schemas.microsoft.com/office/drawing/2014/main" id="{C0979AA4-64BB-4682-86CC-E82494476D80}"/>
              </a:ext>
            </a:extLst>
          </p:cNvPr>
          <p:cNvCxnSpPr>
            <a:cxnSpLocks/>
            <a:stCxn id="179" idx="4"/>
            <a:endCxn id="312" idx="0"/>
          </p:cNvCxnSpPr>
          <p:nvPr/>
        </p:nvCxnSpPr>
        <p:spPr>
          <a:xfrm rot="5400000" flipH="1">
            <a:off x="8073470" y="4313393"/>
            <a:ext cx="1725480" cy="957913"/>
          </a:xfrm>
          <a:prstGeom prst="bentConnector5">
            <a:avLst>
              <a:gd name="adj1" fmla="val -13248"/>
              <a:gd name="adj2" fmla="val 48552"/>
              <a:gd name="adj3" fmla="val 11324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7" name="正方形/長方形 256">
            <a:extLst>
              <a:ext uri="{FF2B5EF4-FFF2-40B4-BE49-F238E27FC236}">
                <a16:creationId xmlns:a16="http://schemas.microsoft.com/office/drawing/2014/main" id="{A4CB5781-F54B-425F-9D2A-C6F44E92F9F6}"/>
              </a:ext>
            </a:extLst>
          </p:cNvPr>
          <p:cNvSpPr/>
          <p:nvPr/>
        </p:nvSpPr>
        <p:spPr>
          <a:xfrm>
            <a:off x="8184562" y="3203786"/>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59" name="正方形/長方形 258">
            <a:extLst>
              <a:ext uri="{FF2B5EF4-FFF2-40B4-BE49-F238E27FC236}">
                <a16:creationId xmlns:a16="http://schemas.microsoft.com/office/drawing/2014/main" id="{A555638C-4EFF-4A5A-9CE5-24D03AEFAB72}"/>
              </a:ext>
            </a:extLst>
          </p:cNvPr>
          <p:cNvSpPr/>
          <p:nvPr/>
        </p:nvSpPr>
        <p:spPr>
          <a:xfrm>
            <a:off x="8268365" y="515870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61" name="正方形/長方形 260">
            <a:extLst>
              <a:ext uri="{FF2B5EF4-FFF2-40B4-BE49-F238E27FC236}">
                <a16:creationId xmlns:a16="http://schemas.microsoft.com/office/drawing/2014/main" id="{50195373-2C55-4880-9276-426D55D50AC8}"/>
              </a:ext>
            </a:extLst>
          </p:cNvPr>
          <p:cNvSpPr/>
          <p:nvPr/>
        </p:nvSpPr>
        <p:spPr>
          <a:xfrm>
            <a:off x="8294821" y="2523489"/>
            <a:ext cx="401018"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10,11</a:t>
            </a:r>
            <a:endParaRPr kumimoji="1" lang="ja-JP" altLang="en-US" sz="1200" baseline="-25000" dirty="0">
              <a:solidFill>
                <a:schemeClr val="tx1"/>
              </a:solidFill>
            </a:endParaRPr>
          </a:p>
        </p:txBody>
      </p:sp>
      <p:sp>
        <p:nvSpPr>
          <p:cNvPr id="273" name="正方形/長方形 272">
            <a:extLst>
              <a:ext uri="{FF2B5EF4-FFF2-40B4-BE49-F238E27FC236}">
                <a16:creationId xmlns:a16="http://schemas.microsoft.com/office/drawing/2014/main" id="{9FE3A06E-42CA-43D5-9E46-F2AF04639E4A}"/>
              </a:ext>
            </a:extLst>
          </p:cNvPr>
          <p:cNvSpPr/>
          <p:nvPr/>
        </p:nvSpPr>
        <p:spPr>
          <a:xfrm>
            <a:off x="2388627" y="179280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baseline="-25000" dirty="0">
              <a:solidFill>
                <a:schemeClr val="tx1"/>
              </a:solidFill>
            </a:endParaRPr>
          </a:p>
        </p:txBody>
      </p:sp>
      <p:sp>
        <p:nvSpPr>
          <p:cNvPr id="274" name="正方形/長方形 273">
            <a:extLst>
              <a:ext uri="{FF2B5EF4-FFF2-40B4-BE49-F238E27FC236}">
                <a16:creationId xmlns:a16="http://schemas.microsoft.com/office/drawing/2014/main" id="{67075E2A-2F96-4E3C-A6BA-6B62C952C4CD}"/>
              </a:ext>
            </a:extLst>
          </p:cNvPr>
          <p:cNvSpPr/>
          <p:nvPr/>
        </p:nvSpPr>
        <p:spPr>
          <a:xfrm>
            <a:off x="3579385" y="178020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dirty="0">
              <a:solidFill>
                <a:schemeClr val="tx1"/>
              </a:solidFill>
            </a:endParaRPr>
          </a:p>
        </p:txBody>
      </p:sp>
      <p:sp>
        <p:nvSpPr>
          <p:cNvPr id="275" name="正方形/長方形 274">
            <a:extLst>
              <a:ext uri="{FF2B5EF4-FFF2-40B4-BE49-F238E27FC236}">
                <a16:creationId xmlns:a16="http://schemas.microsoft.com/office/drawing/2014/main" id="{68AAFECC-4913-4CEA-8403-C696A5780317}"/>
              </a:ext>
            </a:extLst>
          </p:cNvPr>
          <p:cNvSpPr/>
          <p:nvPr/>
        </p:nvSpPr>
        <p:spPr>
          <a:xfrm>
            <a:off x="4829947" y="17581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6" name="正方形/長方形 275">
            <a:extLst>
              <a:ext uri="{FF2B5EF4-FFF2-40B4-BE49-F238E27FC236}">
                <a16:creationId xmlns:a16="http://schemas.microsoft.com/office/drawing/2014/main" id="{D7A06B7D-5086-4FF0-9DA5-38325373D5F3}"/>
              </a:ext>
            </a:extLst>
          </p:cNvPr>
          <p:cNvSpPr/>
          <p:nvPr/>
        </p:nvSpPr>
        <p:spPr>
          <a:xfrm>
            <a:off x="5998896" y="1761096"/>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7" name="正方形/長方形 276">
            <a:extLst>
              <a:ext uri="{FF2B5EF4-FFF2-40B4-BE49-F238E27FC236}">
                <a16:creationId xmlns:a16="http://schemas.microsoft.com/office/drawing/2014/main" id="{C4B21E31-CC73-408E-A54D-533D31E1A3B7}"/>
              </a:ext>
            </a:extLst>
          </p:cNvPr>
          <p:cNvSpPr/>
          <p:nvPr/>
        </p:nvSpPr>
        <p:spPr>
          <a:xfrm>
            <a:off x="7107587" y="1770846"/>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85" name="正方形/長方形 284">
            <a:extLst>
              <a:ext uri="{FF2B5EF4-FFF2-40B4-BE49-F238E27FC236}">
                <a16:creationId xmlns:a16="http://schemas.microsoft.com/office/drawing/2014/main" id="{36E3F1D4-4ECA-46BC-9894-B578563C799D}"/>
              </a:ext>
            </a:extLst>
          </p:cNvPr>
          <p:cNvSpPr/>
          <p:nvPr/>
        </p:nvSpPr>
        <p:spPr>
          <a:xfrm>
            <a:off x="8089312" y="1765742"/>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8" name="四角形: 角を丸くする 287">
            <a:extLst>
              <a:ext uri="{FF2B5EF4-FFF2-40B4-BE49-F238E27FC236}">
                <a16:creationId xmlns:a16="http://schemas.microsoft.com/office/drawing/2014/main" id="{97B47D32-EFC0-4AB3-8CB6-487228A82E51}"/>
              </a:ext>
            </a:extLst>
          </p:cNvPr>
          <p:cNvSpPr/>
          <p:nvPr/>
        </p:nvSpPr>
        <p:spPr>
          <a:xfrm>
            <a:off x="2399645" y="394774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1" name="四角形: 角を丸くする 290">
            <a:extLst>
              <a:ext uri="{FF2B5EF4-FFF2-40B4-BE49-F238E27FC236}">
                <a16:creationId xmlns:a16="http://schemas.microsoft.com/office/drawing/2014/main" id="{118BE76C-AFC7-46E4-A322-438F9A8ED5B8}"/>
              </a:ext>
            </a:extLst>
          </p:cNvPr>
          <p:cNvSpPr/>
          <p:nvPr/>
        </p:nvSpPr>
        <p:spPr>
          <a:xfrm>
            <a:off x="3275325" y="5752442"/>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2" name="四角形: 角を丸くする 291">
            <a:extLst>
              <a:ext uri="{FF2B5EF4-FFF2-40B4-BE49-F238E27FC236}">
                <a16:creationId xmlns:a16="http://schemas.microsoft.com/office/drawing/2014/main" id="{C8698A6A-9B11-4C6B-98BF-C7F93A3377E5}"/>
              </a:ext>
            </a:extLst>
          </p:cNvPr>
          <p:cNvSpPr/>
          <p:nvPr/>
        </p:nvSpPr>
        <p:spPr>
          <a:xfrm>
            <a:off x="3604570" y="3931408"/>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3" name="四角形: 角を丸くする 292">
            <a:extLst>
              <a:ext uri="{FF2B5EF4-FFF2-40B4-BE49-F238E27FC236}">
                <a16:creationId xmlns:a16="http://schemas.microsoft.com/office/drawing/2014/main" id="{4CBE9611-8C48-4125-BC38-C452F2E86E52}"/>
              </a:ext>
            </a:extLst>
          </p:cNvPr>
          <p:cNvSpPr/>
          <p:nvPr/>
        </p:nvSpPr>
        <p:spPr>
          <a:xfrm>
            <a:off x="4517795" y="57514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4" name="四角形: 角を丸くする 293">
            <a:extLst>
              <a:ext uri="{FF2B5EF4-FFF2-40B4-BE49-F238E27FC236}">
                <a16:creationId xmlns:a16="http://schemas.microsoft.com/office/drawing/2014/main" id="{569ED9DF-7C97-456D-B291-3D265CD6FAAE}"/>
              </a:ext>
            </a:extLst>
          </p:cNvPr>
          <p:cNvSpPr/>
          <p:nvPr/>
        </p:nvSpPr>
        <p:spPr>
          <a:xfrm>
            <a:off x="4776946" y="3924369"/>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5" name="四角形: 角を丸くする 294">
            <a:extLst>
              <a:ext uri="{FF2B5EF4-FFF2-40B4-BE49-F238E27FC236}">
                <a16:creationId xmlns:a16="http://schemas.microsoft.com/office/drawing/2014/main" id="{9C5938DD-9CAE-46C7-BFF0-ECFDC3F299DD}"/>
              </a:ext>
            </a:extLst>
          </p:cNvPr>
          <p:cNvSpPr/>
          <p:nvPr/>
        </p:nvSpPr>
        <p:spPr>
          <a:xfrm>
            <a:off x="5789038" y="57514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6" name="四角形: 角を丸くする 295">
            <a:extLst>
              <a:ext uri="{FF2B5EF4-FFF2-40B4-BE49-F238E27FC236}">
                <a16:creationId xmlns:a16="http://schemas.microsoft.com/office/drawing/2014/main" id="{EA4E46B0-4FD1-40D9-A8A9-D21C0F0C50DD}"/>
              </a:ext>
            </a:extLst>
          </p:cNvPr>
          <p:cNvSpPr/>
          <p:nvPr/>
        </p:nvSpPr>
        <p:spPr>
          <a:xfrm>
            <a:off x="5949520" y="391233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7" name="四角形: 角を丸くする 296">
            <a:extLst>
              <a:ext uri="{FF2B5EF4-FFF2-40B4-BE49-F238E27FC236}">
                <a16:creationId xmlns:a16="http://schemas.microsoft.com/office/drawing/2014/main" id="{D31CF553-B1F2-409D-9A0E-D0050F503996}"/>
              </a:ext>
            </a:extLst>
          </p:cNvPr>
          <p:cNvSpPr/>
          <p:nvPr/>
        </p:nvSpPr>
        <p:spPr>
          <a:xfrm>
            <a:off x="7002122" y="5752442"/>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8" name="四角形: 角を丸くする 297">
            <a:extLst>
              <a:ext uri="{FF2B5EF4-FFF2-40B4-BE49-F238E27FC236}">
                <a16:creationId xmlns:a16="http://schemas.microsoft.com/office/drawing/2014/main" id="{195C5337-04BA-4428-B8E4-FA9718203868}"/>
              </a:ext>
            </a:extLst>
          </p:cNvPr>
          <p:cNvSpPr/>
          <p:nvPr/>
        </p:nvSpPr>
        <p:spPr>
          <a:xfrm>
            <a:off x="7092510" y="3967504"/>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11" name="四角形: 角を丸くする 310">
            <a:extLst>
              <a:ext uri="{FF2B5EF4-FFF2-40B4-BE49-F238E27FC236}">
                <a16:creationId xmlns:a16="http://schemas.microsoft.com/office/drawing/2014/main" id="{1EB36A7C-63BC-4618-9C64-C89226166424}"/>
              </a:ext>
            </a:extLst>
          </p:cNvPr>
          <p:cNvSpPr/>
          <p:nvPr/>
        </p:nvSpPr>
        <p:spPr>
          <a:xfrm>
            <a:off x="8020608" y="5748136"/>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12" name="四角形: 角を丸くする 311">
            <a:extLst>
              <a:ext uri="{FF2B5EF4-FFF2-40B4-BE49-F238E27FC236}">
                <a16:creationId xmlns:a16="http://schemas.microsoft.com/office/drawing/2014/main" id="{EE4AD687-31B6-423F-BD4D-64C6AA01C7CB}"/>
              </a:ext>
            </a:extLst>
          </p:cNvPr>
          <p:cNvSpPr/>
          <p:nvPr/>
        </p:nvSpPr>
        <p:spPr>
          <a:xfrm>
            <a:off x="8276950" y="3929609"/>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352" name="直線矢印コネクタ 351">
            <a:extLst>
              <a:ext uri="{FF2B5EF4-FFF2-40B4-BE49-F238E27FC236}">
                <a16:creationId xmlns:a16="http://schemas.microsoft.com/office/drawing/2014/main" id="{24913B6A-2E7C-4D18-907E-C099EDE794F5}"/>
              </a:ext>
            </a:extLst>
          </p:cNvPr>
          <p:cNvCxnSpPr>
            <a:cxnSpLocks/>
            <a:stCxn id="7" idx="4"/>
            <a:endCxn id="362" idx="0"/>
          </p:cNvCxnSpPr>
          <p:nvPr/>
        </p:nvCxnSpPr>
        <p:spPr>
          <a:xfrm rot="5400000">
            <a:off x="1357646" y="4894250"/>
            <a:ext cx="847831" cy="1007566"/>
          </a:xfrm>
          <a:prstGeom prst="bentConnector3">
            <a:avLst>
              <a:gd name="adj1" fmla="val 1517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7" name="直線矢印コネクタ 356">
            <a:extLst>
              <a:ext uri="{FF2B5EF4-FFF2-40B4-BE49-F238E27FC236}">
                <a16:creationId xmlns:a16="http://schemas.microsoft.com/office/drawing/2014/main" id="{8178CCF0-3547-46BD-9D93-29DDC710C5BA}"/>
              </a:ext>
            </a:extLst>
          </p:cNvPr>
          <p:cNvCxnSpPr>
            <a:cxnSpLocks/>
            <a:endCxn id="4" idx="0"/>
          </p:cNvCxnSpPr>
          <p:nvPr/>
        </p:nvCxnSpPr>
        <p:spPr>
          <a:xfrm flipH="1">
            <a:off x="2285349" y="1371148"/>
            <a:ext cx="6410" cy="53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1" name="テキスト ボックス 360">
            <a:extLst>
              <a:ext uri="{FF2B5EF4-FFF2-40B4-BE49-F238E27FC236}">
                <a16:creationId xmlns:a16="http://schemas.microsoft.com/office/drawing/2014/main" id="{9827CB17-7125-4387-9948-4912C2D3FAFA}"/>
              </a:ext>
            </a:extLst>
          </p:cNvPr>
          <p:cNvSpPr txBox="1"/>
          <p:nvPr/>
        </p:nvSpPr>
        <p:spPr>
          <a:xfrm>
            <a:off x="1931092" y="1001098"/>
            <a:ext cx="751836" cy="369332"/>
          </a:xfrm>
          <a:prstGeom prst="rect">
            <a:avLst/>
          </a:prstGeom>
          <a:noFill/>
        </p:spPr>
        <p:txBody>
          <a:bodyPr wrap="square" rtlCol="0">
            <a:spAutoFit/>
          </a:bodyPr>
          <a:lstStyle/>
          <a:p>
            <a:pPr algn="ctr"/>
            <a:r>
              <a:rPr lang="ja-JP" altLang="en-US" dirty="0"/>
              <a:t>入力</a:t>
            </a:r>
            <a:endParaRPr kumimoji="1" lang="ja-JP" altLang="en-US" dirty="0"/>
          </a:p>
        </p:txBody>
      </p:sp>
      <p:sp>
        <p:nvSpPr>
          <p:cNvPr id="362" name="テキスト ボックス 361">
            <a:extLst>
              <a:ext uri="{FF2B5EF4-FFF2-40B4-BE49-F238E27FC236}">
                <a16:creationId xmlns:a16="http://schemas.microsoft.com/office/drawing/2014/main" id="{B737E26E-0EE4-4843-89F7-5F8DC9C1BFF8}"/>
              </a:ext>
            </a:extLst>
          </p:cNvPr>
          <p:cNvSpPr txBox="1"/>
          <p:nvPr/>
        </p:nvSpPr>
        <p:spPr>
          <a:xfrm>
            <a:off x="901860" y="5821949"/>
            <a:ext cx="751836" cy="369332"/>
          </a:xfrm>
          <a:prstGeom prst="rect">
            <a:avLst/>
          </a:prstGeom>
          <a:noFill/>
        </p:spPr>
        <p:txBody>
          <a:bodyPr wrap="square" rtlCol="0">
            <a:spAutoFit/>
          </a:bodyPr>
          <a:lstStyle/>
          <a:p>
            <a:pPr algn="ctr"/>
            <a:r>
              <a:rPr lang="ja-JP" altLang="en-US" dirty="0"/>
              <a:t>出力</a:t>
            </a:r>
            <a:endParaRPr kumimoji="1" lang="ja-JP" altLang="en-US" dirty="0"/>
          </a:p>
        </p:txBody>
      </p:sp>
      <p:sp>
        <p:nvSpPr>
          <p:cNvPr id="363" name="テキスト ボックス 362">
            <a:extLst>
              <a:ext uri="{FF2B5EF4-FFF2-40B4-BE49-F238E27FC236}">
                <a16:creationId xmlns:a16="http://schemas.microsoft.com/office/drawing/2014/main" id="{167D9FD4-B118-437C-A00D-4E5717D7AF7F}"/>
              </a:ext>
            </a:extLst>
          </p:cNvPr>
          <p:cNvSpPr txBox="1"/>
          <p:nvPr/>
        </p:nvSpPr>
        <p:spPr>
          <a:xfrm>
            <a:off x="2697777" y="1001098"/>
            <a:ext cx="4649397" cy="369332"/>
          </a:xfrm>
          <a:prstGeom prst="rect">
            <a:avLst/>
          </a:prstGeom>
          <a:noFill/>
        </p:spPr>
        <p:txBody>
          <a:bodyPr wrap="square" rtlCol="0">
            <a:spAutoFit/>
          </a:bodyPr>
          <a:lstStyle/>
          <a:p>
            <a:r>
              <a:rPr kumimoji="1" lang="ja-JP" altLang="en-US" dirty="0"/>
              <a:t>入力パケット：</a:t>
            </a:r>
            <a:r>
              <a:rPr kumimoji="1" lang="en-US" altLang="ja-JP" dirty="0"/>
              <a:t>gen</a:t>
            </a:r>
            <a:r>
              <a:rPr kumimoji="1" lang="ja-JP" altLang="en-US" dirty="0"/>
              <a:t>が</a:t>
            </a:r>
            <a:r>
              <a:rPr kumimoji="1" lang="en-US" altLang="ja-JP" dirty="0"/>
              <a:t>0</a:t>
            </a:r>
            <a:r>
              <a:rPr kumimoji="1" lang="ja-JP" altLang="en-US" dirty="0"/>
              <a:t>から</a:t>
            </a:r>
            <a:r>
              <a:rPr kumimoji="1" lang="en-US" altLang="ja-JP" dirty="0"/>
              <a:t>1</a:t>
            </a:r>
            <a:r>
              <a:rPr kumimoji="1" lang="ja-JP" altLang="en-US" dirty="0"/>
              <a:t>つずつ増加</a:t>
            </a:r>
          </a:p>
        </p:txBody>
      </p:sp>
      <p:sp>
        <p:nvSpPr>
          <p:cNvPr id="135" name="楕円 134">
            <a:extLst>
              <a:ext uri="{FF2B5EF4-FFF2-40B4-BE49-F238E27FC236}">
                <a16:creationId xmlns:a16="http://schemas.microsoft.com/office/drawing/2014/main" id="{653FB075-4D0D-70B8-6994-B32426B7F66E}"/>
              </a:ext>
            </a:extLst>
          </p:cNvPr>
          <p:cNvSpPr/>
          <p:nvPr/>
        </p:nvSpPr>
        <p:spPr>
          <a:xfrm>
            <a:off x="9091170" y="263461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37" name="楕円 136">
            <a:extLst>
              <a:ext uri="{FF2B5EF4-FFF2-40B4-BE49-F238E27FC236}">
                <a16:creationId xmlns:a16="http://schemas.microsoft.com/office/drawing/2014/main" id="{553DC567-9E46-4536-2069-8C1C56D558A1}"/>
              </a:ext>
            </a:extLst>
          </p:cNvPr>
          <p:cNvSpPr/>
          <p:nvPr/>
        </p:nvSpPr>
        <p:spPr>
          <a:xfrm>
            <a:off x="9091167" y="334422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cxnSp>
        <p:nvCxnSpPr>
          <p:cNvPr id="139" name="直線矢印コネクタ 138">
            <a:extLst>
              <a:ext uri="{FF2B5EF4-FFF2-40B4-BE49-F238E27FC236}">
                <a16:creationId xmlns:a16="http://schemas.microsoft.com/office/drawing/2014/main" id="{2632CF9A-1EDB-C8A8-CF79-6F10D7E58AFB}"/>
              </a:ext>
            </a:extLst>
          </p:cNvPr>
          <p:cNvCxnSpPr>
            <a:stCxn id="135" idx="4"/>
            <a:endCxn id="137" idx="0"/>
          </p:cNvCxnSpPr>
          <p:nvPr/>
        </p:nvCxnSpPr>
        <p:spPr>
          <a:xfrm flipH="1">
            <a:off x="9415167" y="299461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線矢印コネクタ 140">
            <a:extLst>
              <a:ext uri="{FF2B5EF4-FFF2-40B4-BE49-F238E27FC236}">
                <a16:creationId xmlns:a16="http://schemas.microsoft.com/office/drawing/2014/main" id="{CABFF734-05BE-8AEC-5FA3-0B87BDDC0BA2}"/>
              </a:ext>
            </a:extLst>
          </p:cNvPr>
          <p:cNvCxnSpPr>
            <a:cxnSpLocks/>
            <a:stCxn id="137" idx="4"/>
            <a:endCxn id="176" idx="0"/>
          </p:cNvCxnSpPr>
          <p:nvPr/>
        </p:nvCxnSpPr>
        <p:spPr>
          <a:xfrm>
            <a:off x="9415167" y="3704227"/>
            <a:ext cx="8769" cy="87853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3" name="正方形/長方形 142">
            <a:extLst>
              <a:ext uri="{FF2B5EF4-FFF2-40B4-BE49-F238E27FC236}">
                <a16:creationId xmlns:a16="http://schemas.microsoft.com/office/drawing/2014/main" id="{64859606-9F5E-EF33-BBB0-D61F2C5DC3C0}"/>
              </a:ext>
            </a:extLst>
          </p:cNvPr>
          <p:cNvSpPr/>
          <p:nvPr/>
        </p:nvSpPr>
        <p:spPr>
          <a:xfrm>
            <a:off x="9457289" y="317577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145" name="正方形/長方形 144">
            <a:extLst>
              <a:ext uri="{FF2B5EF4-FFF2-40B4-BE49-F238E27FC236}">
                <a16:creationId xmlns:a16="http://schemas.microsoft.com/office/drawing/2014/main" id="{F4B53C36-73BA-63B1-7E1E-43BF615984D5}"/>
              </a:ext>
            </a:extLst>
          </p:cNvPr>
          <p:cNvSpPr/>
          <p:nvPr/>
        </p:nvSpPr>
        <p:spPr>
          <a:xfrm>
            <a:off x="9510484" y="252165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12</a:t>
            </a:r>
            <a:endParaRPr kumimoji="1" lang="ja-JP" altLang="en-US" sz="1200" baseline="-25000" dirty="0">
              <a:solidFill>
                <a:schemeClr val="tx1"/>
              </a:solidFill>
            </a:endParaRPr>
          </a:p>
        </p:txBody>
      </p:sp>
      <p:sp>
        <p:nvSpPr>
          <p:cNvPr id="147" name="楕円 146">
            <a:extLst>
              <a:ext uri="{FF2B5EF4-FFF2-40B4-BE49-F238E27FC236}">
                <a16:creationId xmlns:a16="http://schemas.microsoft.com/office/drawing/2014/main" id="{1B96EE5D-390D-1AFE-112A-CA247781BC36}"/>
              </a:ext>
            </a:extLst>
          </p:cNvPr>
          <p:cNvSpPr/>
          <p:nvPr/>
        </p:nvSpPr>
        <p:spPr>
          <a:xfrm>
            <a:off x="9941323" y="263314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49" name="楕円 148">
            <a:extLst>
              <a:ext uri="{FF2B5EF4-FFF2-40B4-BE49-F238E27FC236}">
                <a16:creationId xmlns:a16="http://schemas.microsoft.com/office/drawing/2014/main" id="{982167E1-9741-BBDC-6CD7-06CF40C3B7D8}"/>
              </a:ext>
            </a:extLst>
          </p:cNvPr>
          <p:cNvSpPr/>
          <p:nvPr/>
        </p:nvSpPr>
        <p:spPr>
          <a:xfrm>
            <a:off x="9941320" y="334275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51" name="楕円 150">
            <a:extLst>
              <a:ext uri="{FF2B5EF4-FFF2-40B4-BE49-F238E27FC236}">
                <a16:creationId xmlns:a16="http://schemas.microsoft.com/office/drawing/2014/main" id="{DDCFA0A6-3DD0-DD78-AB4D-F13AD1D262BC}"/>
              </a:ext>
            </a:extLst>
          </p:cNvPr>
          <p:cNvSpPr/>
          <p:nvPr/>
        </p:nvSpPr>
        <p:spPr>
          <a:xfrm>
            <a:off x="9942648" y="5311160"/>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152" name="直線矢印コネクタ 151">
            <a:extLst>
              <a:ext uri="{FF2B5EF4-FFF2-40B4-BE49-F238E27FC236}">
                <a16:creationId xmlns:a16="http://schemas.microsoft.com/office/drawing/2014/main" id="{90C7A3EB-A68A-6717-0958-7E3C9ADA55E8}"/>
              </a:ext>
            </a:extLst>
          </p:cNvPr>
          <p:cNvCxnSpPr>
            <a:stCxn id="147" idx="4"/>
            <a:endCxn id="149" idx="0"/>
          </p:cNvCxnSpPr>
          <p:nvPr/>
        </p:nvCxnSpPr>
        <p:spPr>
          <a:xfrm flipH="1">
            <a:off x="10265320" y="299314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4" name="正方形/長方形 153">
            <a:extLst>
              <a:ext uri="{FF2B5EF4-FFF2-40B4-BE49-F238E27FC236}">
                <a16:creationId xmlns:a16="http://schemas.microsoft.com/office/drawing/2014/main" id="{7FF3D4B8-67E2-BA8D-19C7-EEB26ECA65D8}"/>
              </a:ext>
            </a:extLst>
          </p:cNvPr>
          <p:cNvSpPr/>
          <p:nvPr/>
        </p:nvSpPr>
        <p:spPr>
          <a:xfrm>
            <a:off x="10307442" y="317430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155" name="正方形/長方形 154">
            <a:extLst>
              <a:ext uri="{FF2B5EF4-FFF2-40B4-BE49-F238E27FC236}">
                <a16:creationId xmlns:a16="http://schemas.microsoft.com/office/drawing/2014/main" id="{037956C7-4EC2-8851-EEF3-4F610208D127}"/>
              </a:ext>
            </a:extLst>
          </p:cNvPr>
          <p:cNvSpPr/>
          <p:nvPr/>
        </p:nvSpPr>
        <p:spPr>
          <a:xfrm>
            <a:off x="10360637" y="25201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13</a:t>
            </a:r>
            <a:endParaRPr kumimoji="1" lang="ja-JP" altLang="en-US" sz="1200" dirty="0">
              <a:solidFill>
                <a:schemeClr val="tx1"/>
              </a:solidFill>
            </a:endParaRPr>
          </a:p>
        </p:txBody>
      </p:sp>
      <p:sp>
        <p:nvSpPr>
          <p:cNvPr id="176" name="楕円 175">
            <a:extLst>
              <a:ext uri="{FF2B5EF4-FFF2-40B4-BE49-F238E27FC236}">
                <a16:creationId xmlns:a16="http://schemas.microsoft.com/office/drawing/2014/main" id="{758A0D48-F881-33EE-950C-95CAEB8A71D0}"/>
              </a:ext>
            </a:extLst>
          </p:cNvPr>
          <p:cNvSpPr/>
          <p:nvPr/>
        </p:nvSpPr>
        <p:spPr>
          <a:xfrm>
            <a:off x="9099936" y="458276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177" name="四角形: 角を丸くする 176">
            <a:extLst>
              <a:ext uri="{FF2B5EF4-FFF2-40B4-BE49-F238E27FC236}">
                <a16:creationId xmlns:a16="http://schemas.microsoft.com/office/drawing/2014/main" id="{98543AFC-3BAB-C57A-5148-6B57B298022F}"/>
              </a:ext>
            </a:extLst>
          </p:cNvPr>
          <p:cNvSpPr/>
          <p:nvPr/>
        </p:nvSpPr>
        <p:spPr>
          <a:xfrm>
            <a:off x="9507602" y="390775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178" name="コネクタ: カギ線 177">
            <a:extLst>
              <a:ext uri="{FF2B5EF4-FFF2-40B4-BE49-F238E27FC236}">
                <a16:creationId xmlns:a16="http://schemas.microsoft.com/office/drawing/2014/main" id="{2CA5D9EE-1C03-2567-1988-C5FA718C4500}"/>
              </a:ext>
            </a:extLst>
          </p:cNvPr>
          <p:cNvCxnSpPr>
            <a:cxnSpLocks/>
            <a:stCxn id="151" idx="4"/>
            <a:endCxn id="177" idx="0"/>
          </p:cNvCxnSpPr>
          <p:nvPr/>
        </p:nvCxnSpPr>
        <p:spPr>
          <a:xfrm rot="5400000" flipH="1">
            <a:off x="9095575" y="4500088"/>
            <a:ext cx="1763403" cy="578743"/>
          </a:xfrm>
          <a:prstGeom prst="bentConnector5">
            <a:avLst>
              <a:gd name="adj1" fmla="val -12964"/>
              <a:gd name="adj2" fmla="val 62415"/>
              <a:gd name="adj3" fmla="val 11296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9" name="楕円 178">
            <a:extLst>
              <a:ext uri="{FF2B5EF4-FFF2-40B4-BE49-F238E27FC236}">
                <a16:creationId xmlns:a16="http://schemas.microsoft.com/office/drawing/2014/main" id="{EEDB582E-67BE-E818-AAB2-10BB66F276BD}"/>
              </a:ext>
            </a:extLst>
          </p:cNvPr>
          <p:cNvSpPr/>
          <p:nvPr/>
        </p:nvSpPr>
        <p:spPr>
          <a:xfrm>
            <a:off x="9091166" y="529508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181" name="直線矢印コネクタ 180">
            <a:extLst>
              <a:ext uri="{FF2B5EF4-FFF2-40B4-BE49-F238E27FC236}">
                <a16:creationId xmlns:a16="http://schemas.microsoft.com/office/drawing/2014/main" id="{E7ECD752-1FC6-FECF-4186-3F6A860C9331}"/>
              </a:ext>
            </a:extLst>
          </p:cNvPr>
          <p:cNvCxnSpPr>
            <a:cxnSpLocks/>
            <a:stCxn id="176" idx="4"/>
            <a:endCxn id="179" idx="0"/>
          </p:cNvCxnSpPr>
          <p:nvPr/>
        </p:nvCxnSpPr>
        <p:spPr>
          <a:xfrm flipH="1">
            <a:off x="9415166" y="4942762"/>
            <a:ext cx="8770" cy="35232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3" name="正方形/長方形 182">
            <a:extLst>
              <a:ext uri="{FF2B5EF4-FFF2-40B4-BE49-F238E27FC236}">
                <a16:creationId xmlns:a16="http://schemas.microsoft.com/office/drawing/2014/main" id="{9EF85391-648B-565D-A470-E3843DE25502}"/>
              </a:ext>
            </a:extLst>
          </p:cNvPr>
          <p:cNvSpPr/>
          <p:nvPr/>
        </p:nvSpPr>
        <p:spPr>
          <a:xfrm>
            <a:off x="9490706" y="515443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185" name="四角形: 角を丸くする 184">
            <a:extLst>
              <a:ext uri="{FF2B5EF4-FFF2-40B4-BE49-F238E27FC236}">
                <a16:creationId xmlns:a16="http://schemas.microsoft.com/office/drawing/2014/main" id="{84F2DECA-A3D2-7079-FE00-D96DFE4E47E1}"/>
              </a:ext>
            </a:extLst>
          </p:cNvPr>
          <p:cNvSpPr/>
          <p:nvPr/>
        </p:nvSpPr>
        <p:spPr>
          <a:xfrm>
            <a:off x="9242949" y="574386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cxnSp>
        <p:nvCxnSpPr>
          <p:cNvPr id="189" name="コネクタ: カギ線 188">
            <a:extLst>
              <a:ext uri="{FF2B5EF4-FFF2-40B4-BE49-F238E27FC236}">
                <a16:creationId xmlns:a16="http://schemas.microsoft.com/office/drawing/2014/main" id="{254E5C81-7609-E363-23F4-24ACF521AB99}"/>
              </a:ext>
            </a:extLst>
          </p:cNvPr>
          <p:cNvCxnSpPr>
            <a:cxnSpLocks/>
            <a:stCxn id="237" idx="4"/>
            <a:endCxn id="147" idx="0"/>
          </p:cNvCxnSpPr>
          <p:nvPr/>
        </p:nvCxnSpPr>
        <p:spPr>
          <a:xfrm rot="16200000" flipH="1">
            <a:off x="9042817" y="1410639"/>
            <a:ext cx="372978" cy="2072034"/>
          </a:xfrm>
          <a:prstGeom prst="bentConnector3">
            <a:avLst>
              <a:gd name="adj1" fmla="val 5000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9" name="楕円 198">
            <a:extLst>
              <a:ext uri="{FF2B5EF4-FFF2-40B4-BE49-F238E27FC236}">
                <a16:creationId xmlns:a16="http://schemas.microsoft.com/office/drawing/2014/main" id="{A175CA61-0412-656E-72DF-CBCCF0307101}"/>
              </a:ext>
            </a:extLst>
          </p:cNvPr>
          <p:cNvSpPr/>
          <p:nvPr/>
        </p:nvSpPr>
        <p:spPr>
          <a:xfrm>
            <a:off x="9941663" y="460570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00" name="四角形: 角を丸くする 199">
            <a:extLst>
              <a:ext uri="{FF2B5EF4-FFF2-40B4-BE49-F238E27FC236}">
                <a16:creationId xmlns:a16="http://schemas.microsoft.com/office/drawing/2014/main" id="{3767900C-2A36-F28E-57CB-02E1A0D91652}"/>
              </a:ext>
            </a:extLst>
          </p:cNvPr>
          <p:cNvSpPr/>
          <p:nvPr/>
        </p:nvSpPr>
        <p:spPr>
          <a:xfrm>
            <a:off x="10406479" y="391233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lang="ja-JP" altLang="en-US" sz="1200" dirty="0">
                <a:solidFill>
                  <a:schemeClr val="tx1"/>
                </a:solidFill>
              </a:rPr>
              <a:t>定数</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212" name="直線矢印コネクタ 211">
            <a:extLst>
              <a:ext uri="{FF2B5EF4-FFF2-40B4-BE49-F238E27FC236}">
                <a16:creationId xmlns:a16="http://schemas.microsoft.com/office/drawing/2014/main" id="{A7804B8A-F75C-AB67-1E35-AA4635C1E0CE}"/>
              </a:ext>
            </a:extLst>
          </p:cNvPr>
          <p:cNvCxnSpPr>
            <a:cxnSpLocks/>
            <a:stCxn id="149" idx="4"/>
            <a:endCxn id="199" idx="0"/>
          </p:cNvCxnSpPr>
          <p:nvPr/>
        </p:nvCxnSpPr>
        <p:spPr>
          <a:xfrm>
            <a:off x="10265320" y="3702757"/>
            <a:ext cx="343" cy="90294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1" name="直線矢印コネクタ 240">
            <a:extLst>
              <a:ext uri="{FF2B5EF4-FFF2-40B4-BE49-F238E27FC236}">
                <a16:creationId xmlns:a16="http://schemas.microsoft.com/office/drawing/2014/main" id="{0C1C4FA6-500E-D112-9662-1401DCCD8CF6}"/>
              </a:ext>
            </a:extLst>
          </p:cNvPr>
          <p:cNvCxnSpPr>
            <a:cxnSpLocks/>
            <a:stCxn id="199" idx="4"/>
            <a:endCxn id="151" idx="0"/>
          </p:cNvCxnSpPr>
          <p:nvPr/>
        </p:nvCxnSpPr>
        <p:spPr>
          <a:xfrm>
            <a:off x="10265663" y="4965702"/>
            <a:ext cx="985" cy="34545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6" name="楕円 315">
            <a:extLst>
              <a:ext uri="{FF2B5EF4-FFF2-40B4-BE49-F238E27FC236}">
                <a16:creationId xmlns:a16="http://schemas.microsoft.com/office/drawing/2014/main" id="{3F3514E7-B7BB-1B7B-9FFC-4E3A55BA9CD1}"/>
              </a:ext>
            </a:extLst>
          </p:cNvPr>
          <p:cNvSpPr/>
          <p:nvPr/>
        </p:nvSpPr>
        <p:spPr>
          <a:xfrm>
            <a:off x="1960138" y="53262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317" name="直線矢印コネクタ 316">
            <a:extLst>
              <a:ext uri="{FF2B5EF4-FFF2-40B4-BE49-F238E27FC236}">
                <a16:creationId xmlns:a16="http://schemas.microsoft.com/office/drawing/2014/main" id="{4FD3C7F5-CCB4-F5DD-2F15-72B0389EC54B}"/>
              </a:ext>
            </a:extLst>
          </p:cNvPr>
          <p:cNvCxnSpPr>
            <a:cxnSpLocks/>
            <a:stCxn id="7" idx="4"/>
            <a:endCxn id="316" idx="0"/>
          </p:cNvCxnSpPr>
          <p:nvPr/>
        </p:nvCxnSpPr>
        <p:spPr>
          <a:xfrm flipH="1">
            <a:off x="2284138" y="4974118"/>
            <a:ext cx="1206" cy="352119"/>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8" name="正方形/長方形 317">
            <a:extLst>
              <a:ext uri="{FF2B5EF4-FFF2-40B4-BE49-F238E27FC236}">
                <a16:creationId xmlns:a16="http://schemas.microsoft.com/office/drawing/2014/main" id="{519D3823-089A-5768-C318-2D577995734D}"/>
              </a:ext>
            </a:extLst>
          </p:cNvPr>
          <p:cNvSpPr/>
          <p:nvPr/>
        </p:nvSpPr>
        <p:spPr>
          <a:xfrm>
            <a:off x="2340278" y="520856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319" name="四角形: 角を丸くする 318">
            <a:extLst>
              <a:ext uri="{FF2B5EF4-FFF2-40B4-BE49-F238E27FC236}">
                <a16:creationId xmlns:a16="http://schemas.microsoft.com/office/drawing/2014/main" id="{6A7C8E53-1F80-87AD-16C7-A1C685C11394}"/>
              </a:ext>
            </a:extLst>
          </p:cNvPr>
          <p:cNvSpPr/>
          <p:nvPr/>
        </p:nvSpPr>
        <p:spPr>
          <a:xfrm>
            <a:off x="2055268" y="5779343"/>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35" name="正方形/長方形 334">
            <a:extLst>
              <a:ext uri="{FF2B5EF4-FFF2-40B4-BE49-F238E27FC236}">
                <a16:creationId xmlns:a16="http://schemas.microsoft.com/office/drawing/2014/main" id="{22AA9D87-EB0F-65CE-78FD-5413CCF01028}"/>
              </a:ext>
            </a:extLst>
          </p:cNvPr>
          <p:cNvSpPr/>
          <p:nvPr/>
        </p:nvSpPr>
        <p:spPr>
          <a:xfrm>
            <a:off x="8953500" y="2268732"/>
            <a:ext cx="2088080" cy="3979667"/>
          </a:xfrm>
          <a:prstGeom prst="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6" name="テキスト ボックス 335">
            <a:extLst>
              <a:ext uri="{FF2B5EF4-FFF2-40B4-BE49-F238E27FC236}">
                <a16:creationId xmlns:a16="http://schemas.microsoft.com/office/drawing/2014/main" id="{4664349C-63CB-D70C-6C36-2F139E630281}"/>
              </a:ext>
            </a:extLst>
          </p:cNvPr>
          <p:cNvSpPr txBox="1"/>
          <p:nvPr/>
        </p:nvSpPr>
        <p:spPr>
          <a:xfrm>
            <a:off x="8813182" y="1135675"/>
            <a:ext cx="3046722" cy="369332"/>
          </a:xfrm>
          <a:prstGeom prst="rect">
            <a:avLst/>
          </a:prstGeom>
          <a:noFill/>
          <a:ln w="19050">
            <a:solidFill>
              <a:schemeClr val="tx1"/>
            </a:solidFill>
            <a:prstDash val="solid"/>
          </a:ln>
        </p:spPr>
        <p:txBody>
          <a:bodyPr wrap="square" rtlCol="0">
            <a:spAutoFit/>
          </a:bodyPr>
          <a:lstStyle/>
          <a:p>
            <a:r>
              <a:rPr lang="ja-JP" altLang="en-US" dirty="0"/>
              <a:t>ここ</a:t>
            </a:r>
            <a:r>
              <a:rPr kumimoji="1" lang="ja-JP" altLang="en-US" dirty="0"/>
              <a:t>の処理は同時に行う</a:t>
            </a:r>
          </a:p>
        </p:txBody>
      </p:sp>
      <p:cxnSp>
        <p:nvCxnSpPr>
          <p:cNvPr id="337" name="直線コネクタ 336">
            <a:extLst>
              <a:ext uri="{FF2B5EF4-FFF2-40B4-BE49-F238E27FC236}">
                <a16:creationId xmlns:a16="http://schemas.microsoft.com/office/drawing/2014/main" id="{F25D3141-E2F6-995F-3A87-E886853DD932}"/>
              </a:ext>
            </a:extLst>
          </p:cNvPr>
          <p:cNvCxnSpPr>
            <a:cxnSpLocks/>
            <a:stCxn id="336" idx="2"/>
            <a:endCxn id="335" idx="0"/>
          </p:cNvCxnSpPr>
          <p:nvPr/>
        </p:nvCxnSpPr>
        <p:spPr>
          <a:xfrm flipH="1">
            <a:off x="9997540" y="1505007"/>
            <a:ext cx="339003" cy="763725"/>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843080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1B0F95-1523-DCD5-54AE-E542F11DE2AC}"/>
              </a:ext>
            </a:extLst>
          </p:cNvPr>
          <p:cNvSpPr>
            <a:spLocks noGrp="1"/>
          </p:cNvSpPr>
          <p:nvPr>
            <p:ph type="title"/>
          </p:nvPr>
        </p:nvSpPr>
        <p:spPr/>
        <p:txBody>
          <a:bodyPr/>
          <a:lstStyle/>
          <a:p>
            <a:r>
              <a:rPr lang="en-US" altLang="ja-JP" dirty="0"/>
              <a:t>9</a:t>
            </a:r>
            <a:r>
              <a:rPr kumimoji="1" lang="en-US" altLang="ja-JP" dirty="0"/>
              <a:t>/3</a:t>
            </a:r>
            <a:endParaRPr kumimoji="1" lang="ja-JP" altLang="en-US" dirty="0"/>
          </a:p>
        </p:txBody>
      </p:sp>
      <p:sp>
        <p:nvSpPr>
          <p:cNvPr id="3" name="コンテンツ プレースホルダー 2">
            <a:extLst>
              <a:ext uri="{FF2B5EF4-FFF2-40B4-BE49-F238E27FC236}">
                <a16:creationId xmlns:a16="http://schemas.microsoft.com/office/drawing/2014/main" id="{CE8DE124-CD05-932E-187E-F5BE77A576C9}"/>
              </a:ext>
            </a:extLst>
          </p:cNvPr>
          <p:cNvSpPr>
            <a:spLocks noGrp="1"/>
          </p:cNvSpPr>
          <p:nvPr>
            <p:ph idx="1"/>
          </p:nvPr>
        </p:nvSpPr>
        <p:spPr/>
        <p:txBody>
          <a:bodyPr/>
          <a:lstStyle/>
          <a:p>
            <a:r>
              <a:rPr kumimoji="1" lang="en-US" altLang="ja-JP" dirty="0" err="1"/>
              <a:t>dest</a:t>
            </a:r>
            <a:r>
              <a:rPr kumimoji="1" lang="ja-JP" altLang="en-US" dirty="0"/>
              <a:t>共有化による</a:t>
            </a:r>
            <a:r>
              <a:rPr kumimoji="1" lang="en-US" altLang="ja-JP" dirty="0"/>
              <a:t>OPC</a:t>
            </a:r>
            <a:r>
              <a:rPr kumimoji="1" lang="ja-JP" altLang="en-US" dirty="0"/>
              <a:t>の相違</a:t>
            </a:r>
            <a:endParaRPr kumimoji="1" lang="en-US" altLang="ja-JP" dirty="0"/>
          </a:p>
          <a:p>
            <a:pPr lvl="1"/>
            <a:r>
              <a:rPr kumimoji="1" lang="ja-JP" altLang="en-US" dirty="0"/>
              <a:t>フラグを立てた場合の長所と短所の比較</a:t>
            </a:r>
            <a:endParaRPr lang="en-US" altLang="ja-JP" dirty="0"/>
          </a:p>
          <a:p>
            <a:pPr marL="971550" lvl="1" indent="-514350">
              <a:buFont typeface="+mj-lt"/>
              <a:buAutoNum type="arabicPeriod"/>
            </a:pPr>
            <a:r>
              <a:rPr kumimoji="1" lang="ja-JP" altLang="en-US" dirty="0"/>
              <a:t>プログラムの実行時間</a:t>
            </a:r>
            <a:endParaRPr kumimoji="1" lang="en-US" altLang="ja-JP" dirty="0"/>
          </a:p>
          <a:p>
            <a:pPr marL="971550" lvl="1" indent="-514350">
              <a:buFont typeface="+mj-lt"/>
              <a:buAutoNum type="arabicPeriod"/>
            </a:pPr>
            <a:r>
              <a:rPr kumimoji="1" lang="ja-JP" altLang="en-US" dirty="0"/>
              <a:t>コード量</a:t>
            </a:r>
            <a:endParaRPr kumimoji="1" lang="en-US" altLang="ja-JP" dirty="0"/>
          </a:p>
          <a:p>
            <a:pPr marL="971550" lvl="1" indent="-514350">
              <a:buFont typeface="+mj-lt"/>
              <a:buAutoNum type="arabicPeriod"/>
            </a:pPr>
            <a:r>
              <a:rPr kumimoji="1" lang="ja-JP" altLang="en-US" dirty="0"/>
              <a:t>回路規模の増加量</a:t>
            </a:r>
            <a:endParaRPr kumimoji="1" lang="en-US" altLang="ja-JP" dirty="0"/>
          </a:p>
          <a:p>
            <a:pPr marL="971550" lvl="1" indent="-514350">
              <a:buFont typeface="+mj-lt"/>
              <a:buAutoNum type="arabicPeriod"/>
            </a:pPr>
            <a:endParaRPr lang="en-US" altLang="ja-JP" dirty="0"/>
          </a:p>
          <a:p>
            <a:r>
              <a:rPr kumimoji="1" lang="ja-JP" altLang="en-US" dirty="0"/>
              <a:t>再結合時の</a:t>
            </a:r>
            <a:r>
              <a:rPr kumimoji="1" lang="en-US" altLang="ja-JP" dirty="0" err="1"/>
              <a:t>dest</a:t>
            </a:r>
            <a:r>
              <a:rPr kumimoji="1" lang="ja-JP" altLang="en-US" dirty="0"/>
              <a:t>問題</a:t>
            </a:r>
            <a:endParaRPr kumimoji="1" lang="en-US" altLang="ja-JP" dirty="0"/>
          </a:p>
          <a:p>
            <a:pPr lvl="1"/>
            <a:r>
              <a:rPr kumimoji="1" lang="en-US" altLang="ja-JP" dirty="0"/>
              <a:t>FIR</a:t>
            </a:r>
            <a:r>
              <a:rPr kumimoji="1" lang="ja-JP" altLang="en-US" dirty="0"/>
              <a:t>専用ではないプログラム作成</a:t>
            </a:r>
            <a:endParaRPr kumimoji="1" lang="en-US" altLang="ja-JP" dirty="0"/>
          </a:p>
          <a:p>
            <a:pPr lvl="2"/>
            <a:r>
              <a:rPr lang="ja-JP" altLang="en-US" dirty="0"/>
              <a:t>メモリを用いた解決方法</a:t>
            </a:r>
            <a:endParaRPr lang="en-US" altLang="ja-JP" dirty="0"/>
          </a:p>
          <a:p>
            <a:pPr lvl="2"/>
            <a:r>
              <a:rPr lang="ja-JP" altLang="en-US" dirty="0"/>
              <a:t>バッファを用いた解決方法</a:t>
            </a:r>
            <a:endParaRPr lang="en-US" altLang="ja-JP" dirty="0"/>
          </a:p>
          <a:p>
            <a:pPr lvl="2"/>
            <a:r>
              <a:rPr kumimoji="1" lang="ja-JP" altLang="en-US" dirty="0"/>
              <a:t>プログラムによる解決方法</a:t>
            </a:r>
            <a:endParaRPr kumimoji="1" lang="en-US" altLang="ja-JP" dirty="0"/>
          </a:p>
          <a:p>
            <a:endParaRPr kumimoji="1" lang="ja-JP" altLang="en-US" dirty="0"/>
          </a:p>
        </p:txBody>
      </p:sp>
      <p:sp>
        <p:nvSpPr>
          <p:cNvPr id="4" name="日付プレースホルダー 3">
            <a:extLst>
              <a:ext uri="{FF2B5EF4-FFF2-40B4-BE49-F238E27FC236}">
                <a16:creationId xmlns:a16="http://schemas.microsoft.com/office/drawing/2014/main" id="{4D9FE26E-A07A-A904-6AF7-B55B62D2A46E}"/>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F56AF00B-DBE9-4434-C4C9-72C9624FA125}"/>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7E9505D6-C9BD-0953-39CE-476D7EDC440F}"/>
              </a:ext>
            </a:extLst>
          </p:cNvPr>
          <p:cNvSpPr>
            <a:spLocks noGrp="1"/>
          </p:cNvSpPr>
          <p:nvPr>
            <p:ph type="sldNum" sz="quarter" idx="12"/>
          </p:nvPr>
        </p:nvSpPr>
        <p:spPr/>
        <p:txBody>
          <a:bodyPr/>
          <a:lstStyle/>
          <a:p>
            <a:fld id="{273F27D2-06B6-4999-B31F-B875E94682A2}" type="slidenum">
              <a:rPr lang="ja-JP" altLang="en-US" smtClean="0"/>
              <a:pPr/>
              <a:t>6</a:t>
            </a:fld>
            <a:endParaRPr lang="ja-JP" altLang="en-US" dirty="0"/>
          </a:p>
        </p:txBody>
      </p:sp>
    </p:spTree>
    <p:extLst>
      <p:ext uri="{BB962C8B-B14F-4D97-AF65-F5344CB8AC3E}">
        <p14:creationId xmlns:p14="http://schemas.microsoft.com/office/powerpoint/2010/main" val="1401420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300D10-37B6-406E-6565-3F657A072652}"/>
              </a:ext>
            </a:extLst>
          </p:cNvPr>
          <p:cNvSpPr>
            <a:spLocks noGrp="1"/>
          </p:cNvSpPr>
          <p:nvPr>
            <p:ph type="title"/>
          </p:nvPr>
        </p:nvSpPr>
        <p:spPr/>
        <p:txBody>
          <a:bodyPr/>
          <a:lstStyle/>
          <a:p>
            <a:r>
              <a:rPr lang="en-US" altLang="ja-JP" dirty="0"/>
              <a:t>FIR</a:t>
            </a:r>
            <a:r>
              <a:rPr lang="ja-JP" altLang="en-US" dirty="0"/>
              <a:t>・</a:t>
            </a:r>
            <a:r>
              <a:rPr lang="en-US" altLang="ja-JP" dirty="0"/>
              <a:t>DDP</a:t>
            </a:r>
            <a:r>
              <a:rPr lang="ja-JP" altLang="en-US" dirty="0"/>
              <a:t>プログラム</a:t>
            </a:r>
            <a:endParaRPr kumimoji="1" lang="ja-JP" altLang="en-US" dirty="0"/>
          </a:p>
        </p:txBody>
      </p:sp>
      <p:sp>
        <p:nvSpPr>
          <p:cNvPr id="3" name="コンテンツ プレースホルダー 2">
            <a:extLst>
              <a:ext uri="{FF2B5EF4-FFF2-40B4-BE49-F238E27FC236}">
                <a16:creationId xmlns:a16="http://schemas.microsoft.com/office/drawing/2014/main" id="{416A5878-AF63-C399-5E22-797FC37D83E3}"/>
              </a:ext>
            </a:extLst>
          </p:cNvPr>
          <p:cNvSpPr>
            <a:spLocks noGrp="1"/>
          </p:cNvSpPr>
          <p:nvPr>
            <p:ph idx="1"/>
          </p:nvPr>
        </p:nvSpPr>
        <p:spPr/>
        <p:txBody>
          <a:bodyPr/>
          <a:lstStyle/>
          <a:p>
            <a:pPr marL="0" indent="0">
              <a:buNone/>
            </a:pPr>
            <a:r>
              <a:rPr kumimoji="1" lang="en-US" altLang="ja-JP" dirty="0" err="1"/>
              <a:t>dest</a:t>
            </a:r>
            <a:r>
              <a:rPr kumimoji="1" lang="ja-JP" altLang="en-US" dirty="0"/>
              <a:t>を共有しているため、一部</a:t>
            </a:r>
            <a:r>
              <a:rPr kumimoji="1" lang="en-US" altLang="ja-JP" dirty="0"/>
              <a:t>OPC</a:t>
            </a:r>
            <a:r>
              <a:rPr kumimoji="1" lang="ja-JP" altLang="en-US" dirty="0"/>
              <a:t>が違う部分がある</a:t>
            </a:r>
            <a:endParaRPr kumimoji="1" lang="en-US" altLang="ja-JP" dirty="0"/>
          </a:p>
          <a:p>
            <a:pPr marL="0" indent="0">
              <a:buNone/>
            </a:pPr>
            <a:endParaRPr lang="en-US" altLang="ja-JP" dirty="0"/>
          </a:p>
          <a:p>
            <a:pPr marL="514350" indent="-514350">
              <a:buFont typeface="+mj-lt"/>
              <a:buAutoNum type="arabicPeriod"/>
            </a:pPr>
            <a:endParaRPr kumimoji="1" lang="en-US" altLang="ja-JP" dirty="0"/>
          </a:p>
          <a:p>
            <a:pPr marL="514350" indent="-514350">
              <a:buFont typeface="+mj-lt"/>
              <a:buAutoNum type="arabicPeriod"/>
            </a:pPr>
            <a:r>
              <a:rPr kumimoji="1" lang="en-US" altLang="ja-JP" dirty="0"/>
              <a:t>MF</a:t>
            </a:r>
            <a:r>
              <a:rPr kumimoji="1" lang="ja-JP" altLang="en-US" dirty="0"/>
              <a:t>を</a:t>
            </a:r>
            <a:r>
              <a:rPr kumimoji="1" lang="en-US" altLang="ja-JP" dirty="0"/>
              <a:t>2bit</a:t>
            </a:r>
            <a:r>
              <a:rPr kumimoji="1" lang="ja-JP" altLang="en-US" dirty="0"/>
              <a:t>に拡張し、左右同じ命令を行う</a:t>
            </a:r>
            <a:endParaRPr kumimoji="1" lang="en-US" altLang="ja-JP" dirty="0"/>
          </a:p>
          <a:p>
            <a:pPr marL="514350" indent="-514350">
              <a:buFont typeface="+mj-lt"/>
              <a:buAutoNum type="arabicPeriod"/>
            </a:pPr>
            <a:r>
              <a:rPr kumimoji="1" lang="en-US" altLang="ja-JP" dirty="0"/>
              <a:t>PS</a:t>
            </a:r>
            <a:r>
              <a:rPr lang="ja-JP" altLang="en-US" dirty="0"/>
              <a:t>で計算の有効化フラグを追加</a:t>
            </a:r>
            <a:endParaRPr kumimoji="1" lang="ja-JP" altLang="en-US" dirty="0"/>
          </a:p>
        </p:txBody>
      </p:sp>
      <p:sp>
        <p:nvSpPr>
          <p:cNvPr id="4" name="日付プレースホルダー 3">
            <a:extLst>
              <a:ext uri="{FF2B5EF4-FFF2-40B4-BE49-F238E27FC236}">
                <a16:creationId xmlns:a16="http://schemas.microsoft.com/office/drawing/2014/main" id="{0AE7EA05-9476-30CD-8077-211666CF1DE2}"/>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E63726A5-F553-4E42-5A2D-CB9D031685E3}"/>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13BC6ECC-C03E-B74F-A4FD-2F818B3B6128}"/>
              </a:ext>
            </a:extLst>
          </p:cNvPr>
          <p:cNvSpPr>
            <a:spLocks noGrp="1"/>
          </p:cNvSpPr>
          <p:nvPr>
            <p:ph type="sldNum" sz="quarter" idx="12"/>
          </p:nvPr>
        </p:nvSpPr>
        <p:spPr/>
        <p:txBody>
          <a:bodyPr/>
          <a:lstStyle/>
          <a:p>
            <a:fld id="{273F27D2-06B6-4999-B31F-B875E94682A2}" type="slidenum">
              <a:rPr lang="ja-JP" altLang="en-US" smtClean="0"/>
              <a:pPr/>
              <a:t>7</a:t>
            </a:fld>
            <a:endParaRPr lang="ja-JP" altLang="en-US" dirty="0"/>
          </a:p>
        </p:txBody>
      </p:sp>
      <p:pic>
        <p:nvPicPr>
          <p:cNvPr id="8" name="図 7">
            <a:extLst>
              <a:ext uri="{FF2B5EF4-FFF2-40B4-BE49-F238E27FC236}">
                <a16:creationId xmlns:a16="http://schemas.microsoft.com/office/drawing/2014/main" id="{0C00EFED-881C-3217-304A-F8F82C3874DE}"/>
              </a:ext>
            </a:extLst>
          </p:cNvPr>
          <p:cNvPicPr>
            <a:picLocks noChangeAspect="1"/>
          </p:cNvPicPr>
          <p:nvPr/>
        </p:nvPicPr>
        <p:blipFill>
          <a:blip r:embed="rId3"/>
          <a:srcRect t="23744"/>
          <a:stretch/>
        </p:blipFill>
        <p:spPr>
          <a:xfrm>
            <a:off x="4450600" y="3599894"/>
            <a:ext cx="1609950" cy="3254422"/>
          </a:xfrm>
          <a:prstGeom prst="rect">
            <a:avLst/>
          </a:prstGeom>
        </p:spPr>
      </p:pic>
      <p:sp>
        <p:nvSpPr>
          <p:cNvPr id="9" name="楕円 8">
            <a:extLst>
              <a:ext uri="{FF2B5EF4-FFF2-40B4-BE49-F238E27FC236}">
                <a16:creationId xmlns:a16="http://schemas.microsoft.com/office/drawing/2014/main" id="{D38CD60C-DCDD-56E9-7A5A-7A49938233D9}"/>
              </a:ext>
            </a:extLst>
          </p:cNvPr>
          <p:cNvSpPr/>
          <p:nvPr/>
        </p:nvSpPr>
        <p:spPr>
          <a:xfrm>
            <a:off x="4236019" y="5008781"/>
            <a:ext cx="2039112" cy="56471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DED0A500-1A37-2B46-4724-9D1DE37DC68B}"/>
              </a:ext>
            </a:extLst>
          </p:cNvPr>
          <p:cNvSpPr/>
          <p:nvPr/>
        </p:nvSpPr>
        <p:spPr>
          <a:xfrm>
            <a:off x="4450600" y="1663827"/>
            <a:ext cx="960120" cy="68579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67EC5D5-8BA8-9EF8-52C4-22C1ABA7FF0C}"/>
              </a:ext>
            </a:extLst>
          </p:cNvPr>
          <p:cNvSpPr txBox="1"/>
          <p:nvPr/>
        </p:nvSpPr>
        <p:spPr>
          <a:xfrm>
            <a:off x="683575" y="4967972"/>
            <a:ext cx="3046722" cy="646331"/>
          </a:xfrm>
          <a:prstGeom prst="rect">
            <a:avLst/>
          </a:prstGeom>
          <a:noFill/>
          <a:ln w="19050">
            <a:solidFill>
              <a:schemeClr val="tx1"/>
            </a:solidFill>
            <a:prstDash val="dash"/>
          </a:ln>
        </p:spPr>
        <p:txBody>
          <a:bodyPr wrap="square" rtlCol="0">
            <a:spAutoFit/>
          </a:bodyPr>
          <a:lstStyle/>
          <a:p>
            <a:r>
              <a:rPr kumimoji="1" lang="en-US" altLang="ja-JP" dirty="0"/>
              <a:t>OPC</a:t>
            </a:r>
            <a:r>
              <a:rPr lang="ja-JP" altLang="en-US" dirty="0"/>
              <a:t>が違うため</a:t>
            </a:r>
            <a:br>
              <a:rPr lang="en-US" altLang="ja-JP" dirty="0"/>
            </a:br>
            <a:r>
              <a:rPr lang="ja-JP" altLang="en-US" dirty="0"/>
              <a:t>このままでは計算できない</a:t>
            </a:r>
            <a:endParaRPr kumimoji="1" lang="ja-JP" altLang="en-US" dirty="0"/>
          </a:p>
        </p:txBody>
      </p:sp>
      <p:cxnSp>
        <p:nvCxnSpPr>
          <p:cNvPr id="12" name="直線コネクタ 11">
            <a:extLst>
              <a:ext uri="{FF2B5EF4-FFF2-40B4-BE49-F238E27FC236}">
                <a16:creationId xmlns:a16="http://schemas.microsoft.com/office/drawing/2014/main" id="{38372466-41EC-647F-A7EB-53A0CC172C3B}"/>
              </a:ext>
            </a:extLst>
          </p:cNvPr>
          <p:cNvCxnSpPr>
            <a:cxnSpLocks/>
            <a:stCxn id="11" idx="3"/>
            <a:endCxn id="9" idx="2"/>
          </p:cNvCxnSpPr>
          <p:nvPr/>
        </p:nvCxnSpPr>
        <p:spPr>
          <a:xfrm>
            <a:off x="3730297" y="5291138"/>
            <a:ext cx="505722"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85" name="グループ化 84">
            <a:extLst>
              <a:ext uri="{FF2B5EF4-FFF2-40B4-BE49-F238E27FC236}">
                <a16:creationId xmlns:a16="http://schemas.microsoft.com/office/drawing/2014/main" id="{EF63EC4E-6C46-E42D-43DE-3E49FDAE9AC7}"/>
              </a:ext>
            </a:extLst>
          </p:cNvPr>
          <p:cNvGrpSpPr/>
          <p:nvPr/>
        </p:nvGrpSpPr>
        <p:grpSpPr>
          <a:xfrm>
            <a:off x="7842593" y="1520386"/>
            <a:ext cx="1663800" cy="3110719"/>
            <a:chOff x="9961141" y="891890"/>
            <a:chExt cx="1663800" cy="3110719"/>
          </a:xfrm>
        </p:grpSpPr>
        <p:sp>
          <p:nvSpPr>
            <p:cNvPr id="24" name="楕円 23">
              <a:extLst>
                <a:ext uri="{FF2B5EF4-FFF2-40B4-BE49-F238E27FC236}">
                  <a16:creationId xmlns:a16="http://schemas.microsoft.com/office/drawing/2014/main" id="{5AAEF1A4-75F6-296A-A3F4-C2D1BC2F6D15}"/>
                </a:ext>
              </a:extLst>
            </p:cNvPr>
            <p:cNvSpPr/>
            <p:nvPr/>
          </p:nvSpPr>
          <p:spPr>
            <a:xfrm>
              <a:off x="9961142" y="124297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cxnSp>
          <p:nvCxnSpPr>
            <p:cNvPr id="28" name="直線矢印コネクタ 27">
              <a:extLst>
                <a:ext uri="{FF2B5EF4-FFF2-40B4-BE49-F238E27FC236}">
                  <a16:creationId xmlns:a16="http://schemas.microsoft.com/office/drawing/2014/main" id="{8E41735A-90EA-E32B-ACFB-3B6585BE4C8A}"/>
                </a:ext>
              </a:extLst>
            </p:cNvPr>
            <p:cNvCxnSpPr>
              <a:cxnSpLocks/>
              <a:endCxn id="24" idx="0"/>
            </p:cNvCxnSpPr>
            <p:nvPr/>
          </p:nvCxnSpPr>
          <p:spPr>
            <a:xfrm flipH="1">
              <a:off x="10285142" y="893360"/>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3D2D6C9B-2C84-E85E-F2EF-091BFDE7D35A}"/>
                </a:ext>
              </a:extLst>
            </p:cNvPr>
            <p:cNvCxnSpPr>
              <a:cxnSpLocks/>
              <a:stCxn id="24" idx="4"/>
              <a:endCxn id="48" idx="0"/>
            </p:cNvCxnSpPr>
            <p:nvPr/>
          </p:nvCxnSpPr>
          <p:spPr>
            <a:xfrm>
              <a:off x="10285142" y="1602972"/>
              <a:ext cx="8769" cy="87853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正方形/長方形 34">
              <a:extLst>
                <a:ext uri="{FF2B5EF4-FFF2-40B4-BE49-F238E27FC236}">
                  <a16:creationId xmlns:a16="http://schemas.microsoft.com/office/drawing/2014/main" id="{324E2A63-8F90-4E3D-1FFA-DAF12443AE81}"/>
                </a:ext>
              </a:extLst>
            </p:cNvPr>
            <p:cNvSpPr/>
            <p:nvPr/>
          </p:nvSpPr>
          <p:spPr>
            <a:xfrm>
              <a:off x="10327264" y="1074523"/>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43" name="楕円 42">
              <a:extLst>
                <a:ext uri="{FF2B5EF4-FFF2-40B4-BE49-F238E27FC236}">
                  <a16:creationId xmlns:a16="http://schemas.microsoft.com/office/drawing/2014/main" id="{464EF344-C833-201F-1CB9-541537EEF19D}"/>
                </a:ext>
              </a:extLst>
            </p:cNvPr>
            <p:cNvSpPr/>
            <p:nvPr/>
          </p:nvSpPr>
          <p:spPr>
            <a:xfrm>
              <a:off x="10811295" y="124150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44" name="楕円 43">
              <a:extLst>
                <a:ext uri="{FF2B5EF4-FFF2-40B4-BE49-F238E27FC236}">
                  <a16:creationId xmlns:a16="http://schemas.microsoft.com/office/drawing/2014/main" id="{0B6CA981-60CD-7474-CB23-82BFE8731322}"/>
                </a:ext>
              </a:extLst>
            </p:cNvPr>
            <p:cNvSpPr/>
            <p:nvPr/>
          </p:nvSpPr>
          <p:spPr>
            <a:xfrm>
              <a:off x="10811294" y="249908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cxnSp>
          <p:nvCxnSpPr>
            <p:cNvPr id="45" name="直線矢印コネクタ 44">
              <a:extLst>
                <a:ext uri="{FF2B5EF4-FFF2-40B4-BE49-F238E27FC236}">
                  <a16:creationId xmlns:a16="http://schemas.microsoft.com/office/drawing/2014/main" id="{6A8A8D70-FD2A-82AE-7DF7-5897C87F4AEA}"/>
                </a:ext>
              </a:extLst>
            </p:cNvPr>
            <p:cNvCxnSpPr>
              <a:cxnSpLocks/>
              <a:endCxn id="43" idx="0"/>
            </p:cNvCxnSpPr>
            <p:nvPr/>
          </p:nvCxnSpPr>
          <p:spPr>
            <a:xfrm flipH="1">
              <a:off x="11135295" y="891890"/>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37181BDD-75BD-6263-02A7-4E8DB5AE0AFB}"/>
                </a:ext>
              </a:extLst>
            </p:cNvPr>
            <p:cNvCxnSpPr>
              <a:cxnSpLocks/>
              <a:stCxn id="43" idx="4"/>
              <a:endCxn id="44" idx="0"/>
            </p:cNvCxnSpPr>
            <p:nvPr/>
          </p:nvCxnSpPr>
          <p:spPr>
            <a:xfrm flipH="1">
              <a:off x="11135294" y="160150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FDBF05FE-005D-0BFD-9128-DCBE8AC5B5C1}"/>
                </a:ext>
              </a:extLst>
            </p:cNvPr>
            <p:cNvSpPr/>
            <p:nvPr/>
          </p:nvSpPr>
          <p:spPr>
            <a:xfrm>
              <a:off x="11177417" y="1073053"/>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48" name="楕円 47">
              <a:extLst>
                <a:ext uri="{FF2B5EF4-FFF2-40B4-BE49-F238E27FC236}">
                  <a16:creationId xmlns:a16="http://schemas.microsoft.com/office/drawing/2014/main" id="{8AD9B634-9F74-9A6E-A94E-4B29CCF29778}"/>
                </a:ext>
              </a:extLst>
            </p:cNvPr>
            <p:cNvSpPr/>
            <p:nvPr/>
          </p:nvSpPr>
          <p:spPr>
            <a:xfrm>
              <a:off x="9969911" y="248150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49" name="四角形: 角を丸くする 48">
              <a:extLst>
                <a:ext uri="{FF2B5EF4-FFF2-40B4-BE49-F238E27FC236}">
                  <a16:creationId xmlns:a16="http://schemas.microsoft.com/office/drawing/2014/main" id="{92C9048B-9773-1606-600E-FAFD6B4F5B9C}"/>
                </a:ext>
              </a:extLst>
            </p:cNvPr>
            <p:cNvSpPr/>
            <p:nvPr/>
          </p:nvSpPr>
          <p:spPr>
            <a:xfrm>
              <a:off x="10377577" y="1806502"/>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50" name="コネクタ: カギ線 49">
              <a:extLst>
                <a:ext uri="{FF2B5EF4-FFF2-40B4-BE49-F238E27FC236}">
                  <a16:creationId xmlns:a16="http://schemas.microsoft.com/office/drawing/2014/main" id="{0896C0A4-7C5C-FB8A-6464-B1BFDE3714F5}"/>
                </a:ext>
              </a:extLst>
            </p:cNvPr>
            <p:cNvCxnSpPr>
              <a:cxnSpLocks/>
              <a:stCxn id="55" idx="4"/>
              <a:endCxn id="49" idx="0"/>
            </p:cNvCxnSpPr>
            <p:nvPr/>
          </p:nvCxnSpPr>
          <p:spPr>
            <a:xfrm rot="5400000" flipH="1">
              <a:off x="9967337" y="2397045"/>
              <a:ext cx="1758500" cy="577414"/>
            </a:xfrm>
            <a:prstGeom prst="bentConnector5">
              <a:avLst>
                <a:gd name="adj1" fmla="val -13000"/>
                <a:gd name="adj2" fmla="val 62443"/>
                <a:gd name="adj3" fmla="val 11300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楕円 50">
              <a:extLst>
                <a:ext uri="{FF2B5EF4-FFF2-40B4-BE49-F238E27FC236}">
                  <a16:creationId xmlns:a16="http://schemas.microsoft.com/office/drawing/2014/main" id="{2A238AD8-7618-8E07-C86D-6CBDB8CAC494}"/>
                </a:ext>
              </a:extLst>
            </p:cNvPr>
            <p:cNvSpPr/>
            <p:nvPr/>
          </p:nvSpPr>
          <p:spPr>
            <a:xfrm>
              <a:off x="9961141" y="3193834"/>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52" name="直線矢印コネクタ 51">
              <a:extLst>
                <a:ext uri="{FF2B5EF4-FFF2-40B4-BE49-F238E27FC236}">
                  <a16:creationId xmlns:a16="http://schemas.microsoft.com/office/drawing/2014/main" id="{643D6460-C639-6800-3B9C-35B2B82B02C4}"/>
                </a:ext>
              </a:extLst>
            </p:cNvPr>
            <p:cNvCxnSpPr>
              <a:cxnSpLocks/>
              <a:stCxn id="48" idx="4"/>
              <a:endCxn id="51" idx="0"/>
            </p:cNvCxnSpPr>
            <p:nvPr/>
          </p:nvCxnSpPr>
          <p:spPr>
            <a:xfrm flipH="1">
              <a:off x="10285141" y="2841507"/>
              <a:ext cx="8770" cy="35232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正方形/長方形 52">
              <a:extLst>
                <a:ext uri="{FF2B5EF4-FFF2-40B4-BE49-F238E27FC236}">
                  <a16:creationId xmlns:a16="http://schemas.microsoft.com/office/drawing/2014/main" id="{797DACDA-055B-C7C1-6313-29FEC9C50BC8}"/>
                </a:ext>
              </a:extLst>
            </p:cNvPr>
            <p:cNvSpPr/>
            <p:nvPr/>
          </p:nvSpPr>
          <p:spPr>
            <a:xfrm>
              <a:off x="10360681" y="3053175"/>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54" name="四角形: 角を丸くする 53">
              <a:extLst>
                <a:ext uri="{FF2B5EF4-FFF2-40B4-BE49-F238E27FC236}">
                  <a16:creationId xmlns:a16="http://schemas.microsoft.com/office/drawing/2014/main" id="{BC8B4A18-B83A-6F32-E342-BDC43A5A4DF5}"/>
                </a:ext>
              </a:extLst>
            </p:cNvPr>
            <p:cNvSpPr/>
            <p:nvPr/>
          </p:nvSpPr>
          <p:spPr>
            <a:xfrm>
              <a:off x="10112924" y="364260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55" name="楕円 54">
              <a:extLst>
                <a:ext uri="{FF2B5EF4-FFF2-40B4-BE49-F238E27FC236}">
                  <a16:creationId xmlns:a16="http://schemas.microsoft.com/office/drawing/2014/main" id="{B9692FB1-0969-EFD8-F744-A7FBE2388461}"/>
                </a:ext>
              </a:extLst>
            </p:cNvPr>
            <p:cNvSpPr/>
            <p:nvPr/>
          </p:nvSpPr>
          <p:spPr>
            <a:xfrm>
              <a:off x="10811294" y="320500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56" name="正方形/長方形 55">
              <a:extLst>
                <a:ext uri="{FF2B5EF4-FFF2-40B4-BE49-F238E27FC236}">
                  <a16:creationId xmlns:a16="http://schemas.microsoft.com/office/drawing/2014/main" id="{2F46C988-A3D3-1914-CBF0-3629E7E1D76D}"/>
                </a:ext>
              </a:extLst>
            </p:cNvPr>
            <p:cNvSpPr/>
            <p:nvPr/>
          </p:nvSpPr>
          <p:spPr>
            <a:xfrm>
              <a:off x="11240465" y="306783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cxnSp>
          <p:nvCxnSpPr>
            <p:cNvPr id="58" name="直線矢印コネクタ 57">
              <a:extLst>
                <a:ext uri="{FF2B5EF4-FFF2-40B4-BE49-F238E27FC236}">
                  <a16:creationId xmlns:a16="http://schemas.microsoft.com/office/drawing/2014/main" id="{9CB4F52B-912C-E9D2-46C1-D1683BA76C26}"/>
                </a:ext>
              </a:extLst>
            </p:cNvPr>
            <p:cNvCxnSpPr>
              <a:cxnSpLocks/>
              <a:stCxn id="44" idx="4"/>
              <a:endCxn id="55" idx="0"/>
            </p:cNvCxnSpPr>
            <p:nvPr/>
          </p:nvCxnSpPr>
          <p:spPr>
            <a:xfrm>
              <a:off x="11135294" y="2859087"/>
              <a:ext cx="0" cy="34591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3" name="四角形: 角を丸くする 62">
              <a:extLst>
                <a:ext uri="{FF2B5EF4-FFF2-40B4-BE49-F238E27FC236}">
                  <a16:creationId xmlns:a16="http://schemas.microsoft.com/office/drawing/2014/main" id="{33A72F50-FDBA-FCD2-9BB3-42FC48D3F3CD}"/>
                </a:ext>
              </a:extLst>
            </p:cNvPr>
            <p:cNvSpPr/>
            <p:nvPr/>
          </p:nvSpPr>
          <p:spPr>
            <a:xfrm>
              <a:off x="11264335" y="182958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定数</a:t>
              </a:r>
              <a:endParaRPr kumimoji="1" lang="en-US" altLang="ja-JP" sz="1200" dirty="0">
                <a:solidFill>
                  <a:schemeClr val="tx1"/>
                </a:solidFill>
              </a:endParaRPr>
            </a:p>
            <a:p>
              <a:pPr algn="ctr"/>
              <a:r>
                <a:rPr kumimoji="1" lang="en-US" altLang="ja-JP" sz="1200" dirty="0">
                  <a:solidFill>
                    <a:schemeClr val="tx1"/>
                  </a:solidFill>
                </a:rPr>
                <a:t>16b’0</a:t>
              </a:r>
            </a:p>
          </p:txBody>
        </p:sp>
      </p:grpSp>
      <p:grpSp>
        <p:nvGrpSpPr>
          <p:cNvPr id="84" name="グループ化 83">
            <a:extLst>
              <a:ext uri="{FF2B5EF4-FFF2-40B4-BE49-F238E27FC236}">
                <a16:creationId xmlns:a16="http://schemas.microsoft.com/office/drawing/2014/main" id="{A27003F9-AAD2-6E2E-39B4-513AB1DF0662}"/>
              </a:ext>
            </a:extLst>
          </p:cNvPr>
          <p:cNvGrpSpPr/>
          <p:nvPr/>
        </p:nvGrpSpPr>
        <p:grpSpPr>
          <a:xfrm>
            <a:off x="10082388" y="3245631"/>
            <a:ext cx="1663800" cy="3110719"/>
            <a:chOff x="9600535" y="3664125"/>
            <a:chExt cx="1663800" cy="3110719"/>
          </a:xfrm>
        </p:grpSpPr>
        <p:sp>
          <p:nvSpPr>
            <p:cNvPr id="64" name="楕円 63">
              <a:extLst>
                <a:ext uri="{FF2B5EF4-FFF2-40B4-BE49-F238E27FC236}">
                  <a16:creationId xmlns:a16="http://schemas.microsoft.com/office/drawing/2014/main" id="{B4EF007B-C2F0-D8F2-0548-A57E19A4C321}"/>
                </a:ext>
              </a:extLst>
            </p:cNvPr>
            <p:cNvSpPr/>
            <p:nvPr/>
          </p:nvSpPr>
          <p:spPr>
            <a:xfrm>
              <a:off x="9600536" y="401520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cxnSp>
          <p:nvCxnSpPr>
            <p:cNvPr id="65" name="直線矢印コネクタ 64">
              <a:extLst>
                <a:ext uri="{FF2B5EF4-FFF2-40B4-BE49-F238E27FC236}">
                  <a16:creationId xmlns:a16="http://schemas.microsoft.com/office/drawing/2014/main" id="{FA4EBEB4-4CDD-F17E-60BA-14FB824F34D0}"/>
                </a:ext>
              </a:extLst>
            </p:cNvPr>
            <p:cNvCxnSpPr>
              <a:cxnSpLocks/>
              <a:endCxn id="64" idx="0"/>
            </p:cNvCxnSpPr>
            <p:nvPr/>
          </p:nvCxnSpPr>
          <p:spPr>
            <a:xfrm flipH="1">
              <a:off x="9924536" y="366559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矢印コネクタ 65">
              <a:extLst>
                <a:ext uri="{FF2B5EF4-FFF2-40B4-BE49-F238E27FC236}">
                  <a16:creationId xmlns:a16="http://schemas.microsoft.com/office/drawing/2014/main" id="{E9C6EAA4-AF36-A5C0-80BF-2AF70EA35FB9}"/>
                </a:ext>
              </a:extLst>
            </p:cNvPr>
            <p:cNvCxnSpPr>
              <a:cxnSpLocks/>
              <a:stCxn id="64" idx="4"/>
              <a:endCxn id="73" idx="0"/>
            </p:cNvCxnSpPr>
            <p:nvPr/>
          </p:nvCxnSpPr>
          <p:spPr>
            <a:xfrm>
              <a:off x="9924536" y="4375207"/>
              <a:ext cx="8769" cy="87853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011F6F8D-1D98-B728-FAAD-47C45151E4B0}"/>
                </a:ext>
              </a:extLst>
            </p:cNvPr>
            <p:cNvSpPr/>
            <p:nvPr/>
          </p:nvSpPr>
          <p:spPr>
            <a:xfrm>
              <a:off x="9966658" y="384675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68" name="楕円 67">
              <a:extLst>
                <a:ext uri="{FF2B5EF4-FFF2-40B4-BE49-F238E27FC236}">
                  <a16:creationId xmlns:a16="http://schemas.microsoft.com/office/drawing/2014/main" id="{991E89D6-5E42-0495-DF8A-878F7503AFAE}"/>
                </a:ext>
              </a:extLst>
            </p:cNvPr>
            <p:cNvSpPr/>
            <p:nvPr/>
          </p:nvSpPr>
          <p:spPr>
            <a:xfrm>
              <a:off x="10450689" y="40137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69" name="楕円 68">
              <a:extLst>
                <a:ext uri="{FF2B5EF4-FFF2-40B4-BE49-F238E27FC236}">
                  <a16:creationId xmlns:a16="http://schemas.microsoft.com/office/drawing/2014/main" id="{737EED2E-60CB-17B6-0115-DE47FF14747D}"/>
                </a:ext>
              </a:extLst>
            </p:cNvPr>
            <p:cNvSpPr/>
            <p:nvPr/>
          </p:nvSpPr>
          <p:spPr>
            <a:xfrm>
              <a:off x="10450688" y="5271322"/>
              <a:ext cx="648000" cy="360000"/>
            </a:xfrm>
            <a:prstGeom prst="ellipse">
              <a:avLst/>
            </a:prstGeom>
            <a:solidFill>
              <a:schemeClr val="bg2"/>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cxnSp>
          <p:nvCxnSpPr>
            <p:cNvPr id="70" name="直線矢印コネクタ 69">
              <a:extLst>
                <a:ext uri="{FF2B5EF4-FFF2-40B4-BE49-F238E27FC236}">
                  <a16:creationId xmlns:a16="http://schemas.microsoft.com/office/drawing/2014/main" id="{DF5F055D-2902-3EA6-8BDE-FB45D276404A}"/>
                </a:ext>
              </a:extLst>
            </p:cNvPr>
            <p:cNvCxnSpPr>
              <a:cxnSpLocks/>
              <a:endCxn id="68" idx="0"/>
            </p:cNvCxnSpPr>
            <p:nvPr/>
          </p:nvCxnSpPr>
          <p:spPr>
            <a:xfrm flipH="1">
              <a:off x="10774689" y="366412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AC334CEE-C501-3831-F78F-A41711695C0E}"/>
                </a:ext>
              </a:extLst>
            </p:cNvPr>
            <p:cNvCxnSpPr>
              <a:cxnSpLocks/>
              <a:stCxn id="68" idx="4"/>
              <a:endCxn id="69" idx="0"/>
            </p:cNvCxnSpPr>
            <p:nvPr/>
          </p:nvCxnSpPr>
          <p:spPr>
            <a:xfrm flipH="1">
              <a:off x="10774688" y="437373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2" name="正方形/長方形 71">
              <a:extLst>
                <a:ext uri="{FF2B5EF4-FFF2-40B4-BE49-F238E27FC236}">
                  <a16:creationId xmlns:a16="http://schemas.microsoft.com/office/drawing/2014/main" id="{D4A41628-1272-29F1-A9B7-2F22C9A80128}"/>
                </a:ext>
              </a:extLst>
            </p:cNvPr>
            <p:cNvSpPr/>
            <p:nvPr/>
          </p:nvSpPr>
          <p:spPr>
            <a:xfrm>
              <a:off x="10816811" y="384528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73" name="楕円 72">
              <a:extLst>
                <a:ext uri="{FF2B5EF4-FFF2-40B4-BE49-F238E27FC236}">
                  <a16:creationId xmlns:a16="http://schemas.microsoft.com/office/drawing/2014/main" id="{6448F2F7-6C7E-57D0-83C3-52AFCE45D4E7}"/>
                </a:ext>
              </a:extLst>
            </p:cNvPr>
            <p:cNvSpPr/>
            <p:nvPr/>
          </p:nvSpPr>
          <p:spPr>
            <a:xfrm>
              <a:off x="9609305" y="525374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74" name="四角形: 角を丸くする 73">
              <a:extLst>
                <a:ext uri="{FF2B5EF4-FFF2-40B4-BE49-F238E27FC236}">
                  <a16:creationId xmlns:a16="http://schemas.microsoft.com/office/drawing/2014/main" id="{EB5817A4-1E48-85CE-1653-5F955465C9EA}"/>
                </a:ext>
              </a:extLst>
            </p:cNvPr>
            <p:cNvSpPr/>
            <p:nvPr/>
          </p:nvSpPr>
          <p:spPr>
            <a:xfrm>
              <a:off x="10016971" y="457873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75" name="コネクタ: カギ線 74">
              <a:extLst>
                <a:ext uri="{FF2B5EF4-FFF2-40B4-BE49-F238E27FC236}">
                  <a16:creationId xmlns:a16="http://schemas.microsoft.com/office/drawing/2014/main" id="{0262B12C-8A51-06DC-057E-E378B6386AD9}"/>
                </a:ext>
              </a:extLst>
            </p:cNvPr>
            <p:cNvCxnSpPr>
              <a:cxnSpLocks/>
              <a:stCxn id="80" idx="4"/>
              <a:endCxn id="74" idx="0"/>
            </p:cNvCxnSpPr>
            <p:nvPr/>
          </p:nvCxnSpPr>
          <p:spPr>
            <a:xfrm rot="5400000" flipH="1">
              <a:off x="9606731" y="5169280"/>
              <a:ext cx="1758500" cy="577414"/>
            </a:xfrm>
            <a:prstGeom prst="bentConnector5">
              <a:avLst>
                <a:gd name="adj1" fmla="val -13000"/>
                <a:gd name="adj2" fmla="val 62443"/>
                <a:gd name="adj3" fmla="val 11300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楕円 75">
              <a:extLst>
                <a:ext uri="{FF2B5EF4-FFF2-40B4-BE49-F238E27FC236}">
                  <a16:creationId xmlns:a16="http://schemas.microsoft.com/office/drawing/2014/main" id="{6F8CF15D-F91B-A8C1-A9FD-92BFFD149788}"/>
                </a:ext>
              </a:extLst>
            </p:cNvPr>
            <p:cNvSpPr/>
            <p:nvPr/>
          </p:nvSpPr>
          <p:spPr>
            <a:xfrm>
              <a:off x="9600535" y="596606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77" name="直線矢印コネクタ 76">
              <a:extLst>
                <a:ext uri="{FF2B5EF4-FFF2-40B4-BE49-F238E27FC236}">
                  <a16:creationId xmlns:a16="http://schemas.microsoft.com/office/drawing/2014/main" id="{C4BA4932-1294-D9CB-9E6A-5383C8CE4CB3}"/>
                </a:ext>
              </a:extLst>
            </p:cNvPr>
            <p:cNvCxnSpPr>
              <a:cxnSpLocks/>
              <a:stCxn id="73" idx="4"/>
              <a:endCxn id="76" idx="0"/>
            </p:cNvCxnSpPr>
            <p:nvPr/>
          </p:nvCxnSpPr>
          <p:spPr>
            <a:xfrm flipH="1">
              <a:off x="9924535" y="5613742"/>
              <a:ext cx="8770" cy="35232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8" name="正方形/長方形 77">
              <a:extLst>
                <a:ext uri="{FF2B5EF4-FFF2-40B4-BE49-F238E27FC236}">
                  <a16:creationId xmlns:a16="http://schemas.microsoft.com/office/drawing/2014/main" id="{D142CA32-3FBD-3AAB-F8CD-518607B62747}"/>
                </a:ext>
              </a:extLst>
            </p:cNvPr>
            <p:cNvSpPr/>
            <p:nvPr/>
          </p:nvSpPr>
          <p:spPr>
            <a:xfrm>
              <a:off x="10000075" y="582541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79" name="四角形: 角を丸くする 78">
              <a:extLst>
                <a:ext uri="{FF2B5EF4-FFF2-40B4-BE49-F238E27FC236}">
                  <a16:creationId xmlns:a16="http://schemas.microsoft.com/office/drawing/2014/main" id="{D9ADF799-A649-68FF-1BD7-35DB38611D36}"/>
                </a:ext>
              </a:extLst>
            </p:cNvPr>
            <p:cNvSpPr/>
            <p:nvPr/>
          </p:nvSpPr>
          <p:spPr>
            <a:xfrm>
              <a:off x="9752318" y="64148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80" name="楕円 79">
              <a:extLst>
                <a:ext uri="{FF2B5EF4-FFF2-40B4-BE49-F238E27FC236}">
                  <a16:creationId xmlns:a16="http://schemas.microsoft.com/office/drawing/2014/main" id="{3430580D-FC89-7A3E-4332-72972130FBD2}"/>
                </a:ext>
              </a:extLst>
            </p:cNvPr>
            <p:cNvSpPr/>
            <p:nvPr/>
          </p:nvSpPr>
          <p:spPr>
            <a:xfrm>
              <a:off x="10450688" y="59772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81" name="正方形/長方形 80">
              <a:extLst>
                <a:ext uri="{FF2B5EF4-FFF2-40B4-BE49-F238E27FC236}">
                  <a16:creationId xmlns:a16="http://schemas.microsoft.com/office/drawing/2014/main" id="{D8F520F6-159D-BE4F-EA9A-54E873D8398E}"/>
                </a:ext>
              </a:extLst>
            </p:cNvPr>
            <p:cNvSpPr/>
            <p:nvPr/>
          </p:nvSpPr>
          <p:spPr>
            <a:xfrm>
              <a:off x="10879859" y="5840069"/>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cxnSp>
          <p:nvCxnSpPr>
            <p:cNvPr id="82" name="直線矢印コネクタ 81">
              <a:extLst>
                <a:ext uri="{FF2B5EF4-FFF2-40B4-BE49-F238E27FC236}">
                  <a16:creationId xmlns:a16="http://schemas.microsoft.com/office/drawing/2014/main" id="{502D6459-9B09-389E-E683-9DFEC4F66252}"/>
                </a:ext>
              </a:extLst>
            </p:cNvPr>
            <p:cNvCxnSpPr>
              <a:cxnSpLocks/>
              <a:stCxn id="69" idx="4"/>
              <a:endCxn id="80" idx="0"/>
            </p:cNvCxnSpPr>
            <p:nvPr/>
          </p:nvCxnSpPr>
          <p:spPr>
            <a:xfrm>
              <a:off x="10774688" y="5631322"/>
              <a:ext cx="0" cy="34591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3" name="四角形: 角を丸くする 82">
              <a:extLst>
                <a:ext uri="{FF2B5EF4-FFF2-40B4-BE49-F238E27FC236}">
                  <a16:creationId xmlns:a16="http://schemas.microsoft.com/office/drawing/2014/main" id="{CD7B7813-FD03-0866-DD36-A6F86B828186}"/>
                </a:ext>
              </a:extLst>
            </p:cNvPr>
            <p:cNvSpPr/>
            <p:nvPr/>
          </p:nvSpPr>
          <p:spPr>
            <a:xfrm>
              <a:off x="10903729" y="4601822"/>
              <a:ext cx="360606" cy="775690"/>
            </a:xfrm>
            <a:prstGeom prst="roundRect">
              <a:avLst/>
            </a:prstGeom>
            <a:solidFill>
              <a:schemeClr val="bg2"/>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grpSp>
      <p:sp>
        <p:nvSpPr>
          <p:cNvPr id="89" name="矢印: 右 88">
            <a:extLst>
              <a:ext uri="{FF2B5EF4-FFF2-40B4-BE49-F238E27FC236}">
                <a16:creationId xmlns:a16="http://schemas.microsoft.com/office/drawing/2014/main" id="{C0911EE9-B2EA-E437-3752-405C614B8557}"/>
              </a:ext>
            </a:extLst>
          </p:cNvPr>
          <p:cNvSpPr/>
          <p:nvPr/>
        </p:nvSpPr>
        <p:spPr>
          <a:xfrm>
            <a:off x="6131452" y="3800089"/>
            <a:ext cx="1570816" cy="360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0" name="テキスト ボックス 89">
            <a:extLst>
              <a:ext uri="{FF2B5EF4-FFF2-40B4-BE49-F238E27FC236}">
                <a16:creationId xmlns:a16="http://schemas.microsoft.com/office/drawing/2014/main" id="{F8F057D2-67C3-D4D0-7F04-99E319409FA0}"/>
              </a:ext>
            </a:extLst>
          </p:cNvPr>
          <p:cNvSpPr txBox="1"/>
          <p:nvPr/>
        </p:nvSpPr>
        <p:spPr>
          <a:xfrm rot="27880">
            <a:off x="6107906" y="3461516"/>
            <a:ext cx="1628046" cy="369332"/>
          </a:xfrm>
          <a:prstGeom prst="rect">
            <a:avLst/>
          </a:prstGeom>
          <a:noFill/>
        </p:spPr>
        <p:txBody>
          <a:bodyPr wrap="square" rtlCol="0">
            <a:spAutoFit/>
          </a:bodyPr>
          <a:lstStyle/>
          <a:p>
            <a:r>
              <a:rPr lang="en-US" altLang="ja-JP" dirty="0"/>
              <a:t>1.MF2bit</a:t>
            </a:r>
            <a:r>
              <a:rPr lang="ja-JP" altLang="en-US" dirty="0"/>
              <a:t>拡張</a:t>
            </a:r>
            <a:endParaRPr kumimoji="1" lang="ja-JP" altLang="en-US" dirty="0"/>
          </a:p>
        </p:txBody>
      </p:sp>
      <p:sp>
        <p:nvSpPr>
          <p:cNvPr id="91" name="矢印: 右 90">
            <a:extLst>
              <a:ext uri="{FF2B5EF4-FFF2-40B4-BE49-F238E27FC236}">
                <a16:creationId xmlns:a16="http://schemas.microsoft.com/office/drawing/2014/main" id="{BA4CA69D-BDBE-D1E6-5073-F5B4E044A5FA}"/>
              </a:ext>
            </a:extLst>
          </p:cNvPr>
          <p:cNvSpPr/>
          <p:nvPr/>
        </p:nvSpPr>
        <p:spPr>
          <a:xfrm>
            <a:off x="6474490" y="5272533"/>
            <a:ext cx="3346591" cy="360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2" name="テキスト ボックス 91">
            <a:extLst>
              <a:ext uri="{FF2B5EF4-FFF2-40B4-BE49-F238E27FC236}">
                <a16:creationId xmlns:a16="http://schemas.microsoft.com/office/drawing/2014/main" id="{730D885F-9DE3-45CC-C9C1-48E9C3AA5E0F}"/>
              </a:ext>
            </a:extLst>
          </p:cNvPr>
          <p:cNvSpPr txBox="1"/>
          <p:nvPr/>
        </p:nvSpPr>
        <p:spPr>
          <a:xfrm>
            <a:off x="7232666" y="4938919"/>
            <a:ext cx="1784080" cy="369332"/>
          </a:xfrm>
          <a:prstGeom prst="rect">
            <a:avLst/>
          </a:prstGeom>
          <a:noFill/>
        </p:spPr>
        <p:txBody>
          <a:bodyPr wrap="square" rtlCol="0">
            <a:spAutoFit/>
          </a:bodyPr>
          <a:lstStyle/>
          <a:p>
            <a:r>
              <a:rPr lang="en-US" altLang="ja-JP" dirty="0"/>
              <a:t>2.</a:t>
            </a:r>
            <a:r>
              <a:rPr lang="ja-JP" altLang="en-US" dirty="0"/>
              <a:t>有効化フラグ</a:t>
            </a:r>
            <a:endParaRPr kumimoji="1" lang="ja-JP" altLang="en-US" dirty="0"/>
          </a:p>
        </p:txBody>
      </p:sp>
    </p:spTree>
    <p:extLst>
      <p:ext uri="{BB962C8B-B14F-4D97-AF65-F5344CB8AC3E}">
        <p14:creationId xmlns:p14="http://schemas.microsoft.com/office/powerpoint/2010/main" val="3580927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7 2.22222E-6 L 0.00117 0.40532 " pathEditMode="relative" rAng="0" ptsTypes="AA">
                                      <p:cBhvr>
                                        <p:cTn id="6" dur="2000" fill="hold"/>
                                        <p:tgtEl>
                                          <p:spTgt spid="9"/>
                                        </p:tgtEl>
                                        <p:attrNameLst>
                                          <p:attrName>ppt_x</p:attrName>
                                          <p:attrName>ppt_y</p:attrName>
                                        </p:attrNameLst>
                                      </p:cBhvr>
                                      <p:rCtr x="52" y="202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23ADF1-EC68-B925-0E15-3B79BC7CCF51}"/>
              </a:ext>
            </a:extLst>
          </p:cNvPr>
          <p:cNvSpPr>
            <a:spLocks noGrp="1"/>
          </p:cNvSpPr>
          <p:nvPr>
            <p:ph type="title"/>
          </p:nvPr>
        </p:nvSpPr>
        <p:spPr/>
        <p:txBody>
          <a:bodyPr/>
          <a:lstStyle/>
          <a:p>
            <a:r>
              <a:rPr kumimoji="1" lang="en-US" altLang="ja-JP" dirty="0"/>
              <a:t>FIR</a:t>
            </a:r>
            <a:r>
              <a:rPr kumimoji="1" lang="ja-JP" altLang="en-US" dirty="0"/>
              <a:t>・</a:t>
            </a:r>
            <a:r>
              <a:rPr kumimoji="1" lang="en-US" altLang="ja-JP" dirty="0"/>
              <a:t>DDP</a:t>
            </a:r>
            <a:r>
              <a:rPr kumimoji="1" lang="ja-JP" altLang="en-US" dirty="0"/>
              <a:t>プログラム</a:t>
            </a:r>
          </a:p>
        </p:txBody>
      </p:sp>
      <p:sp>
        <p:nvSpPr>
          <p:cNvPr id="3" name="コンテンツ プレースホルダー 2">
            <a:extLst>
              <a:ext uri="{FF2B5EF4-FFF2-40B4-BE49-F238E27FC236}">
                <a16:creationId xmlns:a16="http://schemas.microsoft.com/office/drawing/2014/main" id="{B51D614B-3352-264A-F5B9-329D57EAA649}"/>
              </a:ext>
            </a:extLst>
          </p:cNvPr>
          <p:cNvSpPr>
            <a:spLocks noGrp="1"/>
          </p:cNvSpPr>
          <p:nvPr>
            <p:ph idx="1"/>
          </p:nvPr>
        </p:nvSpPr>
        <p:spPr/>
        <p:txBody>
          <a:bodyPr/>
          <a:lstStyle/>
          <a:p>
            <a:pPr marL="514350" indent="-514350">
              <a:buFont typeface="+mj-lt"/>
              <a:buAutoNum type="arabicPeriod"/>
            </a:pPr>
            <a:r>
              <a:rPr kumimoji="1" lang="ja-JP" altLang="en-US" dirty="0"/>
              <a:t>プログラムの実行時間</a:t>
            </a:r>
            <a:endParaRPr kumimoji="1" lang="en-US" altLang="ja-JP" dirty="0"/>
          </a:p>
          <a:p>
            <a:pPr lvl="1"/>
            <a:r>
              <a:rPr kumimoji="1" lang="ja-JP" altLang="en-US" dirty="0"/>
              <a:t>どちらの手法でも同等</a:t>
            </a:r>
            <a:endParaRPr kumimoji="1" lang="en-US" altLang="ja-JP" dirty="0"/>
          </a:p>
          <a:p>
            <a:pPr lvl="2"/>
            <a:r>
              <a:rPr kumimoji="1" lang="ja-JP" altLang="en-US" dirty="0"/>
              <a:t>実行時間については遅延素子に依存するため</a:t>
            </a:r>
            <a:endParaRPr kumimoji="1" lang="en-US" altLang="ja-JP" dirty="0"/>
          </a:p>
          <a:p>
            <a:pPr lvl="2"/>
            <a:endParaRPr kumimoji="1" lang="en-US" altLang="ja-JP" dirty="0"/>
          </a:p>
          <a:p>
            <a:pPr marL="514350" indent="-514350">
              <a:buFont typeface="+mj-lt"/>
              <a:buAutoNum type="arabicPeriod"/>
            </a:pPr>
            <a:r>
              <a:rPr kumimoji="1" lang="ja-JP" altLang="en-US" dirty="0"/>
              <a:t>コード量</a:t>
            </a:r>
            <a:endParaRPr kumimoji="1" lang="en-US" altLang="ja-JP" dirty="0"/>
          </a:p>
          <a:p>
            <a:pPr lvl="1"/>
            <a:r>
              <a:rPr lang="en-US" altLang="ja-JP" dirty="0"/>
              <a:t>MF2bit		: MMCAM, MMRAM, </a:t>
            </a:r>
            <a:r>
              <a:rPr lang="en-US" altLang="ja-JP" dirty="0" err="1"/>
              <a:t>B_Stage</a:t>
            </a:r>
            <a:r>
              <a:rPr lang="ja-JP" altLang="en-US" dirty="0"/>
              <a:t>において変更有</a:t>
            </a:r>
            <a:endParaRPr lang="en-US" altLang="ja-JP" dirty="0"/>
          </a:p>
          <a:p>
            <a:pPr lvl="2"/>
            <a:r>
              <a:rPr lang="en-US" altLang="ja-JP" dirty="0"/>
              <a:t>MMCAM: AM</a:t>
            </a:r>
            <a:r>
              <a:rPr lang="ja-JP" altLang="en-US" dirty="0"/>
              <a:t>部に</a:t>
            </a:r>
            <a:r>
              <a:rPr lang="en-US" altLang="ja-JP" dirty="0"/>
              <a:t>case</a:t>
            </a:r>
            <a:r>
              <a:rPr lang="ja-JP" altLang="en-US" dirty="0"/>
              <a:t>文を追加</a:t>
            </a:r>
            <a:r>
              <a:rPr lang="en-US" altLang="ja-JP" dirty="0"/>
              <a:t>(+145</a:t>
            </a:r>
            <a:r>
              <a:rPr lang="ja-JP" altLang="en-US" dirty="0"/>
              <a:t>行</a:t>
            </a:r>
            <a:r>
              <a:rPr lang="en-US" altLang="ja-JP" dirty="0"/>
              <a:t>)</a:t>
            </a:r>
          </a:p>
          <a:p>
            <a:pPr lvl="2"/>
            <a:r>
              <a:rPr lang="en-US" altLang="ja-JP" dirty="0"/>
              <a:t>MMRAM: MERGE</a:t>
            </a:r>
            <a:r>
              <a:rPr lang="ja-JP" altLang="en-US" dirty="0"/>
              <a:t>部が</a:t>
            </a:r>
            <a:r>
              <a:rPr lang="en-US" altLang="ja-JP" dirty="0"/>
              <a:t>MF</a:t>
            </a:r>
            <a:r>
              <a:rPr lang="ja-JP" altLang="en-US" dirty="0"/>
              <a:t>に対応するため</a:t>
            </a:r>
            <a:r>
              <a:rPr lang="en-US" altLang="ja-JP" dirty="0"/>
              <a:t>2</a:t>
            </a:r>
            <a:r>
              <a:rPr lang="ja-JP" altLang="en-US" dirty="0"/>
              <a:t>つから</a:t>
            </a:r>
            <a:r>
              <a:rPr lang="en-US" altLang="ja-JP" dirty="0"/>
              <a:t>4</a:t>
            </a:r>
            <a:r>
              <a:rPr lang="ja-JP" altLang="en-US" dirty="0"/>
              <a:t>つに増加</a:t>
            </a:r>
            <a:r>
              <a:rPr lang="en-US" altLang="ja-JP" dirty="0"/>
              <a:t>(+13</a:t>
            </a:r>
            <a:r>
              <a:rPr lang="ja-JP" altLang="en-US" dirty="0"/>
              <a:t>行</a:t>
            </a:r>
            <a:r>
              <a:rPr lang="en-US" altLang="ja-JP" dirty="0"/>
              <a:t>)</a:t>
            </a:r>
          </a:p>
          <a:p>
            <a:pPr lvl="2"/>
            <a:r>
              <a:rPr lang="en-US" altLang="ja-JP" dirty="0" err="1"/>
              <a:t>B_Stage</a:t>
            </a:r>
            <a:r>
              <a:rPr lang="en-US" altLang="ja-JP" dirty="0"/>
              <a:t> : MF</a:t>
            </a:r>
            <a:r>
              <a:rPr lang="ja-JP" altLang="en-US" dirty="0"/>
              <a:t>を</a:t>
            </a:r>
            <a:r>
              <a:rPr lang="en-US" altLang="ja-JP" dirty="0"/>
              <a:t>2bit</a:t>
            </a:r>
            <a:r>
              <a:rPr lang="ja-JP" altLang="en-US" dirty="0"/>
              <a:t>に変更</a:t>
            </a:r>
            <a:r>
              <a:rPr lang="en-US" altLang="ja-JP" dirty="0"/>
              <a:t>(+1</a:t>
            </a:r>
            <a:r>
              <a:rPr lang="ja-JP" altLang="en-US" dirty="0"/>
              <a:t>行</a:t>
            </a:r>
            <a:r>
              <a:rPr lang="en-US" altLang="ja-JP" dirty="0"/>
              <a:t>)</a:t>
            </a:r>
          </a:p>
          <a:p>
            <a:pPr lvl="2"/>
            <a:endParaRPr lang="en-US" altLang="ja-JP" dirty="0"/>
          </a:p>
          <a:p>
            <a:pPr lvl="1"/>
            <a:r>
              <a:rPr kumimoji="1" lang="ja-JP" altLang="en-US" dirty="0"/>
              <a:t>有効化フラグ</a:t>
            </a:r>
            <a:r>
              <a:rPr kumimoji="1" lang="en-US" altLang="ja-JP" dirty="0"/>
              <a:t>	:</a:t>
            </a:r>
            <a:r>
              <a:rPr lang="ja-JP" altLang="en-US" dirty="0"/>
              <a:t> </a:t>
            </a:r>
            <a:r>
              <a:rPr kumimoji="1" lang="en-US" altLang="ja-JP" dirty="0"/>
              <a:t>PS, FP</a:t>
            </a:r>
            <a:r>
              <a:rPr kumimoji="1" lang="ja-JP" altLang="en-US" dirty="0"/>
              <a:t>において変更有</a:t>
            </a:r>
            <a:endParaRPr kumimoji="1" lang="en-US" altLang="ja-JP" dirty="0"/>
          </a:p>
          <a:p>
            <a:pPr lvl="2"/>
            <a:r>
              <a:rPr kumimoji="1" lang="en-US" altLang="ja-JP" dirty="0"/>
              <a:t>PS : </a:t>
            </a:r>
            <a:r>
              <a:rPr kumimoji="1" lang="en-US" altLang="ja-JP" dirty="0" err="1"/>
              <a:t>PSData</a:t>
            </a:r>
            <a:r>
              <a:rPr kumimoji="1" lang="ja-JP" altLang="en-US" dirty="0"/>
              <a:t>を</a:t>
            </a:r>
            <a:r>
              <a:rPr kumimoji="1" lang="en-US" altLang="ja-JP" dirty="0"/>
              <a:t>17</a:t>
            </a:r>
            <a:r>
              <a:rPr lang="en-US" altLang="ja-JP" dirty="0"/>
              <a:t>bit</a:t>
            </a:r>
            <a:r>
              <a:rPr kumimoji="1" lang="ja-JP" altLang="en-US" dirty="0"/>
              <a:t>から</a:t>
            </a:r>
            <a:r>
              <a:rPr kumimoji="1" lang="en-US" altLang="ja-JP" dirty="0"/>
              <a:t>19bit</a:t>
            </a:r>
            <a:r>
              <a:rPr kumimoji="1" lang="ja-JP" altLang="en-US" dirty="0"/>
              <a:t>に増加</a:t>
            </a:r>
            <a:r>
              <a:rPr kumimoji="1" lang="en-US" altLang="ja-JP" dirty="0"/>
              <a:t>(</a:t>
            </a:r>
            <a:r>
              <a:rPr kumimoji="1" lang="ja-JP" altLang="en-US" dirty="0"/>
              <a:t>有効化フラグ</a:t>
            </a:r>
            <a:r>
              <a:rPr kumimoji="1" lang="en-US" altLang="ja-JP" dirty="0"/>
              <a:t>2bit)</a:t>
            </a:r>
            <a:endParaRPr lang="en-US" altLang="ja-JP" dirty="0"/>
          </a:p>
          <a:p>
            <a:pPr lvl="2"/>
            <a:r>
              <a:rPr kumimoji="1" lang="en-US" altLang="ja-JP" dirty="0"/>
              <a:t>FP : ALU</a:t>
            </a:r>
            <a:r>
              <a:rPr kumimoji="1" lang="ja-JP" altLang="en-US" dirty="0"/>
              <a:t>に</a:t>
            </a:r>
            <a:r>
              <a:rPr kumimoji="1" lang="en-US" altLang="ja-JP" dirty="0"/>
              <a:t>case</a:t>
            </a:r>
            <a:r>
              <a:rPr kumimoji="1" lang="ja-JP" altLang="en-US" dirty="0"/>
              <a:t>文を追加</a:t>
            </a:r>
            <a:r>
              <a:rPr kumimoji="1" lang="en-US" altLang="ja-JP" dirty="0"/>
              <a:t>(+295</a:t>
            </a:r>
            <a:r>
              <a:rPr kumimoji="1" lang="ja-JP" altLang="en-US" dirty="0"/>
              <a:t>行</a:t>
            </a:r>
            <a:r>
              <a:rPr kumimoji="1" lang="en-US" altLang="ja-JP" dirty="0"/>
              <a:t>)</a:t>
            </a:r>
          </a:p>
          <a:p>
            <a:pPr marL="457200" lvl="1" indent="0">
              <a:buNone/>
            </a:pPr>
            <a:endParaRPr kumimoji="1" lang="en-US" altLang="ja-JP" dirty="0"/>
          </a:p>
          <a:p>
            <a:pPr lvl="1"/>
            <a:endParaRPr kumimoji="1" lang="en-US" altLang="ja-JP" dirty="0"/>
          </a:p>
          <a:p>
            <a:pPr marL="514350" indent="-514350">
              <a:buFont typeface="+mj-lt"/>
              <a:buAutoNum type="arabicPeriod"/>
            </a:pPr>
            <a:endParaRPr kumimoji="1" lang="ja-JP" altLang="en-US" dirty="0"/>
          </a:p>
        </p:txBody>
      </p:sp>
      <p:sp>
        <p:nvSpPr>
          <p:cNvPr id="4" name="日付プレースホルダー 3">
            <a:extLst>
              <a:ext uri="{FF2B5EF4-FFF2-40B4-BE49-F238E27FC236}">
                <a16:creationId xmlns:a16="http://schemas.microsoft.com/office/drawing/2014/main" id="{7141ABBE-A013-B83D-4632-53EBFED37585}"/>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925DA2E7-7660-9951-BD46-20DF179E8B35}"/>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146201E7-4476-5AEC-C2F5-B144581715F6}"/>
              </a:ext>
            </a:extLst>
          </p:cNvPr>
          <p:cNvSpPr>
            <a:spLocks noGrp="1"/>
          </p:cNvSpPr>
          <p:nvPr>
            <p:ph type="sldNum" sz="quarter" idx="12"/>
          </p:nvPr>
        </p:nvSpPr>
        <p:spPr/>
        <p:txBody>
          <a:bodyPr/>
          <a:lstStyle/>
          <a:p>
            <a:fld id="{273F27D2-06B6-4999-B31F-B875E94682A2}" type="slidenum">
              <a:rPr lang="ja-JP" altLang="en-US" smtClean="0"/>
              <a:pPr/>
              <a:t>8</a:t>
            </a:fld>
            <a:endParaRPr lang="ja-JP" altLang="en-US" dirty="0"/>
          </a:p>
        </p:txBody>
      </p:sp>
    </p:spTree>
    <p:extLst>
      <p:ext uri="{BB962C8B-B14F-4D97-AF65-F5344CB8AC3E}">
        <p14:creationId xmlns:p14="http://schemas.microsoft.com/office/powerpoint/2010/main" val="3717230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475117-1E2A-E832-D57F-667461459513}"/>
              </a:ext>
            </a:extLst>
          </p:cNvPr>
          <p:cNvSpPr>
            <a:spLocks noGrp="1"/>
          </p:cNvSpPr>
          <p:nvPr>
            <p:ph type="title"/>
          </p:nvPr>
        </p:nvSpPr>
        <p:spPr/>
        <p:txBody>
          <a:bodyPr/>
          <a:lstStyle/>
          <a:p>
            <a:r>
              <a:rPr kumimoji="1" lang="ja-JP" altLang="en-US" dirty="0"/>
              <a:t>回路規模</a:t>
            </a:r>
          </a:p>
        </p:txBody>
      </p:sp>
      <p:sp>
        <p:nvSpPr>
          <p:cNvPr id="3" name="コンテンツ プレースホルダー 2">
            <a:extLst>
              <a:ext uri="{FF2B5EF4-FFF2-40B4-BE49-F238E27FC236}">
                <a16:creationId xmlns:a16="http://schemas.microsoft.com/office/drawing/2014/main" id="{4FC17FB1-A87E-6948-6FE3-A9C8F78E236A}"/>
              </a:ext>
            </a:extLst>
          </p:cNvPr>
          <p:cNvSpPr>
            <a:spLocks noGrp="1"/>
          </p:cNvSpPr>
          <p:nvPr>
            <p:ph idx="1"/>
          </p:nvPr>
        </p:nvSpPr>
        <p:spPr/>
        <p:txBody>
          <a:bodyPr/>
          <a:lstStyle/>
          <a:p>
            <a:r>
              <a:rPr kumimoji="1" lang="en-US" altLang="ja-JP" dirty="0"/>
              <a:t>MF_2bit</a:t>
            </a:r>
            <a:r>
              <a:rPr kumimoji="1" lang="ja-JP" altLang="en-US" dirty="0"/>
              <a:t>よりも</a:t>
            </a:r>
            <a:r>
              <a:rPr lang="ja-JP" altLang="en-US" dirty="0"/>
              <a:t>有効化フラグの方が規模が小さい</a:t>
            </a:r>
            <a:endParaRPr lang="en-US" altLang="ja-JP" dirty="0"/>
          </a:p>
          <a:p>
            <a:pPr lvl="1"/>
            <a:r>
              <a:rPr kumimoji="1" lang="en-US" altLang="ja-JP" dirty="0"/>
              <a:t>LUT</a:t>
            </a:r>
            <a:r>
              <a:rPr kumimoji="1" lang="ja-JP" altLang="en-US" dirty="0"/>
              <a:t>については</a:t>
            </a:r>
            <a:r>
              <a:rPr kumimoji="1" lang="en-US" altLang="ja-JP" dirty="0"/>
              <a:t>500</a:t>
            </a:r>
            <a:r>
              <a:rPr kumimoji="1" lang="ja-JP" altLang="en-US" dirty="0"/>
              <a:t>個も小さい</a:t>
            </a:r>
            <a:endParaRPr kumimoji="1" lang="en-US" altLang="ja-JP" dirty="0"/>
          </a:p>
        </p:txBody>
      </p:sp>
      <p:sp>
        <p:nvSpPr>
          <p:cNvPr id="4" name="日付プレースホルダー 3">
            <a:extLst>
              <a:ext uri="{FF2B5EF4-FFF2-40B4-BE49-F238E27FC236}">
                <a16:creationId xmlns:a16="http://schemas.microsoft.com/office/drawing/2014/main" id="{5894E056-867D-4FAE-3605-DA0B64C24042}"/>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9A87C22F-0D5C-3825-1F97-8D5A5181BEE7}"/>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DF1B38F8-3EB6-F4AD-7549-96CF35329FE0}"/>
              </a:ext>
            </a:extLst>
          </p:cNvPr>
          <p:cNvSpPr>
            <a:spLocks noGrp="1"/>
          </p:cNvSpPr>
          <p:nvPr>
            <p:ph type="sldNum" sz="quarter" idx="12"/>
          </p:nvPr>
        </p:nvSpPr>
        <p:spPr/>
        <p:txBody>
          <a:bodyPr/>
          <a:lstStyle/>
          <a:p>
            <a:fld id="{273F27D2-06B6-4999-B31F-B875E94682A2}" type="slidenum">
              <a:rPr lang="ja-JP" altLang="en-US" smtClean="0"/>
              <a:pPr/>
              <a:t>9</a:t>
            </a:fld>
            <a:endParaRPr lang="ja-JP" altLang="en-US" dirty="0"/>
          </a:p>
        </p:txBody>
      </p:sp>
      <p:graphicFrame>
        <p:nvGraphicFramePr>
          <p:cNvPr id="8" name="コンテンツ プレースホルダー 6">
            <a:extLst>
              <a:ext uri="{FF2B5EF4-FFF2-40B4-BE49-F238E27FC236}">
                <a16:creationId xmlns:a16="http://schemas.microsoft.com/office/drawing/2014/main" id="{4F0525DA-7D41-180F-EA07-4497575B1998}"/>
              </a:ext>
            </a:extLst>
          </p:cNvPr>
          <p:cNvGraphicFramePr>
            <a:graphicFrameLocks/>
          </p:cNvGraphicFramePr>
          <p:nvPr/>
        </p:nvGraphicFramePr>
        <p:xfrm>
          <a:off x="482321" y="2464357"/>
          <a:ext cx="10984104" cy="3444006"/>
        </p:xfrm>
        <a:graphic>
          <a:graphicData uri="http://schemas.openxmlformats.org/drawingml/2006/table">
            <a:tbl>
              <a:tblPr firstRow="1" firstCol="1" bandRow="1">
                <a:tableStyleId>{5C22544A-7EE6-4342-B048-85BDC9FD1C3A}</a:tableStyleId>
              </a:tblPr>
              <a:tblGrid>
                <a:gridCol w="2746026">
                  <a:extLst>
                    <a:ext uri="{9D8B030D-6E8A-4147-A177-3AD203B41FA5}">
                      <a16:colId xmlns:a16="http://schemas.microsoft.com/office/drawing/2014/main" val="3965387293"/>
                    </a:ext>
                  </a:extLst>
                </a:gridCol>
                <a:gridCol w="2746026">
                  <a:extLst>
                    <a:ext uri="{9D8B030D-6E8A-4147-A177-3AD203B41FA5}">
                      <a16:colId xmlns:a16="http://schemas.microsoft.com/office/drawing/2014/main" val="2495687501"/>
                    </a:ext>
                  </a:extLst>
                </a:gridCol>
                <a:gridCol w="2746026">
                  <a:extLst>
                    <a:ext uri="{9D8B030D-6E8A-4147-A177-3AD203B41FA5}">
                      <a16:colId xmlns:a16="http://schemas.microsoft.com/office/drawing/2014/main" val="1715782024"/>
                    </a:ext>
                  </a:extLst>
                </a:gridCol>
                <a:gridCol w="2746026">
                  <a:extLst>
                    <a:ext uri="{9D8B030D-6E8A-4147-A177-3AD203B41FA5}">
                      <a16:colId xmlns:a16="http://schemas.microsoft.com/office/drawing/2014/main" val="2092037111"/>
                    </a:ext>
                  </a:extLst>
                </a:gridCol>
              </a:tblGrid>
              <a:tr h="610438">
                <a:tc>
                  <a:txBody>
                    <a:bodyPr/>
                    <a:lstStyle/>
                    <a:p>
                      <a:pPr algn="l"/>
                      <a:endParaRPr kumimoji="1" lang="ja-JP" altLang="en-US" dirty="0"/>
                    </a:p>
                  </a:txBody>
                  <a:tcPr anchor="ctr"/>
                </a:tc>
                <a:tc>
                  <a:txBody>
                    <a:bodyPr/>
                    <a:lstStyle/>
                    <a:p>
                      <a:pPr algn="ctr"/>
                      <a:r>
                        <a:rPr kumimoji="1" lang="en-US" altLang="ja-JP" dirty="0"/>
                        <a:t>LUT</a:t>
                      </a:r>
                      <a:endParaRPr kumimoji="1" lang="ja-JP" altLang="en-US" dirty="0"/>
                    </a:p>
                  </a:txBody>
                  <a:tcPr anchor="ctr"/>
                </a:tc>
                <a:tc>
                  <a:txBody>
                    <a:bodyPr/>
                    <a:lstStyle/>
                    <a:p>
                      <a:pPr algn="ctr"/>
                      <a:r>
                        <a:rPr kumimoji="1" lang="en-US" altLang="ja-JP" dirty="0"/>
                        <a:t>Registers</a:t>
                      </a:r>
                      <a:endParaRPr kumimoji="1" lang="ja-JP" altLang="en-US" dirty="0"/>
                    </a:p>
                  </a:txBody>
                  <a:tcPr anchor="ctr"/>
                </a:tc>
                <a:tc>
                  <a:txBody>
                    <a:bodyPr/>
                    <a:lstStyle/>
                    <a:p>
                      <a:pPr algn="ctr"/>
                      <a:r>
                        <a:rPr kumimoji="1" lang="en-US" altLang="ja-JP" dirty="0"/>
                        <a:t>Block RAM</a:t>
                      </a:r>
                      <a:endParaRPr kumimoji="1" lang="ja-JP" altLang="en-US" dirty="0"/>
                    </a:p>
                  </a:txBody>
                  <a:tcPr anchor="ctr"/>
                </a:tc>
                <a:extLst>
                  <a:ext uri="{0D108BD9-81ED-4DB2-BD59-A6C34878D82A}">
                    <a16:rowId xmlns:a16="http://schemas.microsoft.com/office/drawing/2014/main" val="1587116899"/>
                  </a:ext>
                </a:extLst>
              </a:tr>
              <a:tr h="708392">
                <a:tc>
                  <a:txBody>
                    <a:bodyPr/>
                    <a:lstStyle/>
                    <a:p>
                      <a:pPr algn="l"/>
                      <a:r>
                        <a:rPr kumimoji="1" lang="ja-JP" altLang="en-US" dirty="0"/>
                        <a:t>提案</a:t>
                      </a:r>
                      <a:r>
                        <a:rPr kumimoji="1" lang="en-US" altLang="ja-JP" dirty="0"/>
                        <a:t>1:MF_2bit</a:t>
                      </a:r>
                      <a:endParaRPr kumimoji="1" lang="ja-JP" altLang="en-US" dirty="0"/>
                    </a:p>
                  </a:txBody>
                  <a:tcPr anchor="ctr"/>
                </a:tc>
                <a:tc>
                  <a:txBody>
                    <a:bodyPr/>
                    <a:lstStyle/>
                    <a:p>
                      <a:pPr algn="ctr"/>
                      <a:r>
                        <a:rPr kumimoji="1" lang="en-US" altLang="ja-JP" dirty="0"/>
                        <a:t>2802</a:t>
                      </a:r>
                      <a:endParaRPr kumimoji="1" lang="ja-JP" altLang="en-US" dirty="0"/>
                    </a:p>
                  </a:txBody>
                  <a:tcPr anchor="ctr"/>
                </a:tc>
                <a:tc>
                  <a:txBody>
                    <a:bodyPr/>
                    <a:lstStyle/>
                    <a:p>
                      <a:pPr algn="ctr"/>
                      <a:r>
                        <a:rPr kumimoji="1" lang="en-US" altLang="ja-JP" dirty="0"/>
                        <a:t>1938</a:t>
                      </a:r>
                      <a:endParaRPr kumimoji="1" lang="ja-JP" altLang="en-US" dirty="0"/>
                    </a:p>
                  </a:txBody>
                  <a:tcPr anchor="ctr"/>
                </a:tc>
                <a:tc>
                  <a:txBody>
                    <a:bodyPr/>
                    <a:lstStyle/>
                    <a:p>
                      <a:pPr algn="ctr"/>
                      <a:r>
                        <a:rPr kumimoji="1" lang="en-US" altLang="ja-JP" dirty="0"/>
                        <a:t>3.5</a:t>
                      </a:r>
                      <a:endParaRPr kumimoji="1" lang="ja-JP" altLang="en-US" dirty="0"/>
                    </a:p>
                  </a:txBody>
                  <a:tcPr anchor="ctr"/>
                </a:tc>
                <a:extLst>
                  <a:ext uri="{0D108BD9-81ED-4DB2-BD59-A6C34878D82A}">
                    <a16:rowId xmlns:a16="http://schemas.microsoft.com/office/drawing/2014/main" val="1932442054"/>
                  </a:ext>
                </a:extLst>
              </a:tr>
              <a:tr h="708392">
                <a:tc>
                  <a:txBody>
                    <a:bodyPr/>
                    <a:lstStyle/>
                    <a:p>
                      <a:pPr algn="l"/>
                      <a:r>
                        <a:rPr kumimoji="1" lang="ja-JP" altLang="en-US" dirty="0"/>
                        <a:t>提案</a:t>
                      </a:r>
                      <a:r>
                        <a:rPr kumimoji="1" lang="en-US" altLang="ja-JP" dirty="0"/>
                        <a:t>2:</a:t>
                      </a:r>
                      <a:r>
                        <a:rPr kumimoji="1" lang="ja-JP" altLang="en-US" dirty="0"/>
                        <a:t>有効化フラグ</a:t>
                      </a:r>
                    </a:p>
                  </a:txBody>
                  <a:tcPr anchor="ctr"/>
                </a:tc>
                <a:tc>
                  <a:txBody>
                    <a:bodyPr/>
                    <a:lstStyle/>
                    <a:p>
                      <a:pPr algn="ctr"/>
                      <a:r>
                        <a:rPr kumimoji="1" lang="en-US" altLang="ja-JP" dirty="0"/>
                        <a:t>2300</a:t>
                      </a:r>
                      <a:endParaRPr kumimoji="1" lang="ja-JP" altLang="en-US" dirty="0"/>
                    </a:p>
                  </a:txBody>
                  <a:tcPr anchor="ctr"/>
                </a:tc>
                <a:tc>
                  <a:txBody>
                    <a:bodyPr/>
                    <a:lstStyle/>
                    <a:p>
                      <a:pPr algn="ctr"/>
                      <a:r>
                        <a:rPr kumimoji="1" lang="en-US" altLang="ja-JP" dirty="0"/>
                        <a:t>1936</a:t>
                      </a:r>
                      <a:endParaRPr kumimoji="1" lang="ja-JP" altLang="en-US" dirty="0"/>
                    </a:p>
                  </a:txBody>
                  <a:tcPr anchor="ctr"/>
                </a:tc>
                <a:tc>
                  <a:txBody>
                    <a:bodyPr/>
                    <a:lstStyle/>
                    <a:p>
                      <a:pPr algn="ctr"/>
                      <a:r>
                        <a:rPr kumimoji="1" lang="en-US" altLang="ja-JP" dirty="0"/>
                        <a:t>3</a:t>
                      </a:r>
                      <a:endParaRPr kumimoji="1" lang="ja-JP" altLang="en-US" dirty="0"/>
                    </a:p>
                  </a:txBody>
                  <a:tcPr anchor="ctr"/>
                </a:tc>
                <a:extLst>
                  <a:ext uri="{0D108BD9-81ED-4DB2-BD59-A6C34878D82A}">
                    <a16:rowId xmlns:a16="http://schemas.microsoft.com/office/drawing/2014/main" val="2074707393"/>
                  </a:ext>
                </a:extLst>
              </a:tr>
              <a:tr h="708392">
                <a:tc>
                  <a:txBody>
                    <a:bodyPr/>
                    <a:lstStyle/>
                    <a:p>
                      <a:pPr algn="l"/>
                      <a:r>
                        <a:rPr kumimoji="1" lang="ja-JP" altLang="en-US" dirty="0"/>
                        <a:t>元コード</a:t>
                      </a:r>
                      <a:r>
                        <a:rPr kumimoji="1" lang="en-US" altLang="ja-JP" dirty="0"/>
                        <a:t>:</a:t>
                      </a:r>
                      <a:r>
                        <a:rPr kumimoji="1" lang="ja-JP" altLang="en-US" dirty="0"/>
                        <a:t>長崎</a:t>
                      </a:r>
                      <a:r>
                        <a:rPr kumimoji="1" lang="en-US" altLang="ja-JP" dirty="0"/>
                        <a:t>DDP_16bit</a:t>
                      </a:r>
                      <a:endParaRPr kumimoji="1" lang="ja-JP" altLang="en-US" dirty="0"/>
                    </a:p>
                  </a:txBody>
                  <a:tcPr anchor="ctr"/>
                </a:tc>
                <a:tc>
                  <a:txBody>
                    <a:bodyPr/>
                    <a:lstStyle/>
                    <a:p>
                      <a:pPr algn="ctr"/>
                      <a:r>
                        <a:rPr kumimoji="1" lang="en-US" altLang="ja-JP" dirty="0"/>
                        <a:t>2019</a:t>
                      </a:r>
                      <a:endParaRPr kumimoji="1" lang="ja-JP" altLang="en-US" dirty="0"/>
                    </a:p>
                  </a:txBody>
                  <a:tcPr anchor="ctr"/>
                </a:tc>
                <a:tc>
                  <a:txBody>
                    <a:bodyPr/>
                    <a:lstStyle/>
                    <a:p>
                      <a:pPr algn="ctr"/>
                      <a:r>
                        <a:rPr kumimoji="1" lang="en-US" altLang="ja-JP" dirty="0"/>
                        <a:t>1722</a:t>
                      </a:r>
                      <a:endParaRPr kumimoji="1" lang="ja-JP" altLang="en-US" dirty="0"/>
                    </a:p>
                  </a:txBody>
                  <a:tcPr anchor="ctr"/>
                </a:tc>
                <a:tc>
                  <a:txBody>
                    <a:bodyPr/>
                    <a:lstStyle/>
                    <a:p>
                      <a:pPr algn="ctr"/>
                      <a:r>
                        <a:rPr kumimoji="1" lang="en-US" altLang="ja-JP" dirty="0"/>
                        <a:t>2.5</a:t>
                      </a:r>
                      <a:endParaRPr kumimoji="1" lang="ja-JP" altLang="en-US" dirty="0"/>
                    </a:p>
                  </a:txBody>
                  <a:tcPr anchor="ctr"/>
                </a:tc>
                <a:extLst>
                  <a:ext uri="{0D108BD9-81ED-4DB2-BD59-A6C34878D82A}">
                    <a16:rowId xmlns:a16="http://schemas.microsoft.com/office/drawing/2014/main" val="3800375650"/>
                  </a:ext>
                </a:extLst>
              </a:tr>
              <a:tr h="708392">
                <a:tc>
                  <a:txBody>
                    <a:bodyPr/>
                    <a:lstStyle/>
                    <a:p>
                      <a:pPr algn="l"/>
                      <a:r>
                        <a:rPr kumimoji="1" lang="ja-JP" altLang="en-US" dirty="0"/>
                        <a:t>参考</a:t>
                      </a:r>
                      <a:r>
                        <a:rPr kumimoji="1" lang="en-US" altLang="ja-JP" dirty="0"/>
                        <a:t>:</a:t>
                      </a:r>
                      <a:r>
                        <a:rPr kumimoji="1" lang="ja-JP" altLang="en-US" dirty="0"/>
                        <a:t>松坂</a:t>
                      </a:r>
                      <a:r>
                        <a:rPr kumimoji="1" lang="en-US" altLang="ja-JP" dirty="0"/>
                        <a:t>DDP_32bit</a:t>
                      </a:r>
                      <a:endParaRPr kumimoji="1" lang="ja-JP" altLang="en-US" dirty="0"/>
                    </a:p>
                  </a:txBody>
                  <a:tcPr anchor="ctr"/>
                </a:tc>
                <a:tc>
                  <a:txBody>
                    <a:bodyPr/>
                    <a:lstStyle/>
                    <a:p>
                      <a:pPr algn="ctr"/>
                      <a:r>
                        <a:rPr kumimoji="1" lang="en-US" altLang="ja-JP" dirty="0"/>
                        <a:t>3158</a:t>
                      </a:r>
                      <a:endParaRPr kumimoji="1" lang="ja-JP" altLang="en-US" dirty="0"/>
                    </a:p>
                  </a:txBody>
                  <a:tcPr anchor="ctr"/>
                </a:tc>
                <a:tc>
                  <a:txBody>
                    <a:bodyPr/>
                    <a:lstStyle/>
                    <a:p>
                      <a:pPr algn="ctr"/>
                      <a:r>
                        <a:rPr kumimoji="1" lang="en-US" altLang="ja-JP" dirty="0"/>
                        <a:t>1914</a:t>
                      </a:r>
                      <a:endParaRPr kumimoji="1" lang="ja-JP" altLang="en-US" dirty="0"/>
                    </a:p>
                  </a:txBody>
                  <a:tcPr anchor="ctr"/>
                </a:tc>
                <a:tc>
                  <a:txBody>
                    <a:bodyPr/>
                    <a:lstStyle/>
                    <a:p>
                      <a:pPr algn="ctr"/>
                      <a:r>
                        <a:rPr kumimoji="1" lang="en-US" altLang="ja-JP" dirty="0"/>
                        <a:t>2.5</a:t>
                      </a:r>
                      <a:endParaRPr kumimoji="1" lang="ja-JP" altLang="en-US" dirty="0"/>
                    </a:p>
                  </a:txBody>
                  <a:tcPr anchor="ctr"/>
                </a:tc>
                <a:extLst>
                  <a:ext uri="{0D108BD9-81ED-4DB2-BD59-A6C34878D82A}">
                    <a16:rowId xmlns:a16="http://schemas.microsoft.com/office/drawing/2014/main" val="60686062"/>
                  </a:ext>
                </a:extLst>
              </a:tr>
            </a:tbl>
          </a:graphicData>
        </a:graphic>
      </p:graphicFrame>
    </p:spTree>
    <p:extLst>
      <p:ext uri="{BB962C8B-B14F-4D97-AF65-F5344CB8AC3E}">
        <p14:creationId xmlns:p14="http://schemas.microsoft.com/office/powerpoint/2010/main" val="51184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4AE5CE-A422-BAA4-1373-6245EC0EEA4A}"/>
              </a:ext>
            </a:extLst>
          </p:cNvPr>
          <p:cNvSpPr>
            <a:spLocks noGrp="1"/>
          </p:cNvSpPr>
          <p:nvPr>
            <p:ph type="title"/>
          </p:nvPr>
        </p:nvSpPr>
        <p:spPr/>
        <p:txBody>
          <a:bodyPr/>
          <a:lstStyle/>
          <a:p>
            <a:r>
              <a:rPr lang="ja-JP" altLang="en-US" dirty="0"/>
              <a:t>回路規模</a:t>
            </a:r>
            <a:endParaRPr kumimoji="1" lang="ja-JP" altLang="en-US" dirty="0"/>
          </a:p>
        </p:txBody>
      </p:sp>
      <p:graphicFrame>
        <p:nvGraphicFramePr>
          <p:cNvPr id="7" name="コンテンツ プレースホルダー 6">
            <a:extLst>
              <a:ext uri="{FF2B5EF4-FFF2-40B4-BE49-F238E27FC236}">
                <a16:creationId xmlns:a16="http://schemas.microsoft.com/office/drawing/2014/main" id="{BA161A8B-0004-75DB-5736-BC11D60B65A7}"/>
              </a:ext>
            </a:extLst>
          </p:cNvPr>
          <p:cNvGraphicFramePr>
            <a:graphicFrameLocks noGrp="1"/>
          </p:cNvGraphicFramePr>
          <p:nvPr>
            <p:ph idx="1"/>
          </p:nvPr>
        </p:nvGraphicFramePr>
        <p:xfrm>
          <a:off x="341194" y="2465586"/>
          <a:ext cx="11649645" cy="3614763"/>
        </p:xfrm>
        <a:graphic>
          <a:graphicData uri="http://schemas.openxmlformats.org/drawingml/2006/table">
            <a:tbl>
              <a:tblPr firstRow="1" firstCol="1" bandRow="1">
                <a:tableStyleId>{5C22544A-7EE6-4342-B048-85BDC9FD1C3A}</a:tableStyleId>
              </a:tblPr>
              <a:tblGrid>
                <a:gridCol w="1527799">
                  <a:extLst>
                    <a:ext uri="{9D8B030D-6E8A-4147-A177-3AD203B41FA5}">
                      <a16:colId xmlns:a16="http://schemas.microsoft.com/office/drawing/2014/main" val="1820537797"/>
                    </a:ext>
                  </a:extLst>
                </a:gridCol>
                <a:gridCol w="1061011">
                  <a:extLst>
                    <a:ext uri="{9D8B030D-6E8A-4147-A177-3AD203B41FA5}">
                      <a16:colId xmlns:a16="http://schemas.microsoft.com/office/drawing/2014/main" val="4257762622"/>
                    </a:ext>
                  </a:extLst>
                </a:gridCol>
                <a:gridCol w="1294405">
                  <a:extLst>
                    <a:ext uri="{9D8B030D-6E8A-4147-A177-3AD203B41FA5}">
                      <a16:colId xmlns:a16="http://schemas.microsoft.com/office/drawing/2014/main" val="2474086915"/>
                    </a:ext>
                  </a:extLst>
                </a:gridCol>
                <a:gridCol w="1294405">
                  <a:extLst>
                    <a:ext uri="{9D8B030D-6E8A-4147-A177-3AD203B41FA5}">
                      <a16:colId xmlns:a16="http://schemas.microsoft.com/office/drawing/2014/main" val="264327305"/>
                    </a:ext>
                  </a:extLst>
                </a:gridCol>
                <a:gridCol w="1294405">
                  <a:extLst>
                    <a:ext uri="{9D8B030D-6E8A-4147-A177-3AD203B41FA5}">
                      <a16:colId xmlns:a16="http://schemas.microsoft.com/office/drawing/2014/main" val="2368186544"/>
                    </a:ext>
                  </a:extLst>
                </a:gridCol>
                <a:gridCol w="1294405">
                  <a:extLst>
                    <a:ext uri="{9D8B030D-6E8A-4147-A177-3AD203B41FA5}">
                      <a16:colId xmlns:a16="http://schemas.microsoft.com/office/drawing/2014/main" val="3569307820"/>
                    </a:ext>
                  </a:extLst>
                </a:gridCol>
                <a:gridCol w="1294405">
                  <a:extLst>
                    <a:ext uri="{9D8B030D-6E8A-4147-A177-3AD203B41FA5}">
                      <a16:colId xmlns:a16="http://schemas.microsoft.com/office/drawing/2014/main" val="2085676615"/>
                    </a:ext>
                  </a:extLst>
                </a:gridCol>
                <a:gridCol w="1294405">
                  <a:extLst>
                    <a:ext uri="{9D8B030D-6E8A-4147-A177-3AD203B41FA5}">
                      <a16:colId xmlns:a16="http://schemas.microsoft.com/office/drawing/2014/main" val="4057101845"/>
                    </a:ext>
                  </a:extLst>
                </a:gridCol>
                <a:gridCol w="1294405">
                  <a:extLst>
                    <a:ext uri="{9D8B030D-6E8A-4147-A177-3AD203B41FA5}">
                      <a16:colId xmlns:a16="http://schemas.microsoft.com/office/drawing/2014/main" val="2490004530"/>
                    </a:ext>
                  </a:extLst>
                </a:gridCol>
              </a:tblGrid>
              <a:tr h="0">
                <a:tc>
                  <a:txBody>
                    <a:bodyPr/>
                    <a:lstStyle/>
                    <a:p>
                      <a:pPr algn="l"/>
                      <a:endParaRPr kumimoji="1" lang="ja-JP" altLang="en-US" dirty="0"/>
                    </a:p>
                  </a:txBody>
                  <a:tcPr anchor="ctr"/>
                </a:tc>
                <a:tc>
                  <a:txBody>
                    <a:bodyPr/>
                    <a:lstStyle/>
                    <a:p>
                      <a:pPr algn="ctr"/>
                      <a:r>
                        <a:rPr kumimoji="1" lang="en-US" altLang="ja-JP" dirty="0"/>
                        <a:t>LUTs</a:t>
                      </a:r>
                      <a:endParaRPr kumimoji="1" lang="ja-JP" altLang="en-US" dirty="0"/>
                    </a:p>
                  </a:txBody>
                  <a:tcPr anchor="ctr"/>
                </a:tc>
                <a:tc>
                  <a:txBody>
                    <a:bodyPr/>
                    <a:lstStyle/>
                    <a:p>
                      <a:pPr algn="ctr"/>
                      <a:r>
                        <a:rPr kumimoji="1" lang="en-US" altLang="ja-JP" dirty="0"/>
                        <a:t>Registers</a:t>
                      </a:r>
                      <a:endParaRPr kumimoji="1" lang="ja-JP" altLang="en-US" dirty="0"/>
                    </a:p>
                  </a:txBody>
                  <a:tcPr anchor="ctr"/>
                </a:tc>
                <a:tc>
                  <a:txBody>
                    <a:bodyPr/>
                    <a:lstStyle/>
                    <a:p>
                      <a:pPr algn="ctr"/>
                      <a:r>
                        <a:rPr kumimoji="1" lang="en-US" altLang="ja-JP" dirty="0"/>
                        <a:t>F7 Muxes</a:t>
                      </a:r>
                      <a:endParaRPr kumimoji="1" lang="ja-JP" altLang="en-US" dirty="0"/>
                    </a:p>
                  </a:txBody>
                  <a:tcPr anchor="ctr"/>
                </a:tc>
                <a:tc>
                  <a:txBody>
                    <a:bodyPr/>
                    <a:lstStyle/>
                    <a:p>
                      <a:pPr algn="ctr"/>
                      <a:r>
                        <a:rPr kumimoji="1" lang="en-US" altLang="ja-JP" dirty="0"/>
                        <a:t>Slice</a:t>
                      </a:r>
                      <a:endParaRPr kumimoji="1" lang="ja-JP" altLang="en-US" dirty="0"/>
                    </a:p>
                  </a:txBody>
                  <a:tcPr anchor="ctr"/>
                </a:tc>
                <a:tc>
                  <a:txBody>
                    <a:bodyPr/>
                    <a:lstStyle/>
                    <a:p>
                      <a:pPr algn="ctr"/>
                      <a:r>
                        <a:rPr kumimoji="1" lang="en-US" altLang="ja-JP" dirty="0"/>
                        <a:t>LUT as Logic</a:t>
                      </a:r>
                      <a:endParaRPr kumimoji="1" lang="ja-JP" altLang="en-US" dirty="0"/>
                    </a:p>
                  </a:txBody>
                  <a:tcPr anchor="ctr"/>
                </a:tc>
                <a:tc>
                  <a:txBody>
                    <a:bodyPr/>
                    <a:lstStyle/>
                    <a:p>
                      <a:pPr algn="ctr"/>
                      <a:r>
                        <a:rPr kumimoji="1" lang="en-US" altLang="ja-JP" dirty="0"/>
                        <a:t>Block RAM Tile</a:t>
                      </a:r>
                      <a:endParaRPr kumimoji="1" lang="ja-JP" altLang="en-US" dirty="0"/>
                    </a:p>
                  </a:txBody>
                  <a:tcPr anchor="ctr"/>
                </a:tc>
                <a:tc>
                  <a:txBody>
                    <a:bodyPr/>
                    <a:lstStyle/>
                    <a:p>
                      <a:pPr algn="ctr"/>
                      <a:r>
                        <a:rPr kumimoji="1" lang="en-US" altLang="ja-JP" dirty="0"/>
                        <a:t>DSPs</a:t>
                      </a:r>
                      <a:endParaRPr kumimoji="1" lang="ja-JP" altLang="en-US" dirty="0"/>
                    </a:p>
                  </a:txBody>
                  <a:tcPr anchor="ctr"/>
                </a:tc>
                <a:tc>
                  <a:txBody>
                    <a:bodyPr/>
                    <a:lstStyle/>
                    <a:p>
                      <a:pPr algn="ctr"/>
                      <a:r>
                        <a:rPr kumimoji="1" lang="en-US" altLang="ja-JP" dirty="0"/>
                        <a:t>Bonded IOB</a:t>
                      </a:r>
                      <a:endParaRPr kumimoji="1" lang="ja-JP" altLang="en-US" dirty="0"/>
                    </a:p>
                  </a:txBody>
                  <a:tcPr anchor="ctr"/>
                </a:tc>
                <a:extLst>
                  <a:ext uri="{0D108BD9-81ED-4DB2-BD59-A6C34878D82A}">
                    <a16:rowId xmlns:a16="http://schemas.microsoft.com/office/drawing/2014/main" val="685127919"/>
                  </a:ext>
                </a:extLst>
              </a:tr>
              <a:tr h="686761">
                <a:tc>
                  <a:txBody>
                    <a:bodyPr/>
                    <a:lstStyle/>
                    <a:p>
                      <a:pPr algn="l"/>
                      <a:r>
                        <a:rPr kumimoji="1" lang="ja-JP" altLang="en-US" dirty="0"/>
                        <a:t>提案</a:t>
                      </a:r>
                      <a:r>
                        <a:rPr kumimoji="1" lang="en-US" altLang="ja-JP" dirty="0"/>
                        <a:t>1:</a:t>
                      </a:r>
                      <a:br>
                        <a:rPr kumimoji="1" lang="en-US" altLang="ja-JP" dirty="0"/>
                      </a:br>
                      <a:r>
                        <a:rPr kumimoji="1" lang="en-US" altLang="ja-JP" dirty="0"/>
                        <a:t>MF2bit</a:t>
                      </a:r>
                      <a:endParaRPr kumimoji="1" lang="ja-JP" altLang="en-US" dirty="0"/>
                    </a:p>
                  </a:txBody>
                  <a:tcPr anchor="ctr"/>
                </a:tc>
                <a:tc>
                  <a:txBody>
                    <a:bodyPr/>
                    <a:lstStyle/>
                    <a:p>
                      <a:pPr algn="ctr"/>
                      <a:r>
                        <a:rPr kumimoji="1" lang="en-US" altLang="ja-JP" dirty="0"/>
                        <a:t>2802</a:t>
                      </a:r>
                      <a:endParaRPr kumimoji="1" lang="ja-JP" altLang="en-US" dirty="0"/>
                    </a:p>
                  </a:txBody>
                  <a:tcPr anchor="ctr"/>
                </a:tc>
                <a:tc>
                  <a:txBody>
                    <a:bodyPr/>
                    <a:lstStyle/>
                    <a:p>
                      <a:pPr algn="ctr"/>
                      <a:r>
                        <a:rPr kumimoji="1" lang="en-US" altLang="ja-JP" dirty="0"/>
                        <a:t>1938</a:t>
                      </a:r>
                      <a:endParaRPr kumimoji="1" lang="ja-JP" altLang="en-US" dirty="0"/>
                    </a:p>
                  </a:txBody>
                  <a:tcPr anchor="ctr"/>
                </a:tc>
                <a:tc>
                  <a:txBody>
                    <a:bodyPr/>
                    <a:lstStyle/>
                    <a:p>
                      <a:pPr algn="ctr"/>
                      <a:r>
                        <a:rPr kumimoji="1" lang="en-US" altLang="ja-JP" dirty="0"/>
                        <a:t>32</a:t>
                      </a:r>
                      <a:endParaRPr kumimoji="1" lang="ja-JP" altLang="en-US" dirty="0"/>
                    </a:p>
                  </a:txBody>
                  <a:tcPr anchor="ctr"/>
                </a:tc>
                <a:tc>
                  <a:txBody>
                    <a:bodyPr/>
                    <a:lstStyle/>
                    <a:p>
                      <a:pPr algn="ctr"/>
                      <a:r>
                        <a:rPr kumimoji="1" lang="en-US" altLang="ja-JP" dirty="0"/>
                        <a:t>1057</a:t>
                      </a:r>
                      <a:endParaRPr kumimoji="1" lang="ja-JP" altLang="en-US" dirty="0"/>
                    </a:p>
                  </a:txBody>
                  <a:tcPr anchor="ctr"/>
                </a:tc>
                <a:tc>
                  <a:txBody>
                    <a:bodyPr/>
                    <a:lstStyle/>
                    <a:p>
                      <a:pPr algn="ctr"/>
                      <a:r>
                        <a:rPr kumimoji="1" lang="en-US" altLang="ja-JP" dirty="0"/>
                        <a:t>2802</a:t>
                      </a:r>
                      <a:endParaRPr kumimoji="1" lang="ja-JP" altLang="en-US" dirty="0"/>
                    </a:p>
                  </a:txBody>
                  <a:tcPr anchor="ctr"/>
                </a:tc>
                <a:tc>
                  <a:txBody>
                    <a:bodyPr/>
                    <a:lstStyle/>
                    <a:p>
                      <a:pPr algn="ctr"/>
                      <a:r>
                        <a:rPr kumimoji="1" lang="en-US" altLang="ja-JP" dirty="0"/>
                        <a:t>3.5</a:t>
                      </a:r>
                      <a:endParaRPr kumimoji="1" lang="ja-JP" altLang="en-US" dirty="0"/>
                    </a:p>
                  </a:txBody>
                  <a:tcPr anchor="ctr"/>
                </a:tc>
                <a:tc>
                  <a:txBody>
                    <a:bodyPr/>
                    <a:lstStyle/>
                    <a:p>
                      <a:pPr algn="ctr"/>
                      <a:r>
                        <a:rPr kumimoji="1" lang="en-US" altLang="ja-JP" dirty="0"/>
                        <a:t>4</a:t>
                      </a:r>
                      <a:endParaRPr kumimoji="1" lang="ja-JP" altLang="en-US" dirty="0"/>
                    </a:p>
                  </a:txBody>
                  <a:tcPr anchor="ctr"/>
                </a:tc>
                <a:tc>
                  <a:txBody>
                    <a:bodyPr/>
                    <a:lstStyle/>
                    <a:p>
                      <a:pPr algn="ctr"/>
                      <a:r>
                        <a:rPr kumimoji="1" lang="en-US" altLang="ja-JP" dirty="0"/>
                        <a:t>118</a:t>
                      </a:r>
                      <a:endParaRPr kumimoji="1" lang="ja-JP" altLang="en-US" dirty="0"/>
                    </a:p>
                  </a:txBody>
                  <a:tcPr anchor="ctr"/>
                </a:tc>
                <a:extLst>
                  <a:ext uri="{0D108BD9-81ED-4DB2-BD59-A6C34878D82A}">
                    <a16:rowId xmlns:a16="http://schemas.microsoft.com/office/drawing/2014/main" val="315969308"/>
                  </a:ext>
                </a:extLst>
              </a:tr>
              <a:tr h="686761">
                <a:tc>
                  <a:txBody>
                    <a:bodyPr/>
                    <a:lstStyle/>
                    <a:p>
                      <a:pPr algn="l"/>
                      <a:r>
                        <a:rPr kumimoji="1" lang="ja-JP" altLang="en-US" dirty="0"/>
                        <a:t>提案</a:t>
                      </a:r>
                      <a:r>
                        <a:rPr kumimoji="1" lang="en-US" altLang="ja-JP" dirty="0"/>
                        <a:t>2:</a:t>
                      </a:r>
                      <a:r>
                        <a:rPr kumimoji="1" lang="ja-JP" altLang="en-US" dirty="0"/>
                        <a:t>有効化フラグ</a:t>
                      </a:r>
                    </a:p>
                  </a:txBody>
                  <a:tcPr anchor="ctr"/>
                </a:tc>
                <a:tc>
                  <a:txBody>
                    <a:bodyPr/>
                    <a:lstStyle/>
                    <a:p>
                      <a:pPr algn="ctr"/>
                      <a:r>
                        <a:rPr kumimoji="1" lang="en-US" altLang="ja-JP" dirty="0"/>
                        <a:t>2300</a:t>
                      </a:r>
                      <a:endParaRPr kumimoji="1" lang="ja-JP" altLang="en-US" dirty="0"/>
                    </a:p>
                  </a:txBody>
                  <a:tcPr anchor="ctr"/>
                </a:tc>
                <a:tc>
                  <a:txBody>
                    <a:bodyPr/>
                    <a:lstStyle/>
                    <a:p>
                      <a:pPr algn="ctr"/>
                      <a:r>
                        <a:rPr kumimoji="1" lang="en-US" altLang="ja-JP" dirty="0"/>
                        <a:t>1936</a:t>
                      </a:r>
                      <a:endParaRPr kumimoji="1" lang="ja-JP" altLang="en-US" dirty="0"/>
                    </a:p>
                  </a:txBody>
                  <a:tcPr anchor="ctr"/>
                </a:tc>
                <a:tc>
                  <a:txBody>
                    <a:bodyPr/>
                    <a:lstStyle/>
                    <a:p>
                      <a:pPr algn="ctr"/>
                      <a:r>
                        <a:rPr kumimoji="1" lang="en-US" altLang="ja-JP" dirty="0"/>
                        <a:t>9</a:t>
                      </a:r>
                      <a:endParaRPr kumimoji="1" lang="ja-JP" altLang="en-US" dirty="0"/>
                    </a:p>
                  </a:txBody>
                  <a:tcPr anchor="ctr"/>
                </a:tc>
                <a:tc>
                  <a:txBody>
                    <a:bodyPr/>
                    <a:lstStyle/>
                    <a:p>
                      <a:pPr algn="ctr"/>
                      <a:r>
                        <a:rPr kumimoji="1" lang="en-US" altLang="ja-JP" dirty="0"/>
                        <a:t>897</a:t>
                      </a:r>
                      <a:endParaRPr kumimoji="1" lang="ja-JP" altLang="en-US" dirty="0"/>
                    </a:p>
                  </a:txBody>
                  <a:tcPr anchor="ctr"/>
                </a:tc>
                <a:tc>
                  <a:txBody>
                    <a:bodyPr/>
                    <a:lstStyle/>
                    <a:p>
                      <a:pPr algn="ctr"/>
                      <a:r>
                        <a:rPr kumimoji="1" lang="en-US" altLang="ja-JP" dirty="0"/>
                        <a:t>2300</a:t>
                      </a:r>
                      <a:endParaRPr kumimoji="1" lang="ja-JP" altLang="en-US" dirty="0"/>
                    </a:p>
                  </a:txBody>
                  <a:tcPr anchor="ctr"/>
                </a:tc>
                <a:tc>
                  <a:txBody>
                    <a:bodyPr/>
                    <a:lstStyle/>
                    <a:p>
                      <a:pPr algn="ctr"/>
                      <a:r>
                        <a:rPr kumimoji="1" lang="en-US" altLang="ja-JP" dirty="0"/>
                        <a:t>3</a:t>
                      </a:r>
                      <a:endParaRPr kumimoji="1" lang="ja-JP" altLang="en-US" dirty="0"/>
                    </a:p>
                  </a:txBody>
                  <a:tcPr anchor="ctr"/>
                </a:tc>
                <a:tc>
                  <a:txBody>
                    <a:bodyPr/>
                    <a:lstStyle/>
                    <a:p>
                      <a:pPr algn="ctr"/>
                      <a:r>
                        <a:rPr kumimoji="1" lang="en-US" altLang="ja-JP" dirty="0"/>
                        <a:t>1</a:t>
                      </a:r>
                      <a:endParaRPr kumimoji="1" lang="ja-JP" altLang="en-US" dirty="0"/>
                    </a:p>
                  </a:txBody>
                  <a:tcPr anchor="ctr"/>
                </a:tc>
                <a:tc>
                  <a:txBody>
                    <a:bodyPr/>
                    <a:lstStyle/>
                    <a:p>
                      <a:pPr algn="ctr"/>
                      <a:r>
                        <a:rPr kumimoji="1" lang="en-US" altLang="ja-JP" dirty="0"/>
                        <a:t>117</a:t>
                      </a:r>
                      <a:endParaRPr kumimoji="1" lang="ja-JP" altLang="en-US" dirty="0"/>
                    </a:p>
                  </a:txBody>
                  <a:tcPr anchor="ctr"/>
                </a:tc>
                <a:extLst>
                  <a:ext uri="{0D108BD9-81ED-4DB2-BD59-A6C34878D82A}">
                    <a16:rowId xmlns:a16="http://schemas.microsoft.com/office/drawing/2014/main" val="444671949"/>
                  </a:ext>
                </a:extLst>
              </a:tr>
              <a:tr h="686761">
                <a:tc>
                  <a:txBody>
                    <a:bodyPr/>
                    <a:lstStyle/>
                    <a:p>
                      <a:pPr algn="l"/>
                      <a:r>
                        <a:rPr kumimoji="1" lang="ja-JP" altLang="en-US" dirty="0"/>
                        <a:t>元コード</a:t>
                      </a:r>
                      <a:r>
                        <a:rPr kumimoji="1" lang="en-US" altLang="ja-JP" dirty="0"/>
                        <a:t>:</a:t>
                      </a:r>
                      <a:br>
                        <a:rPr kumimoji="1" lang="en-US" altLang="ja-JP" dirty="0"/>
                      </a:br>
                      <a:r>
                        <a:rPr kumimoji="1" lang="ja-JP" altLang="en-US" dirty="0"/>
                        <a:t>長崎</a:t>
                      </a:r>
                      <a:r>
                        <a:rPr kumimoji="1" lang="en-US" altLang="ja-JP" dirty="0"/>
                        <a:t>DDP_16bit</a:t>
                      </a:r>
                      <a:endParaRPr kumimoji="1" lang="ja-JP" altLang="en-US" dirty="0"/>
                    </a:p>
                  </a:txBody>
                  <a:tcPr anchor="ctr"/>
                </a:tc>
                <a:tc>
                  <a:txBody>
                    <a:bodyPr/>
                    <a:lstStyle/>
                    <a:p>
                      <a:pPr algn="ctr"/>
                      <a:r>
                        <a:rPr kumimoji="1" lang="en-US" altLang="ja-JP" dirty="0"/>
                        <a:t>2019</a:t>
                      </a:r>
                      <a:endParaRPr kumimoji="1" lang="ja-JP" altLang="en-US" dirty="0"/>
                    </a:p>
                  </a:txBody>
                  <a:tcPr anchor="ctr"/>
                </a:tc>
                <a:tc>
                  <a:txBody>
                    <a:bodyPr/>
                    <a:lstStyle/>
                    <a:p>
                      <a:pPr algn="ctr"/>
                      <a:r>
                        <a:rPr kumimoji="1" lang="en-US" altLang="ja-JP" dirty="0"/>
                        <a:t>1722</a:t>
                      </a:r>
                      <a:endParaRPr kumimoji="1" lang="ja-JP" altLang="en-US" dirty="0"/>
                    </a:p>
                  </a:txBody>
                  <a:tcPr anchor="ctr"/>
                </a:tc>
                <a:tc>
                  <a:txBody>
                    <a:bodyPr/>
                    <a:lstStyle/>
                    <a:p>
                      <a:pPr algn="ctr"/>
                      <a:r>
                        <a:rPr kumimoji="1" lang="en-US" altLang="ja-JP" dirty="0"/>
                        <a:t>17</a:t>
                      </a:r>
                      <a:endParaRPr kumimoji="1" lang="ja-JP" altLang="en-US" dirty="0"/>
                    </a:p>
                  </a:txBody>
                  <a:tcPr anchor="ctr"/>
                </a:tc>
                <a:tc>
                  <a:txBody>
                    <a:bodyPr/>
                    <a:lstStyle/>
                    <a:p>
                      <a:pPr algn="ctr"/>
                      <a:r>
                        <a:rPr kumimoji="1" lang="en-US" altLang="ja-JP" dirty="0"/>
                        <a:t>778</a:t>
                      </a:r>
                      <a:endParaRPr kumimoji="1" lang="ja-JP" altLang="en-US" dirty="0"/>
                    </a:p>
                  </a:txBody>
                  <a:tcPr anchor="ctr"/>
                </a:tc>
                <a:tc>
                  <a:txBody>
                    <a:bodyPr/>
                    <a:lstStyle/>
                    <a:p>
                      <a:pPr algn="ctr"/>
                      <a:r>
                        <a:rPr kumimoji="1" lang="en-US" altLang="ja-JP" dirty="0"/>
                        <a:t>2019</a:t>
                      </a:r>
                      <a:endParaRPr kumimoji="1" lang="ja-JP" altLang="en-US" dirty="0"/>
                    </a:p>
                  </a:txBody>
                  <a:tcPr anchor="ctr"/>
                </a:tc>
                <a:tc>
                  <a:txBody>
                    <a:bodyPr/>
                    <a:lstStyle/>
                    <a:p>
                      <a:pPr algn="ctr"/>
                      <a:r>
                        <a:rPr kumimoji="1" lang="en-US" altLang="ja-JP" dirty="0"/>
                        <a:t>2.5</a:t>
                      </a:r>
                      <a:endParaRPr kumimoji="1" lang="ja-JP" altLang="en-US" dirty="0"/>
                    </a:p>
                  </a:txBody>
                  <a:tcPr anchor="ctr"/>
                </a:tc>
                <a:tc>
                  <a:txBody>
                    <a:bodyPr/>
                    <a:lstStyle/>
                    <a:p>
                      <a:pPr algn="ctr"/>
                      <a:r>
                        <a:rPr kumimoji="1" lang="en-US" altLang="ja-JP" dirty="0"/>
                        <a:t>1</a:t>
                      </a:r>
                      <a:endParaRPr kumimoji="1" lang="ja-JP" altLang="en-US" dirty="0"/>
                    </a:p>
                  </a:txBody>
                  <a:tcPr anchor="ctr"/>
                </a:tc>
                <a:tc>
                  <a:txBody>
                    <a:bodyPr/>
                    <a:lstStyle/>
                    <a:p>
                      <a:pPr algn="ctr"/>
                      <a:r>
                        <a:rPr kumimoji="1" lang="en-US" altLang="ja-JP" dirty="0"/>
                        <a:t>81</a:t>
                      </a:r>
                      <a:endParaRPr kumimoji="1" lang="ja-JP" altLang="en-US" dirty="0"/>
                    </a:p>
                  </a:txBody>
                  <a:tcPr anchor="ctr"/>
                </a:tc>
                <a:extLst>
                  <a:ext uri="{0D108BD9-81ED-4DB2-BD59-A6C34878D82A}">
                    <a16:rowId xmlns:a16="http://schemas.microsoft.com/office/drawing/2014/main" val="2915089026"/>
                  </a:ext>
                </a:extLst>
              </a:tr>
              <a:tr h="686761">
                <a:tc>
                  <a:txBody>
                    <a:bodyPr/>
                    <a:lstStyle/>
                    <a:p>
                      <a:pPr algn="l"/>
                      <a:r>
                        <a:rPr kumimoji="1" lang="ja-JP" altLang="en-US" dirty="0"/>
                        <a:t>参考</a:t>
                      </a:r>
                      <a:r>
                        <a:rPr kumimoji="1" lang="en-US" altLang="ja-JP" dirty="0"/>
                        <a:t>:</a:t>
                      </a:r>
                      <a:r>
                        <a:rPr kumimoji="1" lang="ja-JP" altLang="en-US" dirty="0"/>
                        <a:t>松坂</a:t>
                      </a:r>
                      <a:r>
                        <a:rPr kumimoji="1" lang="en-US" altLang="ja-JP" dirty="0"/>
                        <a:t>DDP_32bit</a:t>
                      </a:r>
                      <a:endParaRPr kumimoji="1" lang="ja-JP" altLang="en-US" dirty="0"/>
                    </a:p>
                  </a:txBody>
                  <a:tcPr anchor="ctr"/>
                </a:tc>
                <a:tc>
                  <a:txBody>
                    <a:bodyPr/>
                    <a:lstStyle/>
                    <a:p>
                      <a:pPr algn="ctr"/>
                      <a:r>
                        <a:rPr kumimoji="1" lang="en-US" altLang="ja-JP" dirty="0"/>
                        <a:t>3158</a:t>
                      </a:r>
                      <a:endParaRPr kumimoji="1" lang="ja-JP" altLang="en-US" dirty="0"/>
                    </a:p>
                  </a:txBody>
                  <a:tcPr anchor="ctr"/>
                </a:tc>
                <a:tc>
                  <a:txBody>
                    <a:bodyPr/>
                    <a:lstStyle/>
                    <a:p>
                      <a:pPr algn="ctr"/>
                      <a:r>
                        <a:rPr kumimoji="1" lang="en-US" altLang="ja-JP" dirty="0"/>
                        <a:t>1914</a:t>
                      </a:r>
                      <a:endParaRPr kumimoji="1" lang="ja-JP" altLang="en-US" dirty="0"/>
                    </a:p>
                  </a:txBody>
                  <a:tcPr anchor="ctr"/>
                </a:tc>
                <a:tc>
                  <a:txBody>
                    <a:bodyPr/>
                    <a:lstStyle/>
                    <a:p>
                      <a:pPr algn="ctr"/>
                      <a:endParaRPr kumimoji="1" lang="ja-JP" altLang="en-US" dirty="0"/>
                    </a:p>
                  </a:txBody>
                  <a:tcPr anchor="ctr"/>
                </a:tc>
                <a:tc>
                  <a:txBody>
                    <a:bodyPr/>
                    <a:lstStyle/>
                    <a:p>
                      <a:pPr algn="ctr"/>
                      <a:r>
                        <a:rPr kumimoji="1" lang="en-US" altLang="ja-JP" dirty="0"/>
                        <a:t>1106</a:t>
                      </a:r>
                      <a:endParaRPr kumimoji="1" lang="ja-JP" altLang="en-US" dirty="0"/>
                    </a:p>
                  </a:txBody>
                  <a:tcPr anchor="ctr"/>
                </a:tc>
                <a:tc>
                  <a:txBody>
                    <a:bodyPr/>
                    <a:lstStyle/>
                    <a:p>
                      <a:pPr algn="ctr"/>
                      <a:r>
                        <a:rPr kumimoji="1" lang="en-US" altLang="ja-JP" dirty="0"/>
                        <a:t>3158</a:t>
                      </a:r>
                      <a:endParaRPr kumimoji="1" lang="ja-JP" altLang="en-US" dirty="0"/>
                    </a:p>
                  </a:txBody>
                  <a:tcPr anchor="ctr"/>
                </a:tc>
                <a:tc>
                  <a:txBody>
                    <a:bodyPr/>
                    <a:lstStyle/>
                    <a:p>
                      <a:pPr algn="ctr"/>
                      <a:r>
                        <a:rPr kumimoji="1" lang="en-US" altLang="ja-JP" dirty="0"/>
                        <a:t>2.5</a:t>
                      </a:r>
                      <a:endParaRPr kumimoji="1" lang="ja-JP" altLang="en-US" dirty="0"/>
                    </a:p>
                  </a:txBody>
                  <a:tcPr anchor="ctr"/>
                </a:tc>
                <a:tc>
                  <a:txBody>
                    <a:bodyPr/>
                    <a:lstStyle/>
                    <a:p>
                      <a:pPr algn="ctr"/>
                      <a:r>
                        <a:rPr kumimoji="1" lang="en-US" altLang="ja-JP" dirty="0"/>
                        <a:t>4</a:t>
                      </a:r>
                      <a:endParaRPr kumimoji="1" lang="ja-JP" altLang="en-US" dirty="0"/>
                    </a:p>
                  </a:txBody>
                  <a:tcPr anchor="ctr"/>
                </a:tc>
                <a:tc>
                  <a:txBody>
                    <a:bodyPr/>
                    <a:lstStyle/>
                    <a:p>
                      <a:pPr algn="ctr"/>
                      <a:r>
                        <a:rPr kumimoji="1" lang="en-US" altLang="ja-JP" dirty="0"/>
                        <a:t>113</a:t>
                      </a:r>
                      <a:endParaRPr kumimoji="1" lang="ja-JP" altLang="en-US" dirty="0"/>
                    </a:p>
                  </a:txBody>
                  <a:tcPr anchor="ctr"/>
                </a:tc>
                <a:extLst>
                  <a:ext uri="{0D108BD9-81ED-4DB2-BD59-A6C34878D82A}">
                    <a16:rowId xmlns:a16="http://schemas.microsoft.com/office/drawing/2014/main" val="2942446029"/>
                  </a:ext>
                </a:extLst>
              </a:tr>
            </a:tbl>
          </a:graphicData>
        </a:graphic>
      </p:graphicFrame>
      <p:sp>
        <p:nvSpPr>
          <p:cNvPr id="4" name="日付プレースホルダー 3">
            <a:extLst>
              <a:ext uri="{FF2B5EF4-FFF2-40B4-BE49-F238E27FC236}">
                <a16:creationId xmlns:a16="http://schemas.microsoft.com/office/drawing/2014/main" id="{32F5BB03-9DB7-86C5-910D-0E871E46CFAA}"/>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CF1128AD-5756-C098-C1D9-B0C17FB5A312}"/>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3F239DD5-3CCC-96C9-A0A3-554A174F274E}"/>
              </a:ext>
            </a:extLst>
          </p:cNvPr>
          <p:cNvSpPr>
            <a:spLocks noGrp="1"/>
          </p:cNvSpPr>
          <p:nvPr>
            <p:ph type="sldNum" sz="quarter" idx="12"/>
          </p:nvPr>
        </p:nvSpPr>
        <p:spPr/>
        <p:txBody>
          <a:bodyPr/>
          <a:lstStyle/>
          <a:p>
            <a:fld id="{273F27D2-06B6-4999-B31F-B875E94682A2}" type="slidenum">
              <a:rPr lang="ja-JP" altLang="en-US" smtClean="0"/>
              <a:pPr/>
              <a:t>10</a:t>
            </a:fld>
            <a:endParaRPr lang="ja-JP" altLang="en-US" dirty="0"/>
          </a:p>
        </p:txBody>
      </p:sp>
      <p:sp>
        <p:nvSpPr>
          <p:cNvPr id="8" name="コンテンツ プレースホルダー 2">
            <a:extLst>
              <a:ext uri="{FF2B5EF4-FFF2-40B4-BE49-F238E27FC236}">
                <a16:creationId xmlns:a16="http://schemas.microsoft.com/office/drawing/2014/main" id="{567D4F0A-C810-4687-C9E9-09E448D18283}"/>
              </a:ext>
            </a:extLst>
          </p:cNvPr>
          <p:cNvSpPr txBox="1">
            <a:spLocks/>
          </p:cNvSpPr>
          <p:nvPr/>
        </p:nvSpPr>
        <p:spPr>
          <a:xfrm>
            <a:off x="341194" y="1050878"/>
            <a:ext cx="11518710" cy="51179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F7 Muxes</a:t>
            </a:r>
          </a:p>
          <a:p>
            <a:pPr lvl="1"/>
            <a:r>
              <a:rPr lang="ja-JP" altLang="en-US" dirty="0"/>
              <a:t>専用のハードウェアマルチプレクサ</a:t>
            </a:r>
            <a:endParaRPr lang="en-US" altLang="ja-JP" dirty="0"/>
          </a:p>
          <a:p>
            <a:pPr lvl="1"/>
            <a:r>
              <a:rPr lang="ja-JP" altLang="en-US"/>
              <a:t>リソースの節約に貢献</a:t>
            </a:r>
            <a:endParaRPr lang="en-US" altLang="ja-JP" dirty="0"/>
          </a:p>
        </p:txBody>
      </p:sp>
    </p:spTree>
    <p:extLst>
      <p:ext uri="{BB962C8B-B14F-4D97-AF65-F5344CB8AC3E}">
        <p14:creationId xmlns:p14="http://schemas.microsoft.com/office/powerpoint/2010/main" val="1721710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5AC34D5-B253-8364-9085-538D3498213C}"/>
              </a:ext>
            </a:extLst>
          </p:cNvPr>
          <p:cNvSpPr>
            <a:spLocks noGrp="1"/>
          </p:cNvSpPr>
          <p:nvPr>
            <p:ph idx="1"/>
          </p:nvPr>
        </p:nvSpPr>
        <p:spPr/>
        <p:txBody>
          <a:bodyPr>
            <a:normAutofit/>
          </a:bodyPr>
          <a:lstStyle/>
          <a:p>
            <a:r>
              <a:rPr kumimoji="1" lang="en-US" altLang="ja-JP" dirty="0"/>
              <a:t>PS</a:t>
            </a:r>
          </a:p>
          <a:p>
            <a:pPr lvl="1"/>
            <a:r>
              <a:rPr kumimoji="1" lang="en-US" altLang="ja-JP" dirty="0"/>
              <a:t>Dest,</a:t>
            </a:r>
            <a:r>
              <a:rPr lang="en-US" altLang="ja-JP" dirty="0"/>
              <a:t>LR2,COPY,OPC</a:t>
            </a:r>
            <a:r>
              <a:rPr lang="ja-JP" altLang="en-US" dirty="0"/>
              <a:t>は共有</a:t>
            </a:r>
            <a:endParaRPr lang="en-US" altLang="ja-JP" dirty="0"/>
          </a:p>
          <a:p>
            <a:pPr lvl="1"/>
            <a:r>
              <a:rPr lang="en-US" altLang="ja-JP" dirty="0"/>
              <a:t>BR</a:t>
            </a:r>
            <a:r>
              <a:rPr lang="ja-JP" altLang="en-US" dirty="0"/>
              <a:t>を</a:t>
            </a:r>
            <a:r>
              <a:rPr lang="en-US" altLang="ja-JP" dirty="0"/>
              <a:t>2bit</a:t>
            </a:r>
            <a:r>
              <a:rPr lang="ja-JP" altLang="en-US" dirty="0"/>
              <a:t>に拡張</a:t>
            </a:r>
            <a:endParaRPr lang="en-US" altLang="ja-JP" dirty="0"/>
          </a:p>
          <a:p>
            <a:pPr lvl="1"/>
            <a:endParaRPr lang="en-US" altLang="ja-JP" dirty="0"/>
          </a:p>
          <a:p>
            <a:pPr marL="457200" lvl="1" indent="0">
              <a:buNone/>
            </a:pPr>
            <a:r>
              <a:rPr lang="en-US" altLang="ja-JP" dirty="0" err="1"/>
              <a:t>Dest</a:t>
            </a:r>
            <a:r>
              <a:rPr lang="ja-JP" altLang="en-US" dirty="0"/>
              <a:t>を同じ値にしているため、</a:t>
            </a:r>
            <a:br>
              <a:rPr lang="en-US" altLang="ja-JP" dirty="0"/>
            </a:br>
            <a:r>
              <a:rPr lang="en-US" altLang="ja-JP" dirty="0"/>
              <a:t>ADD</a:t>
            </a:r>
            <a:r>
              <a:rPr lang="ja-JP" altLang="en-US" dirty="0"/>
              <a:t>での結合が出来ない</a:t>
            </a:r>
            <a:endParaRPr lang="en-US" altLang="ja-JP" baseline="30000" dirty="0"/>
          </a:p>
          <a:p>
            <a:pPr lvl="1"/>
            <a:endParaRPr lang="en-US" altLang="ja-JP" dirty="0"/>
          </a:p>
          <a:p>
            <a:pPr lvl="1"/>
            <a:endParaRPr lang="en-US" altLang="ja-JP" dirty="0"/>
          </a:p>
          <a:p>
            <a:pPr lvl="1"/>
            <a:endParaRPr lang="en-US" altLang="ja-JP" dirty="0"/>
          </a:p>
        </p:txBody>
      </p:sp>
      <p:sp>
        <p:nvSpPr>
          <p:cNvPr id="4" name="日付プレースホルダー 3">
            <a:extLst>
              <a:ext uri="{FF2B5EF4-FFF2-40B4-BE49-F238E27FC236}">
                <a16:creationId xmlns:a16="http://schemas.microsoft.com/office/drawing/2014/main" id="{8FE51A75-81FC-088D-23BA-E083014A910F}"/>
              </a:ext>
            </a:extLst>
          </p:cNvPr>
          <p:cNvSpPr>
            <a:spLocks noGrp="1"/>
          </p:cNvSpPr>
          <p:nvPr>
            <p:ph type="dt" sz="half" idx="10"/>
          </p:nvPr>
        </p:nvSpPr>
        <p:spPr/>
        <p:txBody>
          <a:bodyPr/>
          <a:lstStyle/>
          <a:p>
            <a:fld id="{B91B51CF-8486-4F49-9AB2-C05D018DC8E1}"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C1E881E8-5630-B2EE-101D-745423792691}"/>
              </a:ext>
            </a:extLst>
          </p:cNvPr>
          <p:cNvSpPr>
            <a:spLocks noGrp="1"/>
          </p:cNvSpPr>
          <p:nvPr>
            <p:ph type="ftr" sz="quarter" idx="11"/>
          </p:nvPr>
        </p:nvSpPr>
        <p:spPr/>
        <p:txBody>
          <a:bodyPr/>
          <a:lstStyle/>
          <a:p>
            <a:r>
              <a:rPr kumimoji="1" lang="en-US" altLang="ja-JP" dirty="0"/>
              <a:t>B4_Research</a:t>
            </a:r>
            <a:endParaRPr kumimoji="1" lang="ja-JP" altLang="en-US" dirty="0"/>
          </a:p>
        </p:txBody>
      </p:sp>
      <p:sp>
        <p:nvSpPr>
          <p:cNvPr id="6" name="スライド番号プレースホルダー 5">
            <a:extLst>
              <a:ext uri="{FF2B5EF4-FFF2-40B4-BE49-F238E27FC236}">
                <a16:creationId xmlns:a16="http://schemas.microsoft.com/office/drawing/2014/main" id="{3316E98B-6136-C6AB-9F71-EC59FCC1E140}"/>
              </a:ext>
            </a:extLst>
          </p:cNvPr>
          <p:cNvSpPr>
            <a:spLocks noGrp="1"/>
          </p:cNvSpPr>
          <p:nvPr>
            <p:ph type="sldNum" sz="quarter" idx="12"/>
          </p:nvPr>
        </p:nvSpPr>
        <p:spPr/>
        <p:txBody>
          <a:bodyPr/>
          <a:lstStyle/>
          <a:p>
            <a:fld id="{D424D12C-9692-4086-B843-0896D3A9ECC1}" type="slidenum">
              <a:rPr lang="ja-JP" altLang="en-US" smtClean="0"/>
              <a:pPr/>
              <a:t>11</a:t>
            </a:fld>
            <a:endParaRPr lang="ja-JP" altLang="en-US" dirty="0"/>
          </a:p>
        </p:txBody>
      </p:sp>
      <p:sp>
        <p:nvSpPr>
          <p:cNvPr id="7" name="タイトル 1">
            <a:extLst>
              <a:ext uri="{FF2B5EF4-FFF2-40B4-BE49-F238E27FC236}">
                <a16:creationId xmlns:a16="http://schemas.microsoft.com/office/drawing/2014/main" id="{47F76272-301E-5A2E-3B68-A8AD55EA8827}"/>
              </a:ext>
            </a:extLst>
          </p:cNvPr>
          <p:cNvSpPr>
            <a:spLocks noGrp="1"/>
          </p:cNvSpPr>
          <p:nvPr>
            <p:ph type="title"/>
          </p:nvPr>
        </p:nvSpPr>
        <p:spPr>
          <a:xfrm>
            <a:off x="341313" y="136525"/>
            <a:ext cx="11518900" cy="727075"/>
          </a:xfrm>
        </p:spPr>
        <p:txBody>
          <a:bodyPr/>
          <a:lstStyle/>
          <a:p>
            <a:r>
              <a:rPr kumimoji="1" lang="en-US" altLang="ja-JP" dirty="0"/>
              <a:t>FIR</a:t>
            </a:r>
            <a:r>
              <a:rPr kumimoji="1" lang="ja-JP" altLang="en-US" dirty="0"/>
              <a:t>・</a:t>
            </a:r>
            <a:r>
              <a:rPr kumimoji="1" lang="en-US" altLang="ja-JP" dirty="0"/>
              <a:t>DDP</a:t>
            </a:r>
            <a:r>
              <a:rPr kumimoji="1" lang="ja-JP" altLang="en-US" dirty="0"/>
              <a:t>プログラム</a:t>
            </a:r>
          </a:p>
        </p:txBody>
      </p:sp>
      <p:pic>
        <p:nvPicPr>
          <p:cNvPr id="12" name="図 11">
            <a:extLst>
              <a:ext uri="{FF2B5EF4-FFF2-40B4-BE49-F238E27FC236}">
                <a16:creationId xmlns:a16="http://schemas.microsoft.com/office/drawing/2014/main" id="{2EE2D16A-A63A-FDB6-32AA-E9509FECC2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9005" y="1015044"/>
            <a:ext cx="3724795" cy="5153744"/>
          </a:xfrm>
          <a:prstGeom prst="rect">
            <a:avLst/>
          </a:prstGeom>
        </p:spPr>
      </p:pic>
      <p:sp>
        <p:nvSpPr>
          <p:cNvPr id="13" name="楕円 12">
            <a:extLst>
              <a:ext uri="{FF2B5EF4-FFF2-40B4-BE49-F238E27FC236}">
                <a16:creationId xmlns:a16="http://schemas.microsoft.com/office/drawing/2014/main" id="{8DE3C214-CDD6-59E7-7077-60CEC10F65CA}"/>
              </a:ext>
            </a:extLst>
          </p:cNvPr>
          <p:cNvSpPr/>
          <p:nvPr/>
        </p:nvSpPr>
        <p:spPr>
          <a:xfrm>
            <a:off x="7534586" y="4187952"/>
            <a:ext cx="1005910" cy="48933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8354E5B2-CC97-CE64-5D64-C5FB675E82C4}"/>
              </a:ext>
            </a:extLst>
          </p:cNvPr>
          <p:cNvSpPr/>
          <p:nvPr/>
        </p:nvSpPr>
        <p:spPr>
          <a:xfrm>
            <a:off x="8485492" y="4187952"/>
            <a:ext cx="1005910" cy="489331"/>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923C3684-54CF-809C-B5F7-5C9E233B94CF}"/>
              </a:ext>
            </a:extLst>
          </p:cNvPr>
          <p:cNvSpPr/>
          <p:nvPr/>
        </p:nvSpPr>
        <p:spPr>
          <a:xfrm>
            <a:off x="7452290" y="1364688"/>
            <a:ext cx="2039112" cy="56471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A05714A9-57F9-387D-11ED-29DCF92C30AA}"/>
              </a:ext>
            </a:extLst>
          </p:cNvPr>
          <p:cNvSpPr txBox="1"/>
          <p:nvPr/>
        </p:nvSpPr>
        <p:spPr>
          <a:xfrm>
            <a:off x="5236326" y="3047845"/>
            <a:ext cx="2392679" cy="646331"/>
          </a:xfrm>
          <a:prstGeom prst="rect">
            <a:avLst/>
          </a:prstGeom>
          <a:noFill/>
          <a:ln w="19050">
            <a:solidFill>
              <a:schemeClr val="tx1"/>
            </a:solidFill>
            <a:prstDash val="dash"/>
          </a:ln>
        </p:spPr>
        <p:txBody>
          <a:bodyPr wrap="square" rtlCol="0">
            <a:spAutoFit/>
          </a:bodyPr>
          <a:lstStyle/>
          <a:p>
            <a:r>
              <a:rPr kumimoji="1" lang="en-US" altLang="ja-JP" dirty="0" err="1"/>
              <a:t>Dest</a:t>
            </a:r>
            <a:r>
              <a:rPr kumimoji="1" lang="ja-JP" altLang="en-US" dirty="0"/>
              <a:t>の値が違うため片方は計算</a:t>
            </a:r>
            <a:r>
              <a:rPr lang="ja-JP" altLang="en-US" dirty="0"/>
              <a:t>不可</a:t>
            </a:r>
            <a:endParaRPr kumimoji="1" lang="ja-JP" altLang="en-US" dirty="0"/>
          </a:p>
        </p:txBody>
      </p:sp>
      <p:sp>
        <p:nvSpPr>
          <p:cNvPr id="18" name="楕円 17">
            <a:extLst>
              <a:ext uri="{FF2B5EF4-FFF2-40B4-BE49-F238E27FC236}">
                <a16:creationId xmlns:a16="http://schemas.microsoft.com/office/drawing/2014/main" id="{C38134A6-8FAC-E0AB-0581-CF40DB57A860}"/>
              </a:ext>
            </a:extLst>
          </p:cNvPr>
          <p:cNvSpPr/>
          <p:nvPr/>
        </p:nvSpPr>
        <p:spPr>
          <a:xfrm>
            <a:off x="9357218" y="4187951"/>
            <a:ext cx="1005910" cy="489331"/>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9CC75D17-47B1-0EDD-F1D4-59D60C32EBE1}"/>
              </a:ext>
            </a:extLst>
          </p:cNvPr>
          <p:cNvCxnSpPr>
            <a:stCxn id="17" idx="2"/>
            <a:endCxn id="13" idx="1"/>
          </p:cNvCxnSpPr>
          <p:nvPr/>
        </p:nvCxnSpPr>
        <p:spPr>
          <a:xfrm>
            <a:off x="6432666" y="3694176"/>
            <a:ext cx="1249232" cy="565437"/>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直線コネクタ 20">
            <a:extLst>
              <a:ext uri="{FF2B5EF4-FFF2-40B4-BE49-F238E27FC236}">
                <a16:creationId xmlns:a16="http://schemas.microsoft.com/office/drawing/2014/main" id="{D191FF67-BCDA-37AB-C12E-30BBF1809405}"/>
              </a:ext>
            </a:extLst>
          </p:cNvPr>
          <p:cNvCxnSpPr>
            <a:cxnSpLocks/>
            <a:stCxn id="17" idx="2"/>
            <a:endCxn id="14" idx="0"/>
          </p:cNvCxnSpPr>
          <p:nvPr/>
        </p:nvCxnSpPr>
        <p:spPr>
          <a:xfrm>
            <a:off x="6432666" y="3694176"/>
            <a:ext cx="2555781" cy="493776"/>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楕円 23">
            <a:extLst>
              <a:ext uri="{FF2B5EF4-FFF2-40B4-BE49-F238E27FC236}">
                <a16:creationId xmlns:a16="http://schemas.microsoft.com/office/drawing/2014/main" id="{05C1145F-8962-9118-2C0C-EFE5D662AC12}"/>
              </a:ext>
            </a:extLst>
          </p:cNvPr>
          <p:cNvSpPr/>
          <p:nvPr/>
        </p:nvSpPr>
        <p:spPr>
          <a:xfrm>
            <a:off x="6339559" y="4668510"/>
            <a:ext cx="1155262" cy="48933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data0</a:t>
            </a:r>
            <a:endParaRPr kumimoji="1" lang="ja-JP" altLang="en-US" dirty="0">
              <a:solidFill>
                <a:schemeClr val="tx1"/>
              </a:solidFill>
            </a:endParaRPr>
          </a:p>
        </p:txBody>
      </p:sp>
      <p:sp>
        <p:nvSpPr>
          <p:cNvPr id="25" name="楕円 24">
            <a:extLst>
              <a:ext uri="{FF2B5EF4-FFF2-40B4-BE49-F238E27FC236}">
                <a16:creationId xmlns:a16="http://schemas.microsoft.com/office/drawing/2014/main" id="{78F948B8-DC77-4E8D-E4BC-5F06DB093127}"/>
              </a:ext>
            </a:extLst>
          </p:cNvPr>
          <p:cNvSpPr/>
          <p:nvPr/>
        </p:nvSpPr>
        <p:spPr>
          <a:xfrm>
            <a:off x="6339559" y="5261432"/>
            <a:ext cx="1155261" cy="489331"/>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data1</a:t>
            </a:r>
            <a:endParaRPr kumimoji="1" lang="ja-JP" altLang="en-US" dirty="0">
              <a:solidFill>
                <a:schemeClr val="tx1"/>
              </a:solidFill>
            </a:endParaRPr>
          </a:p>
        </p:txBody>
      </p:sp>
    </p:spTree>
    <p:extLst>
      <p:ext uri="{BB962C8B-B14F-4D97-AF65-F5344CB8AC3E}">
        <p14:creationId xmlns:p14="http://schemas.microsoft.com/office/powerpoint/2010/main" val="491286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66667E-6 3.7037E-6 L 0.00117 0.40532 " pathEditMode="relative" rAng="0" ptsTypes="AA">
                                      <p:cBhvr>
                                        <p:cTn id="6" dur="2000" fill="hold"/>
                                        <p:tgtEl>
                                          <p:spTgt spid="15"/>
                                        </p:tgtEl>
                                        <p:attrNameLst>
                                          <p:attrName>ppt_x</p:attrName>
                                          <p:attrName>ppt_y</p:attrName>
                                        </p:attrNameLst>
                                      </p:cBhvr>
                                      <p:rCtr x="52" y="202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C4D896-FE40-202E-75F9-17B3D722DA2D}"/>
              </a:ext>
            </a:extLst>
          </p:cNvPr>
          <p:cNvSpPr>
            <a:spLocks noGrp="1"/>
          </p:cNvSpPr>
          <p:nvPr>
            <p:ph type="title"/>
          </p:nvPr>
        </p:nvSpPr>
        <p:spPr/>
        <p:txBody>
          <a:bodyPr>
            <a:normAutofit/>
          </a:bodyPr>
          <a:lstStyle/>
          <a:p>
            <a:r>
              <a:rPr kumimoji="1" lang="ja-JP" altLang="en-US" dirty="0"/>
              <a:t>再結合時の</a:t>
            </a:r>
            <a:r>
              <a:rPr kumimoji="1" lang="en-US" altLang="ja-JP" dirty="0" err="1"/>
              <a:t>dest</a:t>
            </a:r>
            <a:r>
              <a:rPr kumimoji="1" lang="ja-JP" altLang="en-US" dirty="0"/>
              <a:t>問題</a:t>
            </a:r>
          </a:p>
        </p:txBody>
      </p:sp>
      <p:sp>
        <p:nvSpPr>
          <p:cNvPr id="3" name="コンテンツ プレースホルダー 2">
            <a:extLst>
              <a:ext uri="{FF2B5EF4-FFF2-40B4-BE49-F238E27FC236}">
                <a16:creationId xmlns:a16="http://schemas.microsoft.com/office/drawing/2014/main" id="{7C5FA91E-398D-FF79-3E96-379CAC2061A5}"/>
              </a:ext>
            </a:extLst>
          </p:cNvPr>
          <p:cNvSpPr>
            <a:spLocks noGrp="1"/>
          </p:cNvSpPr>
          <p:nvPr>
            <p:ph idx="1"/>
          </p:nvPr>
        </p:nvSpPr>
        <p:spPr/>
        <p:txBody>
          <a:bodyPr>
            <a:normAutofit/>
          </a:bodyPr>
          <a:lstStyle/>
          <a:p>
            <a:r>
              <a:rPr lang="ja-JP" altLang="en-US" dirty="0"/>
              <a:t>メモリを用いた解決方法</a:t>
            </a:r>
            <a:endParaRPr lang="en-US" altLang="ja-JP" dirty="0"/>
          </a:p>
          <a:p>
            <a:pPr lvl="1"/>
            <a:r>
              <a:rPr lang="en-US" altLang="ja-JP" dirty="0"/>
              <a:t>MMCAM</a:t>
            </a:r>
            <a:r>
              <a:rPr lang="ja-JP" altLang="en-US" dirty="0"/>
              <a:t>内で「対応表」を実装</a:t>
            </a:r>
            <a:endParaRPr lang="en-US" altLang="ja-JP" dirty="0"/>
          </a:p>
          <a:p>
            <a:pPr lvl="2"/>
            <a:r>
              <a:rPr lang="ja-JP" altLang="en-US" dirty="0"/>
              <a:t>メモリが大きくなる</a:t>
            </a:r>
            <a:endParaRPr lang="en-US" altLang="ja-JP" dirty="0"/>
          </a:p>
          <a:p>
            <a:pPr lvl="2"/>
            <a:r>
              <a:rPr lang="ja-JP" altLang="en-US" dirty="0"/>
              <a:t>動作速度の低下の懸念</a:t>
            </a:r>
            <a:endParaRPr lang="en-US" altLang="ja-JP" dirty="0"/>
          </a:p>
          <a:p>
            <a:pPr lvl="2"/>
            <a:endParaRPr lang="en-US" altLang="ja-JP" dirty="0"/>
          </a:p>
          <a:p>
            <a:r>
              <a:rPr lang="ja-JP" altLang="en-US" dirty="0"/>
              <a:t>バッファを用いた解決方法</a:t>
            </a:r>
            <a:endParaRPr lang="en-US" altLang="ja-JP" dirty="0"/>
          </a:p>
          <a:p>
            <a:pPr lvl="1"/>
            <a:r>
              <a:rPr lang="ja-JP" altLang="en-US" dirty="0"/>
              <a:t>リングバッファを用いる？</a:t>
            </a:r>
            <a:endParaRPr lang="en-US" altLang="ja-JP" dirty="0"/>
          </a:p>
          <a:p>
            <a:pPr lvl="1"/>
            <a:r>
              <a:rPr lang="ja-JP" altLang="en-US" dirty="0"/>
              <a:t>リオーダバッファの考え方を用いる？</a:t>
            </a:r>
            <a:endParaRPr lang="en-US" altLang="ja-JP" dirty="0"/>
          </a:p>
          <a:p>
            <a:pPr lvl="2"/>
            <a:r>
              <a:rPr lang="ja-JP" altLang="en-US" dirty="0"/>
              <a:t>どちらも具体的な実装案なし</a:t>
            </a:r>
            <a:endParaRPr lang="en-US" altLang="ja-JP" dirty="0"/>
          </a:p>
          <a:p>
            <a:pPr lvl="2"/>
            <a:endParaRPr lang="en-US" altLang="ja-JP" dirty="0"/>
          </a:p>
          <a:p>
            <a:r>
              <a:rPr kumimoji="1" lang="ja-JP" altLang="en-US" dirty="0"/>
              <a:t>プログラムによる解決方法</a:t>
            </a:r>
            <a:endParaRPr kumimoji="1" lang="en-US" altLang="ja-JP" dirty="0"/>
          </a:p>
          <a:p>
            <a:pPr lvl="1"/>
            <a:r>
              <a:rPr lang="en-US" altLang="ja-JP" dirty="0"/>
              <a:t>NOP</a:t>
            </a:r>
            <a:r>
              <a:rPr lang="ja-JP" altLang="en-US" dirty="0"/>
              <a:t>命令等を入れる</a:t>
            </a:r>
            <a:endParaRPr kumimoji="1" lang="en-US" altLang="ja-JP" dirty="0"/>
          </a:p>
          <a:p>
            <a:pPr lvl="2"/>
            <a:r>
              <a:rPr kumimoji="1" lang="en-US" altLang="ja-JP" dirty="0"/>
              <a:t>1</a:t>
            </a:r>
            <a:r>
              <a:rPr kumimoji="1" lang="ja-JP" altLang="en-US" dirty="0"/>
              <a:t>タップ当たりの命令数が</a:t>
            </a:r>
            <a:r>
              <a:rPr kumimoji="1" lang="en-US" altLang="ja-JP" dirty="0"/>
              <a:t>5</a:t>
            </a:r>
            <a:r>
              <a:rPr kumimoji="1" lang="ja-JP" altLang="en-US" dirty="0"/>
              <a:t>命令から</a:t>
            </a:r>
            <a:r>
              <a:rPr kumimoji="1" lang="en-US" altLang="ja-JP" dirty="0"/>
              <a:t>6</a:t>
            </a:r>
            <a:r>
              <a:rPr kumimoji="1" lang="ja-JP" altLang="en-US" dirty="0"/>
              <a:t>命令に増加</a:t>
            </a:r>
            <a:endParaRPr kumimoji="1" lang="en-US" altLang="ja-JP" dirty="0"/>
          </a:p>
          <a:p>
            <a:endParaRPr kumimoji="1" lang="ja-JP" altLang="en-US" dirty="0"/>
          </a:p>
        </p:txBody>
      </p:sp>
      <p:sp>
        <p:nvSpPr>
          <p:cNvPr id="4" name="日付プレースホルダー 3">
            <a:extLst>
              <a:ext uri="{FF2B5EF4-FFF2-40B4-BE49-F238E27FC236}">
                <a16:creationId xmlns:a16="http://schemas.microsoft.com/office/drawing/2014/main" id="{17C98E79-7DCD-E73D-D2CD-5173C7E1B8E4}"/>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23BB18D9-1D84-54C1-E8D9-5114F444894D}"/>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DD3478EA-391E-600F-A3EE-AEB810D86C7E}"/>
              </a:ext>
            </a:extLst>
          </p:cNvPr>
          <p:cNvSpPr>
            <a:spLocks noGrp="1"/>
          </p:cNvSpPr>
          <p:nvPr>
            <p:ph type="sldNum" sz="quarter" idx="12"/>
          </p:nvPr>
        </p:nvSpPr>
        <p:spPr/>
        <p:txBody>
          <a:bodyPr/>
          <a:lstStyle/>
          <a:p>
            <a:fld id="{273F27D2-06B6-4999-B31F-B875E94682A2}" type="slidenum">
              <a:rPr lang="ja-JP" altLang="en-US" smtClean="0"/>
              <a:pPr/>
              <a:t>12</a:t>
            </a:fld>
            <a:endParaRPr lang="ja-JP" altLang="en-US" dirty="0"/>
          </a:p>
        </p:txBody>
      </p:sp>
    </p:spTree>
    <p:extLst>
      <p:ext uri="{BB962C8B-B14F-4D97-AF65-F5344CB8AC3E}">
        <p14:creationId xmlns:p14="http://schemas.microsoft.com/office/powerpoint/2010/main" val="176991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コンテンツ プレースホルダー 2">
            <a:extLst>
              <a:ext uri="{FF2B5EF4-FFF2-40B4-BE49-F238E27FC236}">
                <a16:creationId xmlns:a16="http://schemas.microsoft.com/office/drawing/2014/main" id="{69B70016-ADAB-846A-5A35-138DA264004C}"/>
              </a:ext>
            </a:extLst>
          </p:cNvPr>
          <p:cNvSpPr>
            <a:spLocks noGrp="1"/>
          </p:cNvSpPr>
          <p:nvPr>
            <p:ph idx="1"/>
          </p:nvPr>
        </p:nvSpPr>
        <p:spPr>
          <a:xfrm>
            <a:off x="341194" y="1050878"/>
            <a:ext cx="11518710" cy="5117910"/>
          </a:xfrm>
        </p:spPr>
        <p:txBody>
          <a:bodyPr/>
          <a:lstStyle/>
          <a:p>
            <a:r>
              <a:rPr kumimoji="1" lang="ja-JP" altLang="en-US" dirty="0"/>
              <a:t>先端と終端が理論的に連結されたバッファ</a:t>
            </a:r>
            <a:r>
              <a:rPr kumimoji="1" lang="en-US" altLang="ja-JP" dirty="0"/>
              <a:t>(FIFO)</a:t>
            </a:r>
          </a:p>
          <a:p>
            <a:pPr lvl="1"/>
            <a:r>
              <a:rPr lang="ja-JP" altLang="en-US" dirty="0"/>
              <a:t>循環的に利用できる</a:t>
            </a:r>
            <a:endParaRPr lang="en-US" altLang="ja-JP" dirty="0"/>
          </a:p>
          <a:p>
            <a:pPr lvl="1"/>
            <a:r>
              <a:rPr kumimoji="1" lang="ja-JP" altLang="en-US" dirty="0"/>
              <a:t>常に一定数のデータを蓄える用途に使用</a:t>
            </a:r>
            <a:endParaRPr kumimoji="1" lang="en-US" altLang="ja-JP" dirty="0"/>
          </a:p>
          <a:p>
            <a:endParaRPr lang="en-US" altLang="ja-JP" dirty="0"/>
          </a:p>
          <a:p>
            <a:r>
              <a:rPr kumimoji="1" lang="ja-JP" altLang="en-US" dirty="0"/>
              <a:t>仕組み</a:t>
            </a:r>
            <a:endParaRPr kumimoji="1" lang="en-US" altLang="ja-JP" dirty="0"/>
          </a:p>
          <a:p>
            <a:pPr lvl="1"/>
            <a:r>
              <a:rPr lang="ja-JP" altLang="en-US" dirty="0"/>
              <a:t>正規化により一定の範囲に限定</a:t>
            </a:r>
            <a:endParaRPr lang="en-US" altLang="ja-JP" dirty="0"/>
          </a:p>
          <a:p>
            <a:pPr lvl="2"/>
            <a:r>
              <a:rPr kumimoji="1" lang="ja-JP" altLang="en-US" dirty="0"/>
              <a:t>直線状にバッファの両端を理論的に結合</a:t>
            </a:r>
            <a:endParaRPr kumimoji="1" lang="en-US" altLang="ja-JP" dirty="0"/>
          </a:p>
          <a:p>
            <a:pPr lvl="2"/>
            <a:r>
              <a:rPr lang="ja-JP" altLang="en-US" dirty="0"/>
              <a:t>バッファサイズ</a:t>
            </a:r>
            <a:r>
              <a:rPr lang="en-US" altLang="ja-JP" dirty="0"/>
              <a:t>N</a:t>
            </a:r>
            <a:r>
              <a:rPr lang="ja-JP" altLang="en-US" dirty="0"/>
              <a:t>の２の冪に切り上げ</a:t>
            </a:r>
            <a:br>
              <a:rPr lang="en-US" altLang="ja-JP" dirty="0"/>
            </a:br>
            <a:r>
              <a:rPr lang="en-US" altLang="ja-JP" dirty="0"/>
              <a:t>N-1</a:t>
            </a:r>
            <a:r>
              <a:rPr lang="ja-JP" altLang="en-US" dirty="0"/>
              <a:t>とのビットの論理積を求める</a:t>
            </a:r>
            <a:endParaRPr lang="en-US" altLang="ja-JP" dirty="0"/>
          </a:p>
          <a:p>
            <a:pPr lvl="2"/>
            <a:r>
              <a:rPr lang="ja-JP" altLang="en-US" dirty="0"/>
              <a:t>バッファの端に到達判定は条件分岐</a:t>
            </a:r>
            <a:endParaRPr lang="en-US" altLang="ja-JP" dirty="0"/>
          </a:p>
        </p:txBody>
      </p:sp>
      <p:sp>
        <p:nvSpPr>
          <p:cNvPr id="2" name="タイトル 1">
            <a:extLst>
              <a:ext uri="{FF2B5EF4-FFF2-40B4-BE49-F238E27FC236}">
                <a16:creationId xmlns:a16="http://schemas.microsoft.com/office/drawing/2014/main" id="{8F375451-878C-75B7-33BB-DD2C16F7974D}"/>
              </a:ext>
            </a:extLst>
          </p:cNvPr>
          <p:cNvSpPr>
            <a:spLocks noGrp="1"/>
          </p:cNvSpPr>
          <p:nvPr>
            <p:ph type="title"/>
          </p:nvPr>
        </p:nvSpPr>
        <p:spPr/>
        <p:txBody>
          <a:bodyPr/>
          <a:lstStyle/>
          <a:p>
            <a:r>
              <a:rPr kumimoji="1" lang="ja-JP" altLang="en-US" dirty="0"/>
              <a:t>リングバッファ</a:t>
            </a:r>
          </a:p>
        </p:txBody>
      </p:sp>
      <p:sp>
        <p:nvSpPr>
          <p:cNvPr id="4" name="日付プレースホルダー 3">
            <a:extLst>
              <a:ext uri="{FF2B5EF4-FFF2-40B4-BE49-F238E27FC236}">
                <a16:creationId xmlns:a16="http://schemas.microsoft.com/office/drawing/2014/main" id="{B2AB5921-9543-F71D-6DB9-05EE273EB438}"/>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3A74572C-1393-DD84-1D38-F3219CE3CD04}"/>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7D61033C-FC2E-2466-1601-7369A599BD88}"/>
              </a:ext>
            </a:extLst>
          </p:cNvPr>
          <p:cNvSpPr>
            <a:spLocks noGrp="1"/>
          </p:cNvSpPr>
          <p:nvPr>
            <p:ph type="sldNum" sz="quarter" idx="12"/>
          </p:nvPr>
        </p:nvSpPr>
        <p:spPr/>
        <p:txBody>
          <a:bodyPr/>
          <a:lstStyle/>
          <a:p>
            <a:fld id="{273F27D2-06B6-4999-B31F-B875E94682A2}" type="slidenum">
              <a:rPr lang="ja-JP" altLang="en-US" smtClean="0"/>
              <a:pPr/>
              <a:t>13</a:t>
            </a:fld>
            <a:endParaRPr lang="ja-JP" altLang="en-US" dirty="0"/>
          </a:p>
        </p:txBody>
      </p:sp>
      <p:pic>
        <p:nvPicPr>
          <p:cNvPr id="1026" name="Picture 2" descr="Python】キュー【アルゴリズム】 | パワログ">
            <a:extLst>
              <a:ext uri="{FF2B5EF4-FFF2-40B4-BE49-F238E27FC236}">
                <a16:creationId xmlns:a16="http://schemas.microsoft.com/office/drawing/2014/main" id="{B7BE5DA4-7D85-CF0C-A735-02A888F3B8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2417"/>
          <a:stretch/>
        </p:blipFill>
        <p:spPr bwMode="auto">
          <a:xfrm>
            <a:off x="6256774" y="2466929"/>
            <a:ext cx="5763904" cy="3701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848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8B0867-3E5E-C353-16A5-DAA813D67ED4}"/>
              </a:ext>
            </a:extLst>
          </p:cNvPr>
          <p:cNvSpPr>
            <a:spLocks noGrp="1"/>
          </p:cNvSpPr>
          <p:nvPr>
            <p:ph type="title"/>
          </p:nvPr>
        </p:nvSpPr>
        <p:spPr/>
        <p:txBody>
          <a:bodyPr/>
          <a:lstStyle/>
          <a:p>
            <a:r>
              <a:rPr lang="ja-JP" altLang="en-US" dirty="0"/>
              <a:t>リングバッファを用いた解決法</a:t>
            </a:r>
            <a:endParaRPr kumimoji="1" lang="ja-JP" altLang="en-US" dirty="0"/>
          </a:p>
        </p:txBody>
      </p:sp>
      <p:sp>
        <p:nvSpPr>
          <p:cNvPr id="3" name="コンテンツ プレースホルダー 2">
            <a:extLst>
              <a:ext uri="{FF2B5EF4-FFF2-40B4-BE49-F238E27FC236}">
                <a16:creationId xmlns:a16="http://schemas.microsoft.com/office/drawing/2014/main" id="{A422BCD8-C248-57AD-AC93-EAED17C791E6}"/>
              </a:ext>
            </a:extLst>
          </p:cNvPr>
          <p:cNvSpPr>
            <a:spLocks noGrp="1"/>
          </p:cNvSpPr>
          <p:nvPr>
            <p:ph idx="1"/>
          </p:nvPr>
        </p:nvSpPr>
        <p:spPr/>
        <p:txBody>
          <a:bodyPr/>
          <a:lstStyle/>
          <a:p>
            <a:r>
              <a:rPr kumimoji="1" lang="en-US" altLang="ja-JP" dirty="0"/>
              <a:t>MMCAM</a:t>
            </a:r>
            <a:r>
              <a:rPr kumimoji="1" lang="ja-JP" altLang="en-US" dirty="0"/>
              <a:t>と</a:t>
            </a:r>
            <a:r>
              <a:rPr kumimoji="1" lang="en-US" altLang="ja-JP" dirty="0"/>
              <a:t>MMRAM</a:t>
            </a:r>
            <a:r>
              <a:rPr kumimoji="1" lang="ja-JP" altLang="en-US" dirty="0"/>
              <a:t>の間に設置</a:t>
            </a:r>
            <a:endParaRPr kumimoji="1" lang="en-US" altLang="ja-JP" dirty="0"/>
          </a:p>
          <a:p>
            <a:pPr lvl="1"/>
            <a:r>
              <a:rPr kumimoji="1" lang="en-US" altLang="ja-JP" dirty="0"/>
              <a:t>C_FIFO</a:t>
            </a:r>
            <a:r>
              <a:rPr kumimoji="1" lang="ja-JP" altLang="en-US" dirty="0"/>
              <a:t>を用いて制御</a:t>
            </a:r>
            <a:endParaRPr kumimoji="1" lang="en-US" altLang="ja-JP" dirty="0"/>
          </a:p>
        </p:txBody>
      </p:sp>
      <p:sp>
        <p:nvSpPr>
          <p:cNvPr id="4" name="日付プレースホルダー 3">
            <a:extLst>
              <a:ext uri="{FF2B5EF4-FFF2-40B4-BE49-F238E27FC236}">
                <a16:creationId xmlns:a16="http://schemas.microsoft.com/office/drawing/2014/main" id="{6666FDA2-E02B-D6A1-835E-796C1A4BCD58}"/>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4EA1676D-385B-DEDB-2934-6D856FBF49E4}"/>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BA6EE41E-509E-204B-E41D-BFEFA3351AA7}"/>
              </a:ext>
            </a:extLst>
          </p:cNvPr>
          <p:cNvSpPr>
            <a:spLocks noGrp="1"/>
          </p:cNvSpPr>
          <p:nvPr>
            <p:ph type="sldNum" sz="quarter" idx="12"/>
          </p:nvPr>
        </p:nvSpPr>
        <p:spPr/>
        <p:txBody>
          <a:bodyPr/>
          <a:lstStyle/>
          <a:p>
            <a:fld id="{273F27D2-06B6-4999-B31F-B875E94682A2}" type="slidenum">
              <a:rPr lang="ja-JP" altLang="en-US" smtClean="0"/>
              <a:pPr/>
              <a:t>14</a:t>
            </a:fld>
            <a:endParaRPr lang="ja-JP" altLang="en-US" dirty="0"/>
          </a:p>
        </p:txBody>
      </p:sp>
      <p:pic>
        <p:nvPicPr>
          <p:cNvPr id="8" name="図 7">
            <a:extLst>
              <a:ext uri="{FF2B5EF4-FFF2-40B4-BE49-F238E27FC236}">
                <a16:creationId xmlns:a16="http://schemas.microsoft.com/office/drawing/2014/main" id="{B3D1856C-DEA6-2067-EC5B-0A46023EC7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4998" y="1630795"/>
            <a:ext cx="6068367" cy="4445565"/>
          </a:xfrm>
          <a:prstGeom prst="rect">
            <a:avLst/>
          </a:prstGeom>
        </p:spPr>
      </p:pic>
      <p:sp>
        <p:nvSpPr>
          <p:cNvPr id="9" name="楕円 8">
            <a:extLst>
              <a:ext uri="{FF2B5EF4-FFF2-40B4-BE49-F238E27FC236}">
                <a16:creationId xmlns:a16="http://schemas.microsoft.com/office/drawing/2014/main" id="{FE634304-86F6-52AA-6EC1-7B58F82EE107}"/>
              </a:ext>
            </a:extLst>
          </p:cNvPr>
          <p:cNvSpPr/>
          <p:nvPr/>
        </p:nvSpPr>
        <p:spPr>
          <a:xfrm>
            <a:off x="8706897" y="427932"/>
            <a:ext cx="1668026" cy="8968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リングバッファ</a:t>
            </a:r>
          </a:p>
        </p:txBody>
      </p:sp>
      <p:sp>
        <p:nvSpPr>
          <p:cNvPr id="10" name="矢印: 下 9">
            <a:extLst>
              <a:ext uri="{FF2B5EF4-FFF2-40B4-BE49-F238E27FC236}">
                <a16:creationId xmlns:a16="http://schemas.microsoft.com/office/drawing/2014/main" id="{BC175E99-1CC6-FD2C-8C93-6CCF16FE8615}"/>
              </a:ext>
            </a:extLst>
          </p:cNvPr>
          <p:cNvSpPr/>
          <p:nvPr/>
        </p:nvSpPr>
        <p:spPr>
          <a:xfrm>
            <a:off x="9224387" y="1376052"/>
            <a:ext cx="633046" cy="63677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72797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4A9D31-7842-5D95-EB34-8F1D4BDC2F18}"/>
              </a:ext>
            </a:extLst>
          </p:cNvPr>
          <p:cNvSpPr>
            <a:spLocks noGrp="1"/>
          </p:cNvSpPr>
          <p:nvPr>
            <p:ph type="title"/>
          </p:nvPr>
        </p:nvSpPr>
        <p:spPr/>
        <p:txBody>
          <a:bodyPr/>
          <a:lstStyle/>
          <a:p>
            <a:r>
              <a:rPr kumimoji="1" lang="en-US" altLang="ja-JP" dirty="0"/>
              <a:t>9/17</a:t>
            </a:r>
            <a:endParaRPr kumimoji="1" lang="ja-JP" altLang="en-US" dirty="0"/>
          </a:p>
        </p:txBody>
      </p:sp>
      <p:sp>
        <p:nvSpPr>
          <p:cNvPr id="3" name="コンテンツ プレースホルダー 2">
            <a:extLst>
              <a:ext uri="{FF2B5EF4-FFF2-40B4-BE49-F238E27FC236}">
                <a16:creationId xmlns:a16="http://schemas.microsoft.com/office/drawing/2014/main" id="{F78A79E6-1767-477C-1F7B-1518BB647332}"/>
              </a:ext>
            </a:extLst>
          </p:cNvPr>
          <p:cNvSpPr>
            <a:spLocks noGrp="1"/>
          </p:cNvSpPr>
          <p:nvPr>
            <p:ph idx="1"/>
          </p:nvPr>
        </p:nvSpPr>
        <p:spPr/>
        <p:txBody>
          <a:bodyPr/>
          <a:lstStyle/>
          <a:p>
            <a:r>
              <a:rPr kumimoji="1" lang="en-US" altLang="ja-JP" dirty="0"/>
              <a:t>OPC</a:t>
            </a:r>
            <a:r>
              <a:rPr kumimoji="1" lang="ja-JP" altLang="en-US" dirty="0"/>
              <a:t>問題</a:t>
            </a:r>
            <a:endParaRPr kumimoji="1" lang="en-US" altLang="ja-JP" dirty="0"/>
          </a:p>
          <a:p>
            <a:pPr lvl="1"/>
            <a:r>
              <a:rPr kumimoji="1" lang="en-US" altLang="ja-JP" dirty="0"/>
              <a:t>OPC</a:t>
            </a:r>
            <a:r>
              <a:rPr kumimoji="1" lang="ja-JP" altLang="en-US" dirty="0"/>
              <a:t>を</a:t>
            </a:r>
            <a:r>
              <a:rPr kumimoji="1" lang="en-US" altLang="ja-JP" dirty="0"/>
              <a:t>2</a:t>
            </a:r>
            <a:r>
              <a:rPr kumimoji="1" lang="ja-JP" altLang="en-US" dirty="0"/>
              <a:t>倍にすることで解決</a:t>
            </a:r>
            <a:endParaRPr kumimoji="1" lang="en-US" altLang="ja-JP" dirty="0"/>
          </a:p>
          <a:p>
            <a:pPr lvl="2"/>
            <a:endParaRPr lang="en-US" altLang="ja-JP" dirty="0"/>
          </a:p>
          <a:p>
            <a:r>
              <a:rPr lang="ja-JP" altLang="en-US" dirty="0"/>
              <a:t>再結合時の</a:t>
            </a:r>
            <a:r>
              <a:rPr lang="en-US" altLang="ja-JP" dirty="0" err="1"/>
              <a:t>dest</a:t>
            </a:r>
            <a:r>
              <a:rPr lang="ja-JP" altLang="en-US" dirty="0"/>
              <a:t>問題</a:t>
            </a:r>
            <a:endParaRPr lang="en-US" altLang="ja-JP" dirty="0"/>
          </a:p>
          <a:p>
            <a:pPr lvl="1"/>
            <a:r>
              <a:rPr lang="ja-JP" altLang="en-US" dirty="0"/>
              <a:t>メモリを使用した「対応表」の作成</a:t>
            </a:r>
            <a:endParaRPr lang="en-US" altLang="ja-JP" dirty="0"/>
          </a:p>
          <a:p>
            <a:pPr lvl="1"/>
            <a:r>
              <a:rPr lang="ja-JP" altLang="en-US" dirty="0"/>
              <a:t>作成手順</a:t>
            </a:r>
            <a:endParaRPr lang="en-US" altLang="ja-JP" dirty="0"/>
          </a:p>
          <a:p>
            <a:pPr marL="1371600" lvl="2" indent="-457200">
              <a:buFont typeface="+mj-lt"/>
              <a:buAutoNum type="arabicPeriod"/>
            </a:pPr>
            <a:r>
              <a:rPr lang="en-US" altLang="ja-JP" dirty="0"/>
              <a:t>Static(</a:t>
            </a:r>
            <a:r>
              <a:rPr lang="ja-JP" altLang="en-US" dirty="0"/>
              <a:t>コンパイル時</a:t>
            </a:r>
            <a:r>
              <a:rPr lang="en-US" altLang="ja-JP" dirty="0"/>
              <a:t>)</a:t>
            </a:r>
            <a:r>
              <a:rPr lang="ja-JP" altLang="en-US" dirty="0"/>
              <a:t>に格納される対応表の作成</a:t>
            </a:r>
            <a:endParaRPr lang="en-US" altLang="ja-JP" dirty="0"/>
          </a:p>
          <a:p>
            <a:pPr marL="1371600" lvl="2" indent="-457200">
              <a:buFont typeface="+mj-lt"/>
              <a:buAutoNum type="arabicPeriod"/>
            </a:pPr>
            <a:r>
              <a:rPr lang="ja-JP" altLang="en-US" dirty="0"/>
              <a:t>格納される際のアルゴリズムの構築</a:t>
            </a:r>
            <a:endParaRPr lang="en-US" altLang="ja-JP" dirty="0"/>
          </a:p>
          <a:p>
            <a:pPr marL="1371600" lvl="2" indent="-457200">
              <a:buFont typeface="+mj-lt"/>
              <a:buAutoNum type="arabicPeriod"/>
            </a:pPr>
            <a:endParaRPr lang="en-US" altLang="ja-JP" dirty="0"/>
          </a:p>
          <a:p>
            <a:r>
              <a:rPr kumimoji="1" lang="en-US" altLang="ja-JP" dirty="0" err="1"/>
              <a:t>SuperScalar</a:t>
            </a:r>
            <a:r>
              <a:rPr kumimoji="1" lang="ja-JP" altLang="en-US" dirty="0"/>
              <a:t>に対応した</a:t>
            </a:r>
            <a:r>
              <a:rPr kumimoji="1" lang="en-US" altLang="ja-JP" dirty="0"/>
              <a:t>DDP</a:t>
            </a:r>
            <a:r>
              <a:rPr kumimoji="1" lang="ja-JP" altLang="en-US" dirty="0"/>
              <a:t>の構成の検討</a:t>
            </a:r>
            <a:endParaRPr kumimoji="1" lang="en-US" altLang="ja-JP" dirty="0"/>
          </a:p>
          <a:p>
            <a:r>
              <a:rPr lang="ja-JP" altLang="en-US" dirty="0"/>
              <a:t>従来</a:t>
            </a:r>
            <a:r>
              <a:rPr kumimoji="1" lang="en-US" altLang="ja-JP" dirty="0" err="1"/>
              <a:t>SuperScalar</a:t>
            </a:r>
            <a:r>
              <a:rPr kumimoji="1" lang="ja-JP" altLang="en-US" dirty="0"/>
              <a:t>での</a:t>
            </a:r>
            <a:r>
              <a:rPr kumimoji="1" lang="en-US" altLang="ja-JP" dirty="0"/>
              <a:t>STM</a:t>
            </a:r>
            <a:r>
              <a:rPr kumimoji="1" lang="ja-JP" altLang="en-US" dirty="0"/>
              <a:t>と</a:t>
            </a:r>
            <a:r>
              <a:rPr kumimoji="1" lang="en-US" altLang="ja-JP" dirty="0"/>
              <a:t>LDM</a:t>
            </a:r>
            <a:r>
              <a:rPr lang="ja-JP" altLang="en-US" dirty="0"/>
              <a:t>を</a:t>
            </a:r>
            <a:r>
              <a:rPr kumimoji="1" lang="ja-JP" altLang="en-US" dirty="0"/>
              <a:t>調査</a:t>
            </a:r>
          </a:p>
          <a:p>
            <a:endParaRPr kumimoji="1" lang="ja-JP" altLang="en-US" dirty="0"/>
          </a:p>
        </p:txBody>
      </p:sp>
      <p:sp>
        <p:nvSpPr>
          <p:cNvPr id="4" name="日付プレースホルダー 3">
            <a:extLst>
              <a:ext uri="{FF2B5EF4-FFF2-40B4-BE49-F238E27FC236}">
                <a16:creationId xmlns:a16="http://schemas.microsoft.com/office/drawing/2014/main" id="{C3032366-7134-4645-D4B8-5A4693958F30}"/>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BB6913EB-44E3-0AC7-5647-5733D40EC91E}"/>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B2DA2812-AD84-32DA-04C5-2DD92C875B3A}"/>
              </a:ext>
            </a:extLst>
          </p:cNvPr>
          <p:cNvSpPr>
            <a:spLocks noGrp="1"/>
          </p:cNvSpPr>
          <p:nvPr>
            <p:ph type="sldNum" sz="quarter" idx="12"/>
          </p:nvPr>
        </p:nvSpPr>
        <p:spPr/>
        <p:txBody>
          <a:bodyPr/>
          <a:lstStyle/>
          <a:p>
            <a:fld id="{273F27D2-06B6-4999-B31F-B875E94682A2}" type="slidenum">
              <a:rPr lang="ja-JP" altLang="en-US" smtClean="0"/>
              <a:pPr/>
              <a:t>15</a:t>
            </a:fld>
            <a:endParaRPr lang="ja-JP" altLang="en-US" dirty="0"/>
          </a:p>
        </p:txBody>
      </p:sp>
    </p:spTree>
    <p:extLst>
      <p:ext uri="{BB962C8B-B14F-4D97-AF65-F5344CB8AC3E}">
        <p14:creationId xmlns:p14="http://schemas.microsoft.com/office/powerpoint/2010/main" val="3468620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DA8CF8-2F55-78B5-360B-C4016AAA7AE9}"/>
              </a:ext>
            </a:extLst>
          </p:cNvPr>
          <p:cNvSpPr>
            <a:spLocks noGrp="1"/>
          </p:cNvSpPr>
          <p:nvPr>
            <p:ph type="title"/>
          </p:nvPr>
        </p:nvSpPr>
        <p:spPr/>
        <p:txBody>
          <a:bodyPr/>
          <a:lstStyle/>
          <a:p>
            <a:r>
              <a:rPr kumimoji="1" lang="en-US" altLang="ja-JP" dirty="0"/>
              <a:t>Cortex-M7</a:t>
            </a:r>
            <a:endParaRPr kumimoji="1" lang="ja-JP" altLang="en-US" dirty="0"/>
          </a:p>
        </p:txBody>
      </p:sp>
      <p:sp>
        <p:nvSpPr>
          <p:cNvPr id="3" name="コンテンツ プレースホルダー 2">
            <a:extLst>
              <a:ext uri="{FF2B5EF4-FFF2-40B4-BE49-F238E27FC236}">
                <a16:creationId xmlns:a16="http://schemas.microsoft.com/office/drawing/2014/main" id="{C959B9C6-32D1-A2D6-91AA-1C1B2203BD83}"/>
              </a:ext>
            </a:extLst>
          </p:cNvPr>
          <p:cNvSpPr>
            <a:spLocks noGrp="1"/>
          </p:cNvSpPr>
          <p:nvPr>
            <p:ph idx="1"/>
          </p:nvPr>
        </p:nvSpPr>
        <p:spPr>
          <a:xfrm>
            <a:off x="336645" y="1050877"/>
            <a:ext cx="11518710" cy="5117910"/>
          </a:xfrm>
        </p:spPr>
        <p:txBody>
          <a:bodyPr/>
          <a:lstStyle/>
          <a:p>
            <a:r>
              <a:rPr lang="ja-JP" altLang="en-US" dirty="0"/>
              <a:t>ロード命令</a:t>
            </a:r>
            <a:endParaRPr kumimoji="1" lang="en-US" altLang="ja-JP" dirty="0"/>
          </a:p>
          <a:p>
            <a:pPr lvl="1"/>
            <a:r>
              <a:rPr lang="ja-JP" altLang="en-US" dirty="0"/>
              <a:t>ロード命令を</a:t>
            </a:r>
            <a:r>
              <a:rPr lang="en-US" altLang="ja-JP" dirty="0"/>
              <a:t>2</a:t>
            </a:r>
            <a:r>
              <a:rPr lang="ja-JP" altLang="en-US" dirty="0"/>
              <a:t>つ同時に実行</a:t>
            </a:r>
            <a:endParaRPr lang="en-US" altLang="ja-JP" dirty="0"/>
          </a:p>
          <a:p>
            <a:pPr lvl="1"/>
            <a:r>
              <a:rPr kumimoji="1" lang="en-US" altLang="ja-JP" dirty="0"/>
              <a:t>64bit</a:t>
            </a:r>
            <a:r>
              <a:rPr kumimoji="1" lang="ja-JP" altLang="en-US" dirty="0"/>
              <a:t>の</a:t>
            </a:r>
            <a:r>
              <a:rPr kumimoji="1" lang="en-US" altLang="ja-JP" dirty="0"/>
              <a:t>1</a:t>
            </a:r>
            <a:r>
              <a:rPr kumimoji="1" lang="ja-JP" altLang="en-US" dirty="0"/>
              <a:t>つのロード命令</a:t>
            </a:r>
            <a:endParaRPr kumimoji="1" lang="en-US" altLang="ja-JP" dirty="0"/>
          </a:p>
          <a:p>
            <a:pPr lvl="1"/>
            <a:r>
              <a:rPr kumimoji="1" lang="ja-JP" altLang="en-US" dirty="0"/>
              <a:t>ロード命令</a:t>
            </a:r>
            <a:r>
              <a:rPr kumimoji="1" lang="en-US" altLang="ja-JP" dirty="0"/>
              <a:t>+ALU</a:t>
            </a:r>
            <a:r>
              <a:rPr kumimoji="1" lang="ja-JP" altLang="en-US" dirty="0"/>
              <a:t>演算命令</a:t>
            </a:r>
            <a:endParaRPr kumimoji="1" lang="en-US" altLang="ja-JP" dirty="0"/>
          </a:p>
          <a:p>
            <a:pPr lvl="2"/>
            <a:endParaRPr kumimoji="1" lang="en-US" altLang="ja-JP" dirty="0"/>
          </a:p>
          <a:p>
            <a:r>
              <a:rPr kumimoji="1" lang="ja-JP" altLang="en-US" dirty="0"/>
              <a:t>ストア命令</a:t>
            </a:r>
            <a:endParaRPr kumimoji="1" lang="en-US" altLang="ja-JP" dirty="0"/>
          </a:p>
          <a:p>
            <a:pPr lvl="1"/>
            <a:r>
              <a:rPr kumimoji="1" lang="ja-JP" altLang="en-US" dirty="0"/>
              <a:t>条件がそろえば並列実行可能</a:t>
            </a:r>
            <a:endParaRPr kumimoji="1" lang="en-US" altLang="ja-JP" dirty="0"/>
          </a:p>
          <a:p>
            <a:pPr lvl="2"/>
            <a:r>
              <a:rPr kumimoji="1" lang="ja-JP" altLang="en-US" dirty="0"/>
              <a:t>ストア命令</a:t>
            </a:r>
            <a:r>
              <a:rPr kumimoji="1" lang="en-US" altLang="ja-JP" dirty="0"/>
              <a:t>+ALU</a:t>
            </a:r>
            <a:r>
              <a:rPr kumimoji="1" lang="ja-JP" altLang="en-US" dirty="0"/>
              <a:t>演算命令</a:t>
            </a:r>
            <a:endParaRPr kumimoji="1" lang="en-US" altLang="ja-JP" dirty="0"/>
          </a:p>
          <a:p>
            <a:pPr lvl="2"/>
            <a:r>
              <a:rPr lang="ja-JP" altLang="en-US" dirty="0"/>
              <a:t>ストア命令</a:t>
            </a:r>
            <a:r>
              <a:rPr lang="en-US" altLang="ja-JP" dirty="0"/>
              <a:t>+</a:t>
            </a:r>
            <a:r>
              <a:rPr lang="ja-JP" altLang="en-US" dirty="0"/>
              <a:t>ロード命令</a:t>
            </a:r>
            <a:endParaRPr kumimoji="1" lang="en-US" altLang="ja-JP" dirty="0"/>
          </a:p>
        </p:txBody>
      </p:sp>
      <p:sp>
        <p:nvSpPr>
          <p:cNvPr id="4" name="日付プレースホルダー 3">
            <a:extLst>
              <a:ext uri="{FF2B5EF4-FFF2-40B4-BE49-F238E27FC236}">
                <a16:creationId xmlns:a16="http://schemas.microsoft.com/office/drawing/2014/main" id="{2681720D-086D-31C4-9E1A-2CEFEA1D3369}"/>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8B2D0B05-7213-ADDB-AF28-39C705333049}"/>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8FC94B3F-C443-465A-42D2-923AEA1B44A5}"/>
              </a:ext>
            </a:extLst>
          </p:cNvPr>
          <p:cNvSpPr>
            <a:spLocks noGrp="1"/>
          </p:cNvSpPr>
          <p:nvPr>
            <p:ph type="sldNum" sz="quarter" idx="12"/>
          </p:nvPr>
        </p:nvSpPr>
        <p:spPr/>
        <p:txBody>
          <a:bodyPr/>
          <a:lstStyle/>
          <a:p>
            <a:fld id="{273F27D2-06B6-4999-B31F-B875E94682A2}" type="slidenum">
              <a:rPr lang="ja-JP" altLang="en-US" smtClean="0"/>
              <a:pPr/>
              <a:t>16</a:t>
            </a:fld>
            <a:endParaRPr lang="ja-JP" altLang="en-US" dirty="0"/>
          </a:p>
        </p:txBody>
      </p:sp>
      <p:pic>
        <p:nvPicPr>
          <p:cNvPr id="8" name="図 7">
            <a:extLst>
              <a:ext uri="{FF2B5EF4-FFF2-40B4-BE49-F238E27FC236}">
                <a16:creationId xmlns:a16="http://schemas.microsoft.com/office/drawing/2014/main" id="{98EC767C-C3D2-D1FC-730C-BFBB4ADB1BF9}"/>
              </a:ext>
            </a:extLst>
          </p:cNvPr>
          <p:cNvPicPr>
            <a:picLocks noChangeAspect="1"/>
          </p:cNvPicPr>
          <p:nvPr/>
        </p:nvPicPr>
        <p:blipFill>
          <a:blip r:embed="rId3">
            <a:extLst>
              <a:ext uri="{28A0092B-C50C-407E-A947-70E740481C1C}">
                <a14:useLocalDpi xmlns:a14="http://schemas.microsoft.com/office/drawing/2010/main" val="0"/>
              </a:ext>
            </a:extLst>
          </a:blip>
          <a:srcRect l="4294" r="11259"/>
          <a:stretch/>
        </p:blipFill>
        <p:spPr>
          <a:xfrm>
            <a:off x="5154804" y="1271286"/>
            <a:ext cx="7167824" cy="4315427"/>
          </a:xfrm>
          <a:prstGeom prst="rect">
            <a:avLst/>
          </a:prstGeom>
        </p:spPr>
      </p:pic>
    </p:spTree>
    <p:extLst>
      <p:ext uri="{BB962C8B-B14F-4D97-AF65-F5344CB8AC3E}">
        <p14:creationId xmlns:p14="http://schemas.microsoft.com/office/powerpoint/2010/main" val="3151379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04BD29-5789-B263-0E31-BEF4DF260FCA}"/>
              </a:ext>
            </a:extLst>
          </p:cNvPr>
          <p:cNvSpPr>
            <a:spLocks noGrp="1"/>
          </p:cNvSpPr>
          <p:nvPr>
            <p:ph type="title"/>
          </p:nvPr>
        </p:nvSpPr>
        <p:spPr/>
        <p:txBody>
          <a:bodyPr/>
          <a:lstStyle/>
          <a:p>
            <a:r>
              <a:rPr kumimoji="1" lang="en-US" altLang="ja-JP" dirty="0"/>
              <a:t>Ryzen</a:t>
            </a:r>
            <a:endParaRPr kumimoji="1" lang="ja-JP" altLang="en-US" dirty="0"/>
          </a:p>
        </p:txBody>
      </p:sp>
      <p:sp>
        <p:nvSpPr>
          <p:cNvPr id="3" name="コンテンツ プレースホルダー 2">
            <a:extLst>
              <a:ext uri="{FF2B5EF4-FFF2-40B4-BE49-F238E27FC236}">
                <a16:creationId xmlns:a16="http://schemas.microsoft.com/office/drawing/2014/main" id="{A4341339-04B9-AA02-5EE2-226F7EBFC71A}"/>
              </a:ext>
            </a:extLst>
          </p:cNvPr>
          <p:cNvSpPr>
            <a:spLocks noGrp="1"/>
          </p:cNvSpPr>
          <p:nvPr>
            <p:ph idx="1"/>
          </p:nvPr>
        </p:nvSpPr>
        <p:spPr/>
        <p:txBody>
          <a:bodyPr/>
          <a:lstStyle/>
          <a:p>
            <a:r>
              <a:rPr kumimoji="1" lang="ja-JP" altLang="en-US" dirty="0"/>
              <a:t>ロード命令</a:t>
            </a:r>
            <a:endParaRPr kumimoji="1" lang="en-US" altLang="ja-JP" dirty="0"/>
          </a:p>
          <a:p>
            <a:pPr lvl="1"/>
            <a:r>
              <a:rPr lang="en-US" altLang="ja-JP" dirty="0"/>
              <a:t>2loads</a:t>
            </a:r>
          </a:p>
          <a:p>
            <a:pPr lvl="2"/>
            <a:endParaRPr lang="en-US" altLang="ja-JP" dirty="0"/>
          </a:p>
          <a:p>
            <a:r>
              <a:rPr kumimoji="1" lang="ja-JP" altLang="en-US" dirty="0"/>
              <a:t>ストア命令</a:t>
            </a:r>
            <a:endParaRPr kumimoji="1" lang="en-US" altLang="ja-JP" dirty="0"/>
          </a:p>
          <a:p>
            <a:pPr lvl="1"/>
            <a:r>
              <a:rPr lang="en-US" altLang="ja-JP" dirty="0"/>
              <a:t>1store</a:t>
            </a:r>
            <a:endParaRPr kumimoji="1" lang="ja-JP" altLang="en-US" dirty="0"/>
          </a:p>
        </p:txBody>
      </p:sp>
      <p:sp>
        <p:nvSpPr>
          <p:cNvPr id="4" name="日付プレースホルダー 3">
            <a:extLst>
              <a:ext uri="{FF2B5EF4-FFF2-40B4-BE49-F238E27FC236}">
                <a16:creationId xmlns:a16="http://schemas.microsoft.com/office/drawing/2014/main" id="{2253F693-664B-948E-DCF6-D5C42627C45B}"/>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dirty="0"/>
          </a:p>
        </p:txBody>
      </p:sp>
      <p:sp>
        <p:nvSpPr>
          <p:cNvPr id="5" name="フッター プレースホルダー 4">
            <a:extLst>
              <a:ext uri="{FF2B5EF4-FFF2-40B4-BE49-F238E27FC236}">
                <a16:creationId xmlns:a16="http://schemas.microsoft.com/office/drawing/2014/main" id="{142999E7-7E84-D83F-14B8-4969566ADC2F}"/>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E671DC0A-3A45-16FB-77DF-6541A436697F}"/>
              </a:ext>
            </a:extLst>
          </p:cNvPr>
          <p:cNvSpPr>
            <a:spLocks noGrp="1"/>
          </p:cNvSpPr>
          <p:nvPr>
            <p:ph type="sldNum" sz="quarter" idx="12"/>
          </p:nvPr>
        </p:nvSpPr>
        <p:spPr/>
        <p:txBody>
          <a:bodyPr/>
          <a:lstStyle/>
          <a:p>
            <a:fld id="{273F27D2-06B6-4999-B31F-B875E94682A2}" type="slidenum">
              <a:rPr lang="ja-JP" altLang="en-US" smtClean="0"/>
              <a:pPr/>
              <a:t>17</a:t>
            </a:fld>
            <a:endParaRPr lang="ja-JP" altLang="en-US" dirty="0"/>
          </a:p>
        </p:txBody>
      </p:sp>
      <p:pic>
        <p:nvPicPr>
          <p:cNvPr id="14" name="図 13">
            <a:extLst>
              <a:ext uri="{FF2B5EF4-FFF2-40B4-BE49-F238E27FC236}">
                <a16:creationId xmlns:a16="http://schemas.microsoft.com/office/drawing/2014/main" id="{59EFBF5C-5363-3B29-4D9C-C4A6CAE444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1602" y="1040003"/>
            <a:ext cx="3331866" cy="3331866"/>
          </a:xfrm>
          <a:prstGeom prst="rect">
            <a:avLst/>
          </a:prstGeom>
        </p:spPr>
      </p:pic>
    </p:spTree>
    <p:extLst>
      <p:ext uri="{BB962C8B-B14F-4D97-AF65-F5344CB8AC3E}">
        <p14:creationId xmlns:p14="http://schemas.microsoft.com/office/powerpoint/2010/main" val="2783887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BAC29A-D9B4-8F5A-6DF9-01E0113F824E}"/>
              </a:ext>
            </a:extLst>
          </p:cNvPr>
          <p:cNvSpPr>
            <a:spLocks noGrp="1"/>
          </p:cNvSpPr>
          <p:nvPr>
            <p:ph type="title"/>
          </p:nvPr>
        </p:nvSpPr>
        <p:spPr/>
        <p:txBody>
          <a:bodyPr/>
          <a:lstStyle/>
          <a:p>
            <a:r>
              <a:rPr lang="ja-JP" altLang="en-US" dirty="0"/>
              <a:t>従来</a:t>
            </a:r>
            <a:r>
              <a:rPr kumimoji="1" lang="en-US" altLang="ja-JP" dirty="0" err="1"/>
              <a:t>SuperScalar</a:t>
            </a:r>
            <a:r>
              <a:rPr kumimoji="1" lang="ja-JP" altLang="en-US" dirty="0"/>
              <a:t>での</a:t>
            </a:r>
            <a:r>
              <a:rPr kumimoji="1" lang="en-US" altLang="ja-JP" dirty="0"/>
              <a:t>STM</a:t>
            </a:r>
            <a:r>
              <a:rPr kumimoji="1" lang="ja-JP" altLang="en-US" dirty="0"/>
              <a:t>と</a:t>
            </a:r>
            <a:r>
              <a:rPr kumimoji="1" lang="en-US" altLang="ja-JP" dirty="0"/>
              <a:t>LDM(1/2)</a:t>
            </a:r>
            <a:endParaRPr kumimoji="1" lang="ja-JP" altLang="en-US" dirty="0"/>
          </a:p>
        </p:txBody>
      </p:sp>
      <p:sp>
        <p:nvSpPr>
          <p:cNvPr id="3" name="コンテンツ プレースホルダー 2">
            <a:extLst>
              <a:ext uri="{FF2B5EF4-FFF2-40B4-BE49-F238E27FC236}">
                <a16:creationId xmlns:a16="http://schemas.microsoft.com/office/drawing/2014/main" id="{0350DA30-6288-746E-46CE-3B6F31F07D27}"/>
              </a:ext>
            </a:extLst>
          </p:cNvPr>
          <p:cNvSpPr>
            <a:spLocks noGrp="1"/>
          </p:cNvSpPr>
          <p:nvPr>
            <p:ph idx="1"/>
          </p:nvPr>
        </p:nvSpPr>
        <p:spPr/>
        <p:txBody>
          <a:bodyPr>
            <a:normAutofit lnSpcReduction="10000"/>
          </a:bodyPr>
          <a:lstStyle/>
          <a:p>
            <a:r>
              <a:rPr lang="ja-JP" altLang="en-US" dirty="0"/>
              <a:t>ロード命令</a:t>
            </a:r>
            <a:r>
              <a:rPr kumimoji="1" lang="ja-JP" altLang="en-US" dirty="0"/>
              <a:t>は２つに分割可能だが、</a:t>
            </a:r>
            <a:r>
              <a:rPr lang="ja-JP" altLang="en-US" dirty="0"/>
              <a:t>ストア命令</a:t>
            </a:r>
            <a:r>
              <a:rPr kumimoji="1" lang="ja-JP" altLang="en-US" dirty="0"/>
              <a:t>は１つだけ</a:t>
            </a:r>
            <a:endParaRPr kumimoji="1" lang="en-US" altLang="ja-JP" dirty="0"/>
          </a:p>
          <a:p>
            <a:pPr lvl="1"/>
            <a:r>
              <a:rPr kumimoji="1" lang="ja-JP" altLang="en-US" dirty="0"/>
              <a:t>ロード命令</a:t>
            </a:r>
            <a:endParaRPr kumimoji="1" lang="en-US" altLang="ja-JP" dirty="0"/>
          </a:p>
          <a:p>
            <a:pPr lvl="2"/>
            <a:r>
              <a:rPr kumimoji="1" lang="ja-JP" altLang="en-US" dirty="0"/>
              <a:t>チャネルが２本あるため</a:t>
            </a:r>
            <a:r>
              <a:rPr lang="en-US" altLang="ja-JP" dirty="0"/>
              <a:t>32bit</a:t>
            </a:r>
            <a:r>
              <a:rPr lang="ja-JP" altLang="en-US" dirty="0"/>
              <a:t>の</a:t>
            </a:r>
            <a:r>
              <a:rPr lang="en-US" altLang="ja-JP" dirty="0"/>
              <a:t>2</a:t>
            </a:r>
            <a:r>
              <a:rPr lang="ja-JP" altLang="en-US" dirty="0"/>
              <a:t>命令を同時に処理可能</a:t>
            </a:r>
            <a:endParaRPr lang="en-US" altLang="ja-JP" dirty="0"/>
          </a:p>
          <a:p>
            <a:pPr lvl="2"/>
            <a:endParaRPr kumimoji="1" lang="en-US" altLang="ja-JP" dirty="0"/>
          </a:p>
          <a:p>
            <a:pPr lvl="1"/>
            <a:r>
              <a:rPr kumimoji="1" lang="ja-JP" altLang="en-US" dirty="0"/>
              <a:t>ストア命令</a:t>
            </a:r>
            <a:endParaRPr kumimoji="1" lang="en-US" altLang="ja-JP" dirty="0"/>
          </a:p>
          <a:p>
            <a:pPr lvl="2"/>
            <a:r>
              <a:rPr kumimoji="1" lang="ja-JP" altLang="en-US" dirty="0"/>
              <a:t>チャネルが</a:t>
            </a:r>
            <a:r>
              <a:rPr kumimoji="1" lang="en-US" altLang="ja-JP" dirty="0"/>
              <a:t>1</a:t>
            </a:r>
            <a:r>
              <a:rPr kumimoji="1" lang="ja-JP" altLang="en-US" dirty="0"/>
              <a:t>本だけ</a:t>
            </a:r>
            <a:r>
              <a:rPr lang="ja-JP" altLang="en-US" dirty="0"/>
              <a:t>の</a:t>
            </a:r>
            <a:r>
              <a:rPr kumimoji="1" lang="ja-JP" altLang="en-US" dirty="0"/>
              <a:t>ため</a:t>
            </a:r>
            <a:r>
              <a:rPr lang="en-US" altLang="ja-JP" dirty="0"/>
              <a:t>64bit</a:t>
            </a:r>
            <a:r>
              <a:rPr lang="ja-JP" altLang="en-US" dirty="0"/>
              <a:t>の</a:t>
            </a:r>
            <a:r>
              <a:rPr lang="en-US" altLang="ja-JP" dirty="0"/>
              <a:t>1</a:t>
            </a:r>
            <a:r>
              <a:rPr lang="ja-JP" altLang="en-US" dirty="0"/>
              <a:t>命令を処理可能</a:t>
            </a:r>
            <a:endParaRPr lang="en-US" altLang="ja-JP" dirty="0"/>
          </a:p>
          <a:p>
            <a:pPr lvl="2"/>
            <a:endParaRPr lang="en-US" altLang="ja-JP" dirty="0"/>
          </a:p>
          <a:p>
            <a:pPr marL="457200" lvl="1" indent="0">
              <a:buNone/>
            </a:pPr>
            <a:r>
              <a:rPr kumimoji="1" lang="ja-JP" altLang="en-US" dirty="0"/>
              <a:t>チャネル数が違うのはメモリへの書き込み競合を防ぐため</a:t>
            </a:r>
            <a:endParaRPr kumimoji="1" lang="en-US" altLang="ja-JP" dirty="0"/>
          </a:p>
          <a:p>
            <a:pPr marL="457200" lvl="1" indent="0">
              <a:buNone/>
            </a:pPr>
            <a:r>
              <a:rPr lang="ja-JP" altLang="en-US" dirty="0"/>
              <a:t>ストア命令を同時に行うと、以下の問題が発生する</a:t>
            </a:r>
            <a:endParaRPr lang="en-US" altLang="ja-JP" dirty="0"/>
          </a:p>
          <a:p>
            <a:pPr lvl="2"/>
            <a:r>
              <a:rPr lang="ja-JP" altLang="en-US" dirty="0"/>
              <a:t>アドレス生成ユニット</a:t>
            </a:r>
            <a:r>
              <a:rPr lang="en-US" altLang="ja-JP" dirty="0"/>
              <a:t>(AGU)</a:t>
            </a:r>
            <a:r>
              <a:rPr lang="ja-JP" altLang="en-US" dirty="0"/>
              <a:t>の衝突</a:t>
            </a:r>
            <a:endParaRPr lang="en-US" altLang="ja-JP" dirty="0"/>
          </a:p>
          <a:p>
            <a:pPr lvl="2"/>
            <a:r>
              <a:rPr kumimoji="1" lang="ja-JP" altLang="en-US" dirty="0"/>
              <a:t>ライトバッファ</a:t>
            </a:r>
            <a:r>
              <a:rPr kumimoji="1" lang="en-US" altLang="ja-JP" dirty="0"/>
              <a:t>(STB)</a:t>
            </a:r>
            <a:r>
              <a:rPr kumimoji="1" lang="ja-JP" altLang="en-US" dirty="0"/>
              <a:t>へのアクセス衝突</a:t>
            </a:r>
            <a:endParaRPr lang="en-US" altLang="ja-JP" dirty="0"/>
          </a:p>
          <a:p>
            <a:pPr lvl="2"/>
            <a:r>
              <a:rPr lang="ja-JP" altLang="en-US" dirty="0"/>
              <a:t>キャッシュへのアクセスポートの衝突</a:t>
            </a:r>
            <a:endParaRPr lang="en-US" altLang="ja-JP" dirty="0"/>
          </a:p>
          <a:p>
            <a:pPr lvl="2"/>
            <a:endParaRPr kumimoji="1" lang="en-US" altLang="ja-JP" dirty="0"/>
          </a:p>
          <a:p>
            <a:pPr lvl="1"/>
            <a:r>
              <a:rPr lang="en-US" altLang="ja-JP" dirty="0"/>
              <a:t>DDP</a:t>
            </a:r>
            <a:r>
              <a:rPr lang="ja-JP" altLang="en-US" dirty="0"/>
              <a:t>では以上のような問題は発生しにくいが、</a:t>
            </a:r>
            <a:br>
              <a:rPr lang="en-US" altLang="ja-JP" dirty="0"/>
            </a:br>
            <a:r>
              <a:rPr lang="ja-JP" altLang="en-US" dirty="0"/>
              <a:t>チャネルを増やした場合の</a:t>
            </a:r>
            <a:r>
              <a:rPr lang="ja-JP" altLang="en-US" u="sng" dirty="0"/>
              <a:t>アドレス衝突判定回路</a:t>
            </a:r>
            <a:r>
              <a:rPr lang="ja-JP" altLang="en-US" dirty="0"/>
              <a:t>を組み込む必要あり</a:t>
            </a:r>
            <a:endParaRPr kumimoji="1" lang="en-US" altLang="ja-JP" dirty="0"/>
          </a:p>
        </p:txBody>
      </p:sp>
      <p:sp>
        <p:nvSpPr>
          <p:cNvPr id="4" name="日付プレースホルダー 3">
            <a:extLst>
              <a:ext uri="{FF2B5EF4-FFF2-40B4-BE49-F238E27FC236}">
                <a16:creationId xmlns:a16="http://schemas.microsoft.com/office/drawing/2014/main" id="{60D8AFCF-118D-E3F4-56D4-C6A49CF8B21A}"/>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12254718-9019-56A2-DFB4-D17C56DE81BE}"/>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F83B7F05-8776-D87E-8280-AF779A917CC2}"/>
              </a:ext>
            </a:extLst>
          </p:cNvPr>
          <p:cNvSpPr>
            <a:spLocks noGrp="1"/>
          </p:cNvSpPr>
          <p:nvPr>
            <p:ph type="sldNum" sz="quarter" idx="12"/>
          </p:nvPr>
        </p:nvSpPr>
        <p:spPr/>
        <p:txBody>
          <a:bodyPr/>
          <a:lstStyle/>
          <a:p>
            <a:fld id="{273F27D2-06B6-4999-B31F-B875E94682A2}" type="slidenum">
              <a:rPr lang="ja-JP" altLang="en-US" smtClean="0"/>
              <a:pPr/>
              <a:t>18</a:t>
            </a:fld>
            <a:endParaRPr lang="ja-JP" altLang="en-US" dirty="0"/>
          </a:p>
        </p:txBody>
      </p:sp>
    </p:spTree>
    <p:extLst>
      <p:ext uri="{BB962C8B-B14F-4D97-AF65-F5344CB8AC3E}">
        <p14:creationId xmlns:p14="http://schemas.microsoft.com/office/powerpoint/2010/main" val="2191722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2E8924A7-09E9-85AC-C493-EDE0A59576B1}"/>
              </a:ext>
            </a:extLst>
          </p:cNvPr>
          <p:cNvSpPr>
            <a:spLocks noGrp="1"/>
          </p:cNvSpPr>
          <p:nvPr>
            <p:ph idx="1"/>
          </p:nvPr>
        </p:nvSpPr>
        <p:spPr/>
        <p:txBody>
          <a:bodyPr/>
          <a:lstStyle/>
          <a:p>
            <a:r>
              <a:rPr kumimoji="1" lang="ja-JP" altLang="en-US" dirty="0"/>
              <a:t>ロード命令 </a:t>
            </a:r>
            <a:r>
              <a:rPr kumimoji="1" lang="en-US" altLang="ja-JP" dirty="0"/>
              <a:t>+ </a:t>
            </a:r>
            <a:r>
              <a:rPr kumimoji="1" lang="ja-JP" altLang="en-US" dirty="0"/>
              <a:t>ストア命令の実行順序</a:t>
            </a:r>
            <a:endParaRPr kumimoji="1" lang="en-US" altLang="ja-JP" dirty="0"/>
          </a:p>
          <a:p>
            <a:pPr lvl="1"/>
            <a:r>
              <a:rPr lang="ja-JP" altLang="en-US" dirty="0"/>
              <a:t>基本的にはプログラムに従う</a:t>
            </a:r>
            <a:endParaRPr lang="en-US" altLang="ja-JP" dirty="0"/>
          </a:p>
          <a:p>
            <a:pPr lvl="1"/>
            <a:r>
              <a:rPr kumimoji="1" lang="ja-JP" altLang="en-US" dirty="0"/>
              <a:t>同じアドレスの場合はストア命令が優先</a:t>
            </a:r>
          </a:p>
        </p:txBody>
      </p:sp>
      <p:sp>
        <p:nvSpPr>
          <p:cNvPr id="4" name="日付プレースホルダー 3">
            <a:extLst>
              <a:ext uri="{FF2B5EF4-FFF2-40B4-BE49-F238E27FC236}">
                <a16:creationId xmlns:a16="http://schemas.microsoft.com/office/drawing/2014/main" id="{3E6C889B-2C41-529B-FA8D-422399A96813}"/>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BAB99EC0-10B2-D3A2-2964-E7CC55532B27}"/>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B70FA5D5-522A-2763-4534-8B335C7F96B3}"/>
              </a:ext>
            </a:extLst>
          </p:cNvPr>
          <p:cNvSpPr>
            <a:spLocks noGrp="1"/>
          </p:cNvSpPr>
          <p:nvPr>
            <p:ph type="sldNum" sz="quarter" idx="12"/>
          </p:nvPr>
        </p:nvSpPr>
        <p:spPr/>
        <p:txBody>
          <a:bodyPr/>
          <a:lstStyle/>
          <a:p>
            <a:fld id="{273F27D2-06B6-4999-B31F-B875E94682A2}" type="slidenum">
              <a:rPr lang="ja-JP" altLang="en-US" smtClean="0"/>
              <a:pPr/>
              <a:t>19</a:t>
            </a:fld>
            <a:endParaRPr lang="ja-JP" altLang="en-US" dirty="0"/>
          </a:p>
        </p:txBody>
      </p:sp>
      <p:sp>
        <p:nvSpPr>
          <p:cNvPr id="7" name="タイトル 1">
            <a:extLst>
              <a:ext uri="{FF2B5EF4-FFF2-40B4-BE49-F238E27FC236}">
                <a16:creationId xmlns:a16="http://schemas.microsoft.com/office/drawing/2014/main" id="{0B71C04A-F344-4B31-C36A-42178124EEFC}"/>
              </a:ext>
            </a:extLst>
          </p:cNvPr>
          <p:cNvSpPr>
            <a:spLocks noGrp="1"/>
          </p:cNvSpPr>
          <p:nvPr>
            <p:ph type="title"/>
          </p:nvPr>
        </p:nvSpPr>
        <p:spPr>
          <a:xfrm>
            <a:off x="341313" y="136525"/>
            <a:ext cx="11518900" cy="727075"/>
          </a:xfrm>
        </p:spPr>
        <p:txBody>
          <a:bodyPr/>
          <a:lstStyle/>
          <a:p>
            <a:r>
              <a:rPr lang="ja-JP" altLang="en-US" dirty="0"/>
              <a:t>従来</a:t>
            </a:r>
            <a:r>
              <a:rPr kumimoji="1" lang="en-US" altLang="ja-JP" dirty="0" err="1"/>
              <a:t>SuperScalar</a:t>
            </a:r>
            <a:r>
              <a:rPr kumimoji="1" lang="ja-JP" altLang="en-US" dirty="0"/>
              <a:t>での</a:t>
            </a:r>
            <a:r>
              <a:rPr kumimoji="1" lang="en-US" altLang="ja-JP" dirty="0"/>
              <a:t>STM</a:t>
            </a:r>
            <a:r>
              <a:rPr kumimoji="1" lang="ja-JP" altLang="en-US" dirty="0"/>
              <a:t>と</a:t>
            </a:r>
            <a:r>
              <a:rPr kumimoji="1" lang="en-US" altLang="ja-JP" dirty="0"/>
              <a:t>LDM(2/2)</a:t>
            </a:r>
            <a:endParaRPr kumimoji="1" lang="ja-JP" altLang="en-US" dirty="0"/>
          </a:p>
        </p:txBody>
      </p:sp>
    </p:spTree>
    <p:extLst>
      <p:ext uri="{BB962C8B-B14F-4D97-AF65-F5344CB8AC3E}">
        <p14:creationId xmlns:p14="http://schemas.microsoft.com/office/powerpoint/2010/main" val="3516382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CF43A5-5AA0-BF86-66F5-4827A7E30358}"/>
              </a:ext>
            </a:extLst>
          </p:cNvPr>
          <p:cNvSpPr>
            <a:spLocks noGrp="1"/>
          </p:cNvSpPr>
          <p:nvPr>
            <p:ph type="title"/>
          </p:nvPr>
        </p:nvSpPr>
        <p:spPr/>
        <p:txBody>
          <a:bodyPr/>
          <a:lstStyle/>
          <a:p>
            <a:r>
              <a:rPr kumimoji="1" lang="en-US" altLang="ja-JP" dirty="0" err="1"/>
              <a:t>SuperScalar</a:t>
            </a:r>
            <a:r>
              <a:rPr kumimoji="1" lang="ja-JP" altLang="en-US" dirty="0"/>
              <a:t>に対応した</a:t>
            </a:r>
            <a:r>
              <a:rPr kumimoji="1" lang="en-US" altLang="ja-JP" dirty="0"/>
              <a:t>DDP</a:t>
            </a:r>
            <a:r>
              <a:rPr kumimoji="1" lang="ja-JP" altLang="en-US" dirty="0"/>
              <a:t>の構成</a:t>
            </a:r>
            <a:r>
              <a:rPr kumimoji="1" lang="en-US" altLang="ja-JP" dirty="0"/>
              <a:t>(1/3)</a:t>
            </a:r>
            <a:endParaRPr kumimoji="1" lang="ja-JP" altLang="en-US" dirty="0"/>
          </a:p>
        </p:txBody>
      </p:sp>
      <p:sp>
        <p:nvSpPr>
          <p:cNvPr id="4" name="日付プレースホルダー 3">
            <a:extLst>
              <a:ext uri="{FF2B5EF4-FFF2-40B4-BE49-F238E27FC236}">
                <a16:creationId xmlns:a16="http://schemas.microsoft.com/office/drawing/2014/main" id="{21CDBA15-AF25-8556-27DE-E6FC6705D755}"/>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2EC04A62-D7CC-43A0-98F8-64E93E3049B0}"/>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3431E4A2-2338-D7D3-9D81-18A80855A744}"/>
              </a:ext>
            </a:extLst>
          </p:cNvPr>
          <p:cNvSpPr>
            <a:spLocks noGrp="1"/>
          </p:cNvSpPr>
          <p:nvPr>
            <p:ph type="sldNum" sz="quarter" idx="12"/>
          </p:nvPr>
        </p:nvSpPr>
        <p:spPr/>
        <p:txBody>
          <a:bodyPr/>
          <a:lstStyle/>
          <a:p>
            <a:fld id="{273F27D2-06B6-4999-B31F-B875E94682A2}" type="slidenum">
              <a:rPr lang="ja-JP" altLang="en-US" smtClean="0"/>
              <a:pPr/>
              <a:t>20</a:t>
            </a:fld>
            <a:endParaRPr lang="ja-JP" altLang="en-US" dirty="0"/>
          </a:p>
        </p:txBody>
      </p:sp>
      <p:pic>
        <p:nvPicPr>
          <p:cNvPr id="19" name="図 18">
            <a:extLst>
              <a:ext uri="{FF2B5EF4-FFF2-40B4-BE49-F238E27FC236}">
                <a16:creationId xmlns:a16="http://schemas.microsoft.com/office/drawing/2014/main" id="{F5D7B837-116A-CD6E-7D41-EF860F5D926D}"/>
              </a:ext>
            </a:extLst>
          </p:cNvPr>
          <p:cNvPicPr>
            <a:picLocks/>
          </p:cNvPicPr>
          <p:nvPr/>
        </p:nvPicPr>
        <p:blipFill>
          <a:blip r:embed="rId2"/>
          <a:stretch>
            <a:fillRect/>
          </a:stretch>
        </p:blipFill>
        <p:spPr>
          <a:xfrm>
            <a:off x="1093846" y="863315"/>
            <a:ext cx="9527262" cy="5581816"/>
          </a:xfrm>
          <a:prstGeom prst="rect">
            <a:avLst/>
          </a:prstGeom>
        </p:spPr>
      </p:pic>
    </p:spTree>
    <p:extLst>
      <p:ext uri="{BB962C8B-B14F-4D97-AF65-F5344CB8AC3E}">
        <p14:creationId xmlns:p14="http://schemas.microsoft.com/office/powerpoint/2010/main" val="2139482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38DDF46-4A01-B043-6CAC-3FAD94E1F5F2}"/>
              </a:ext>
            </a:extLst>
          </p:cNvPr>
          <p:cNvSpPr>
            <a:spLocks noGrp="1"/>
          </p:cNvSpPr>
          <p:nvPr>
            <p:ph idx="1"/>
          </p:nvPr>
        </p:nvSpPr>
        <p:spPr/>
        <p:txBody>
          <a:bodyPr>
            <a:normAutofit lnSpcReduction="10000"/>
          </a:bodyPr>
          <a:lstStyle/>
          <a:p>
            <a:pPr marL="0" indent="0">
              <a:buNone/>
            </a:pPr>
            <a:r>
              <a:rPr lang="ja-JP" altLang="en-US" dirty="0"/>
              <a:t>変更点</a:t>
            </a:r>
            <a:endParaRPr lang="en-US" altLang="ja-JP" dirty="0"/>
          </a:p>
          <a:p>
            <a:r>
              <a:rPr kumimoji="1" lang="en-US" altLang="ja-JP" dirty="0"/>
              <a:t>MMCAM</a:t>
            </a:r>
          </a:p>
          <a:p>
            <a:pPr lvl="1"/>
            <a:r>
              <a:rPr kumimoji="1" lang="ja-JP" altLang="en-US" dirty="0"/>
              <a:t>対応表を追加し、</a:t>
            </a:r>
            <a:r>
              <a:rPr lang="en-US" altLang="ja-JP" dirty="0"/>
              <a:t>32bit</a:t>
            </a:r>
            <a:r>
              <a:rPr lang="ja-JP" altLang="en-US" dirty="0"/>
              <a:t>の</a:t>
            </a:r>
            <a:r>
              <a:rPr lang="en-US" altLang="ja-JP" dirty="0"/>
              <a:t>Data</a:t>
            </a:r>
            <a:r>
              <a:rPr lang="ja-JP" altLang="en-US" dirty="0"/>
              <a:t>部を上下</a:t>
            </a:r>
            <a:r>
              <a:rPr lang="en-US" altLang="ja-JP" dirty="0"/>
              <a:t>16bit</a:t>
            </a:r>
            <a:r>
              <a:rPr lang="ja-JP" altLang="en-US" dirty="0"/>
              <a:t>に分割可能</a:t>
            </a:r>
            <a:endParaRPr lang="en-US" altLang="ja-JP" dirty="0"/>
          </a:p>
          <a:p>
            <a:pPr lvl="1"/>
            <a:r>
              <a:rPr kumimoji="1" lang="ja-JP" altLang="en-US" dirty="0"/>
              <a:t>上下</a:t>
            </a:r>
            <a:r>
              <a:rPr kumimoji="1" lang="en-US" altLang="ja-JP" dirty="0"/>
              <a:t>16bit</a:t>
            </a:r>
            <a:r>
              <a:rPr kumimoji="1" lang="ja-JP" altLang="en-US" dirty="0"/>
              <a:t>に伴い</a:t>
            </a:r>
            <a:r>
              <a:rPr kumimoji="1" lang="en-US" altLang="ja-JP" dirty="0"/>
              <a:t>ENTRY</a:t>
            </a:r>
            <a:r>
              <a:rPr kumimoji="1" lang="ja-JP" altLang="en-US" dirty="0"/>
              <a:t>等を</a:t>
            </a:r>
            <a:r>
              <a:rPr kumimoji="1" lang="en-US" altLang="ja-JP" dirty="0"/>
              <a:t>2</a:t>
            </a:r>
            <a:r>
              <a:rPr kumimoji="1" lang="ja-JP" altLang="en-US" dirty="0"/>
              <a:t>つに増加</a:t>
            </a:r>
            <a:endParaRPr kumimoji="1" lang="en-US" altLang="ja-JP" dirty="0"/>
          </a:p>
          <a:p>
            <a:r>
              <a:rPr lang="en-US" altLang="ja-JP" dirty="0"/>
              <a:t>MMRAM</a:t>
            </a:r>
          </a:p>
          <a:p>
            <a:pPr lvl="1"/>
            <a:r>
              <a:rPr lang="ja-JP" altLang="en-US" dirty="0"/>
              <a:t>メモリを</a:t>
            </a:r>
            <a:r>
              <a:rPr lang="en-US" altLang="ja-JP" dirty="0"/>
              <a:t>2</a:t>
            </a:r>
            <a:r>
              <a:rPr lang="ja-JP" altLang="en-US" dirty="0"/>
              <a:t>ポートに変更</a:t>
            </a:r>
            <a:endParaRPr lang="en-US" altLang="ja-JP" dirty="0"/>
          </a:p>
          <a:p>
            <a:pPr lvl="1"/>
            <a:r>
              <a:rPr lang="en-US" altLang="ja-JP" dirty="0"/>
              <a:t>MERGE</a:t>
            </a:r>
            <a:r>
              <a:rPr lang="ja-JP" altLang="en-US" dirty="0"/>
              <a:t>部を</a:t>
            </a:r>
            <a:r>
              <a:rPr lang="en-US" altLang="ja-JP" dirty="0"/>
              <a:t>2</a:t>
            </a:r>
            <a:r>
              <a:rPr lang="ja-JP" altLang="en-US" dirty="0"/>
              <a:t>つから</a:t>
            </a:r>
            <a:r>
              <a:rPr lang="en-US" altLang="ja-JP" dirty="0"/>
              <a:t>4</a:t>
            </a:r>
            <a:r>
              <a:rPr lang="ja-JP" altLang="en-US" dirty="0"/>
              <a:t>つに変更</a:t>
            </a:r>
            <a:endParaRPr lang="en-US" altLang="ja-JP" dirty="0"/>
          </a:p>
          <a:p>
            <a:r>
              <a:rPr kumimoji="1" lang="en-US" altLang="ja-JP" dirty="0"/>
              <a:t>PS</a:t>
            </a:r>
          </a:p>
          <a:p>
            <a:pPr lvl="1"/>
            <a:r>
              <a:rPr kumimoji="1" lang="en-US" altLang="ja-JP" dirty="0"/>
              <a:t>OPC</a:t>
            </a:r>
            <a:r>
              <a:rPr kumimoji="1" lang="ja-JP" altLang="en-US" dirty="0"/>
              <a:t>を</a:t>
            </a:r>
            <a:r>
              <a:rPr kumimoji="1" lang="en-US" altLang="ja-JP" dirty="0"/>
              <a:t>6bit</a:t>
            </a:r>
            <a:r>
              <a:rPr kumimoji="1" lang="ja-JP" altLang="en-US" dirty="0"/>
              <a:t>から</a:t>
            </a:r>
            <a:r>
              <a:rPr kumimoji="1" lang="en-US" altLang="ja-JP" dirty="0"/>
              <a:t>12bit</a:t>
            </a:r>
            <a:r>
              <a:rPr kumimoji="1" lang="ja-JP" altLang="en-US" dirty="0"/>
              <a:t>に変更</a:t>
            </a:r>
            <a:endParaRPr kumimoji="1" lang="en-US" altLang="ja-JP" dirty="0"/>
          </a:p>
          <a:p>
            <a:pPr lvl="1"/>
            <a:r>
              <a:rPr lang="en-US" altLang="ja-JP" dirty="0"/>
              <a:t>BR</a:t>
            </a:r>
            <a:r>
              <a:rPr lang="ja-JP" altLang="en-US" dirty="0"/>
              <a:t>を</a:t>
            </a:r>
            <a:r>
              <a:rPr lang="en-US" altLang="ja-JP" dirty="0"/>
              <a:t>1bit</a:t>
            </a:r>
            <a:r>
              <a:rPr lang="ja-JP" altLang="en-US" dirty="0"/>
              <a:t>から</a:t>
            </a:r>
            <a:r>
              <a:rPr lang="en-US" altLang="ja-JP" dirty="0"/>
              <a:t>2bit</a:t>
            </a:r>
            <a:r>
              <a:rPr lang="ja-JP" altLang="en-US" dirty="0"/>
              <a:t>に変更</a:t>
            </a:r>
            <a:endParaRPr kumimoji="1" lang="en-US" altLang="ja-JP" dirty="0"/>
          </a:p>
          <a:p>
            <a:r>
              <a:rPr lang="en-US" altLang="ja-JP" dirty="0"/>
              <a:t>FP</a:t>
            </a:r>
          </a:p>
          <a:p>
            <a:pPr lvl="1"/>
            <a:r>
              <a:rPr lang="en-US" altLang="ja-JP" dirty="0"/>
              <a:t>ALU</a:t>
            </a:r>
            <a:r>
              <a:rPr lang="ja-JP" altLang="en-US" dirty="0"/>
              <a:t>を</a:t>
            </a:r>
            <a:r>
              <a:rPr lang="en-US" altLang="ja-JP" dirty="0"/>
              <a:t>2</a:t>
            </a:r>
            <a:r>
              <a:rPr lang="ja-JP" altLang="en-US" dirty="0"/>
              <a:t>つに増設し、</a:t>
            </a:r>
            <a:r>
              <a:rPr lang="en-US" altLang="ja-JP" dirty="0"/>
              <a:t>OPC</a:t>
            </a:r>
            <a:r>
              <a:rPr lang="ja-JP" altLang="en-US" dirty="0"/>
              <a:t>に対応</a:t>
            </a:r>
            <a:endParaRPr lang="en-US" altLang="ja-JP" dirty="0"/>
          </a:p>
        </p:txBody>
      </p:sp>
      <p:sp>
        <p:nvSpPr>
          <p:cNvPr id="4" name="日付プレースホルダー 3">
            <a:extLst>
              <a:ext uri="{FF2B5EF4-FFF2-40B4-BE49-F238E27FC236}">
                <a16:creationId xmlns:a16="http://schemas.microsoft.com/office/drawing/2014/main" id="{9BDA8DBE-1FB7-D06E-B2A4-EEC124881E3D}"/>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F405166F-DFD5-D128-03BF-58B7553A9175}"/>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E9BE911C-CB30-F3E6-26E8-D38AE0CE939E}"/>
              </a:ext>
            </a:extLst>
          </p:cNvPr>
          <p:cNvSpPr>
            <a:spLocks noGrp="1"/>
          </p:cNvSpPr>
          <p:nvPr>
            <p:ph type="sldNum" sz="quarter" idx="12"/>
          </p:nvPr>
        </p:nvSpPr>
        <p:spPr/>
        <p:txBody>
          <a:bodyPr/>
          <a:lstStyle/>
          <a:p>
            <a:fld id="{273F27D2-06B6-4999-B31F-B875E94682A2}" type="slidenum">
              <a:rPr lang="ja-JP" altLang="en-US" smtClean="0"/>
              <a:pPr/>
              <a:t>21</a:t>
            </a:fld>
            <a:endParaRPr lang="ja-JP" altLang="en-US" dirty="0"/>
          </a:p>
        </p:txBody>
      </p:sp>
      <p:sp>
        <p:nvSpPr>
          <p:cNvPr id="7" name="タイトル 1">
            <a:extLst>
              <a:ext uri="{FF2B5EF4-FFF2-40B4-BE49-F238E27FC236}">
                <a16:creationId xmlns:a16="http://schemas.microsoft.com/office/drawing/2014/main" id="{0AB3C092-C1B7-0FA4-F4EF-62E73F8BF59D}"/>
              </a:ext>
            </a:extLst>
          </p:cNvPr>
          <p:cNvSpPr>
            <a:spLocks noGrp="1"/>
          </p:cNvSpPr>
          <p:nvPr>
            <p:ph type="title"/>
          </p:nvPr>
        </p:nvSpPr>
        <p:spPr>
          <a:xfrm>
            <a:off x="341313" y="136525"/>
            <a:ext cx="11518900" cy="727075"/>
          </a:xfrm>
        </p:spPr>
        <p:txBody>
          <a:bodyPr/>
          <a:lstStyle/>
          <a:p>
            <a:r>
              <a:rPr kumimoji="1" lang="en-US" altLang="ja-JP" dirty="0" err="1"/>
              <a:t>SuperScalar</a:t>
            </a:r>
            <a:r>
              <a:rPr kumimoji="1" lang="ja-JP" altLang="en-US" dirty="0"/>
              <a:t>に対応した</a:t>
            </a:r>
            <a:r>
              <a:rPr kumimoji="1" lang="en-US" altLang="ja-JP" dirty="0"/>
              <a:t>DDP</a:t>
            </a:r>
            <a:r>
              <a:rPr kumimoji="1" lang="ja-JP" altLang="en-US" dirty="0"/>
              <a:t>の構成</a:t>
            </a:r>
            <a:r>
              <a:rPr kumimoji="1" lang="en-US" altLang="ja-JP" dirty="0"/>
              <a:t>(2/3)</a:t>
            </a:r>
            <a:endParaRPr kumimoji="1" lang="ja-JP" altLang="en-US" dirty="0"/>
          </a:p>
        </p:txBody>
      </p:sp>
    </p:spTree>
    <p:extLst>
      <p:ext uri="{BB962C8B-B14F-4D97-AF65-F5344CB8AC3E}">
        <p14:creationId xmlns:p14="http://schemas.microsoft.com/office/powerpoint/2010/main" val="1937616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896294C-1E64-EDE0-6088-BF2B56F66E6B}"/>
              </a:ext>
            </a:extLst>
          </p:cNvPr>
          <p:cNvSpPr>
            <a:spLocks noGrp="1"/>
          </p:cNvSpPr>
          <p:nvPr>
            <p:ph idx="1"/>
          </p:nvPr>
        </p:nvSpPr>
        <p:spPr/>
        <p:txBody>
          <a:bodyPr/>
          <a:lstStyle/>
          <a:p>
            <a:pPr marL="0" indent="0">
              <a:buNone/>
            </a:pPr>
            <a:r>
              <a:rPr kumimoji="1" lang="ja-JP" altLang="en-US" dirty="0"/>
              <a:t>変更点</a:t>
            </a:r>
            <a:endParaRPr kumimoji="1" lang="en-US" altLang="ja-JP" dirty="0"/>
          </a:p>
          <a:p>
            <a:r>
              <a:rPr kumimoji="1" lang="en-US" altLang="ja-JP" dirty="0"/>
              <a:t>MA</a:t>
            </a:r>
          </a:p>
          <a:p>
            <a:pPr lvl="1"/>
            <a:r>
              <a:rPr kumimoji="1" lang="en-US" altLang="ja-JP" dirty="0"/>
              <a:t>RAM</a:t>
            </a:r>
            <a:r>
              <a:rPr kumimoji="1" lang="ja-JP" altLang="en-US" dirty="0"/>
              <a:t>を</a:t>
            </a:r>
            <a:r>
              <a:rPr kumimoji="1" lang="en-US" altLang="ja-JP" dirty="0"/>
              <a:t>1</a:t>
            </a:r>
            <a:r>
              <a:rPr kumimoji="1" lang="ja-JP" altLang="en-US" dirty="0"/>
              <a:t>ポートから</a:t>
            </a:r>
            <a:r>
              <a:rPr kumimoji="1" lang="en-US" altLang="ja-JP" dirty="0"/>
              <a:t>2</a:t>
            </a:r>
            <a:r>
              <a:rPr kumimoji="1" lang="ja-JP" altLang="en-US" dirty="0"/>
              <a:t>ポートに変更</a:t>
            </a:r>
            <a:endParaRPr kumimoji="1" lang="en-US" altLang="ja-JP" dirty="0"/>
          </a:p>
          <a:p>
            <a:r>
              <a:rPr lang="en-US" altLang="ja-JP" dirty="0"/>
              <a:t>B</a:t>
            </a:r>
          </a:p>
          <a:p>
            <a:pPr lvl="1"/>
            <a:r>
              <a:rPr kumimoji="1" lang="ja-JP" altLang="en-US" dirty="0"/>
              <a:t>循環するパケットと出力パケットの操作を分離</a:t>
            </a:r>
            <a:endParaRPr kumimoji="1" lang="en-US" altLang="ja-JP" dirty="0"/>
          </a:p>
          <a:p>
            <a:pPr lvl="2"/>
            <a:r>
              <a:rPr lang="ja-JP" altLang="en-US" dirty="0"/>
              <a:t>片方が循環、片方が出力でも対応可能な状態にする為</a:t>
            </a:r>
            <a:endParaRPr lang="en-US" altLang="ja-JP" dirty="0"/>
          </a:p>
          <a:p>
            <a:pPr lvl="1"/>
            <a:r>
              <a:rPr kumimoji="1" lang="en-US" altLang="ja-JP" dirty="0"/>
              <a:t>CB</a:t>
            </a:r>
            <a:r>
              <a:rPr kumimoji="1" lang="ja-JP" altLang="en-US" dirty="0"/>
              <a:t>を</a:t>
            </a:r>
            <a:r>
              <a:rPr kumimoji="1" lang="en-US" altLang="ja-JP" dirty="0"/>
              <a:t>1</a:t>
            </a:r>
            <a:r>
              <a:rPr kumimoji="1" lang="ja-JP" altLang="en-US" dirty="0"/>
              <a:t>つから</a:t>
            </a:r>
            <a:r>
              <a:rPr kumimoji="1" lang="en-US" altLang="ja-JP" dirty="0"/>
              <a:t>2</a:t>
            </a:r>
            <a:r>
              <a:rPr kumimoji="1" lang="ja-JP" altLang="en-US" dirty="0"/>
              <a:t>つに増設</a:t>
            </a:r>
            <a:endParaRPr kumimoji="1" lang="en-US" altLang="ja-JP" dirty="0"/>
          </a:p>
          <a:p>
            <a:pPr lvl="2"/>
            <a:r>
              <a:rPr kumimoji="1" lang="en-US" altLang="ja-JP" dirty="0"/>
              <a:t>C</a:t>
            </a:r>
            <a:r>
              <a:rPr kumimoji="1" lang="ja-JP" altLang="en-US" dirty="0"/>
              <a:t>素子については</a:t>
            </a:r>
            <a:r>
              <a:rPr lang="en-US" altLang="ja-JP" dirty="0"/>
              <a:t>CE</a:t>
            </a:r>
            <a:r>
              <a:rPr lang="ja-JP" altLang="en-US" dirty="0"/>
              <a:t>に変更する方がいいかも？</a:t>
            </a:r>
            <a:endParaRPr lang="en-US" altLang="ja-JP" dirty="0"/>
          </a:p>
          <a:p>
            <a:pPr lvl="1"/>
            <a:endParaRPr kumimoji="1" lang="ja-JP" altLang="en-US" dirty="0"/>
          </a:p>
          <a:p>
            <a:endParaRPr kumimoji="1" lang="ja-JP" altLang="en-US" dirty="0"/>
          </a:p>
        </p:txBody>
      </p:sp>
      <p:sp>
        <p:nvSpPr>
          <p:cNvPr id="4" name="日付プレースホルダー 3">
            <a:extLst>
              <a:ext uri="{FF2B5EF4-FFF2-40B4-BE49-F238E27FC236}">
                <a16:creationId xmlns:a16="http://schemas.microsoft.com/office/drawing/2014/main" id="{1AEB9224-2348-1248-60EA-739DFEB74346}"/>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7CD1BA46-C228-00AE-EF91-6A68F96F73ED}"/>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A9FEA62B-EBC3-F2AC-C5ED-7ED7A2E35C0B}"/>
              </a:ext>
            </a:extLst>
          </p:cNvPr>
          <p:cNvSpPr>
            <a:spLocks noGrp="1"/>
          </p:cNvSpPr>
          <p:nvPr>
            <p:ph type="sldNum" sz="quarter" idx="12"/>
          </p:nvPr>
        </p:nvSpPr>
        <p:spPr/>
        <p:txBody>
          <a:bodyPr/>
          <a:lstStyle/>
          <a:p>
            <a:fld id="{273F27D2-06B6-4999-B31F-B875E94682A2}" type="slidenum">
              <a:rPr lang="ja-JP" altLang="en-US" smtClean="0"/>
              <a:pPr/>
              <a:t>22</a:t>
            </a:fld>
            <a:endParaRPr lang="ja-JP" altLang="en-US" dirty="0"/>
          </a:p>
        </p:txBody>
      </p:sp>
      <p:sp>
        <p:nvSpPr>
          <p:cNvPr id="7" name="タイトル 1">
            <a:extLst>
              <a:ext uri="{FF2B5EF4-FFF2-40B4-BE49-F238E27FC236}">
                <a16:creationId xmlns:a16="http://schemas.microsoft.com/office/drawing/2014/main" id="{9BC0A7BE-EA7C-F5E0-342C-45E28E6924CF}"/>
              </a:ext>
            </a:extLst>
          </p:cNvPr>
          <p:cNvSpPr>
            <a:spLocks noGrp="1"/>
          </p:cNvSpPr>
          <p:nvPr>
            <p:ph type="title"/>
          </p:nvPr>
        </p:nvSpPr>
        <p:spPr>
          <a:xfrm>
            <a:off x="341313" y="136525"/>
            <a:ext cx="11518900" cy="727075"/>
          </a:xfrm>
        </p:spPr>
        <p:txBody>
          <a:bodyPr/>
          <a:lstStyle/>
          <a:p>
            <a:r>
              <a:rPr kumimoji="1" lang="en-US" altLang="ja-JP" dirty="0" err="1"/>
              <a:t>SuperScalar</a:t>
            </a:r>
            <a:r>
              <a:rPr kumimoji="1" lang="ja-JP" altLang="en-US" dirty="0"/>
              <a:t>に対応した</a:t>
            </a:r>
            <a:r>
              <a:rPr kumimoji="1" lang="en-US" altLang="ja-JP" dirty="0"/>
              <a:t>DDP</a:t>
            </a:r>
            <a:r>
              <a:rPr kumimoji="1" lang="ja-JP" altLang="en-US" dirty="0"/>
              <a:t>の構成</a:t>
            </a:r>
            <a:r>
              <a:rPr kumimoji="1" lang="en-US" altLang="ja-JP" dirty="0"/>
              <a:t>(3/3)</a:t>
            </a:r>
            <a:endParaRPr kumimoji="1" lang="ja-JP" altLang="en-US" dirty="0"/>
          </a:p>
        </p:txBody>
      </p:sp>
    </p:spTree>
    <p:extLst>
      <p:ext uri="{BB962C8B-B14F-4D97-AF65-F5344CB8AC3E}">
        <p14:creationId xmlns:p14="http://schemas.microsoft.com/office/powerpoint/2010/main" val="1693669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A8656EB-33BD-23D9-29DC-E055DB6CD421}"/>
              </a:ext>
            </a:extLst>
          </p:cNvPr>
          <p:cNvSpPr>
            <a:spLocks noGrp="1"/>
          </p:cNvSpPr>
          <p:nvPr>
            <p:ph idx="1"/>
          </p:nvPr>
        </p:nvSpPr>
        <p:spPr/>
        <p:txBody>
          <a:bodyPr/>
          <a:lstStyle/>
          <a:p>
            <a:pPr marL="0" indent="0">
              <a:buNone/>
            </a:pPr>
            <a:r>
              <a:rPr lang="ja-JP" altLang="en-US" dirty="0"/>
              <a:t>問題点</a:t>
            </a:r>
            <a:endParaRPr lang="en-US" altLang="ja-JP" dirty="0"/>
          </a:p>
          <a:p>
            <a:r>
              <a:rPr kumimoji="1" lang="en-US" altLang="ja-JP" dirty="0"/>
              <a:t>MMCAM</a:t>
            </a:r>
            <a:r>
              <a:rPr kumimoji="1" lang="ja-JP" altLang="en-US" dirty="0"/>
              <a:t>での</a:t>
            </a:r>
            <a:r>
              <a:rPr kumimoji="1" lang="en-US" altLang="ja-JP" dirty="0"/>
              <a:t>DEL</a:t>
            </a:r>
            <a:r>
              <a:rPr kumimoji="1" lang="ja-JP" altLang="en-US" dirty="0"/>
              <a:t>信号</a:t>
            </a:r>
            <a:endParaRPr kumimoji="1" lang="en-US" altLang="ja-JP" dirty="0"/>
          </a:p>
          <a:p>
            <a:pPr lvl="1"/>
            <a:r>
              <a:rPr lang="en-US" altLang="ja-JP" dirty="0"/>
              <a:t>MA</a:t>
            </a:r>
            <a:r>
              <a:rPr lang="ja-JP" altLang="en-US" dirty="0"/>
              <a:t>まで分割してしまうと</a:t>
            </a:r>
            <a:r>
              <a:rPr lang="en-US" altLang="ja-JP" dirty="0"/>
              <a:t>DEL</a:t>
            </a:r>
            <a:r>
              <a:rPr lang="ja-JP" altLang="en-US" dirty="0"/>
              <a:t>信号が</a:t>
            </a:r>
            <a:r>
              <a:rPr lang="en-US" altLang="ja-JP" dirty="0"/>
              <a:t>2bit</a:t>
            </a:r>
            <a:r>
              <a:rPr lang="ja-JP" altLang="en-US" dirty="0"/>
              <a:t>になる</a:t>
            </a:r>
            <a:endParaRPr lang="en-US" altLang="ja-JP" dirty="0"/>
          </a:p>
          <a:p>
            <a:r>
              <a:rPr lang="en-US" altLang="ja-JP" dirty="0" err="1"/>
              <a:t>B_Stage</a:t>
            </a:r>
            <a:endParaRPr lang="en-US" altLang="ja-JP" dirty="0"/>
          </a:p>
          <a:p>
            <a:pPr lvl="1"/>
            <a:r>
              <a:rPr lang="ja-JP" altLang="en-US" dirty="0"/>
              <a:t>前段の</a:t>
            </a:r>
            <a:r>
              <a:rPr lang="en-US" altLang="ja-JP" dirty="0"/>
              <a:t>COPY</a:t>
            </a:r>
            <a:r>
              <a:rPr lang="ja-JP" altLang="en-US" dirty="0"/>
              <a:t>から</a:t>
            </a:r>
            <a:r>
              <a:rPr lang="en-US" altLang="ja-JP" dirty="0"/>
              <a:t>Ack</a:t>
            </a:r>
            <a:r>
              <a:rPr lang="ja-JP" altLang="en-US" dirty="0"/>
              <a:t>と</a:t>
            </a:r>
            <a:r>
              <a:rPr lang="en-US" altLang="ja-JP" dirty="0"/>
              <a:t>Send</a:t>
            </a:r>
            <a:r>
              <a:rPr lang="ja-JP" altLang="en-US" dirty="0"/>
              <a:t>の遷移先が</a:t>
            </a:r>
            <a:r>
              <a:rPr lang="en-US" altLang="ja-JP" dirty="0"/>
              <a:t>2</a:t>
            </a:r>
            <a:r>
              <a:rPr lang="ja-JP" altLang="en-US" dirty="0"/>
              <a:t>つ</a:t>
            </a:r>
            <a:endParaRPr lang="en-US" altLang="ja-JP" dirty="0"/>
          </a:p>
          <a:p>
            <a:pPr lvl="2"/>
            <a:r>
              <a:rPr lang="ja-JP" altLang="en-US" dirty="0"/>
              <a:t>このままではファントムトークンの可能性やデータの衝突が考えられる</a:t>
            </a:r>
            <a:endParaRPr lang="en-US" altLang="ja-JP" dirty="0"/>
          </a:p>
        </p:txBody>
      </p:sp>
      <p:sp>
        <p:nvSpPr>
          <p:cNvPr id="4" name="日付プレースホルダー 3">
            <a:extLst>
              <a:ext uri="{FF2B5EF4-FFF2-40B4-BE49-F238E27FC236}">
                <a16:creationId xmlns:a16="http://schemas.microsoft.com/office/drawing/2014/main" id="{E9CAB033-847D-A1D6-428E-7103948CCF56}"/>
              </a:ext>
            </a:extLst>
          </p:cNvPr>
          <p:cNvSpPr>
            <a:spLocks noGrp="1"/>
          </p:cNvSpPr>
          <p:nvPr>
            <p:ph type="dt" sz="half" idx="10"/>
          </p:nvPr>
        </p:nvSpPr>
        <p:spPr/>
        <p:txBody>
          <a:bodyPr/>
          <a:lstStyle/>
          <a:p>
            <a:fld id="{C981106A-F328-46B0-AB11-CD980A6DFB99}" type="datetime1">
              <a:rPr kumimoji="1" lang="ja-JP" altLang="en-US" smtClean="0"/>
              <a:t>2026/9/19</a:t>
            </a:fld>
            <a:endParaRPr kumimoji="1" lang="ja-JP" altLang="en-US"/>
          </a:p>
        </p:txBody>
      </p:sp>
      <p:sp>
        <p:nvSpPr>
          <p:cNvPr id="5" name="フッター プレースホルダー 4">
            <a:extLst>
              <a:ext uri="{FF2B5EF4-FFF2-40B4-BE49-F238E27FC236}">
                <a16:creationId xmlns:a16="http://schemas.microsoft.com/office/drawing/2014/main" id="{1AEB5C5D-676F-593F-2092-03664A7C4A4F}"/>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ED3B26CB-5325-DFFE-BB8D-E445AE61E504}"/>
              </a:ext>
            </a:extLst>
          </p:cNvPr>
          <p:cNvSpPr>
            <a:spLocks noGrp="1"/>
          </p:cNvSpPr>
          <p:nvPr>
            <p:ph type="sldNum" sz="quarter" idx="12"/>
          </p:nvPr>
        </p:nvSpPr>
        <p:spPr/>
        <p:txBody>
          <a:bodyPr/>
          <a:lstStyle/>
          <a:p>
            <a:fld id="{273F27D2-06B6-4999-B31F-B875E94682A2}" type="slidenum">
              <a:rPr lang="ja-JP" altLang="en-US" smtClean="0"/>
              <a:pPr/>
              <a:t>23</a:t>
            </a:fld>
            <a:endParaRPr lang="ja-JP" altLang="en-US" dirty="0"/>
          </a:p>
        </p:txBody>
      </p:sp>
      <p:sp>
        <p:nvSpPr>
          <p:cNvPr id="7" name="タイトル 1">
            <a:extLst>
              <a:ext uri="{FF2B5EF4-FFF2-40B4-BE49-F238E27FC236}">
                <a16:creationId xmlns:a16="http://schemas.microsoft.com/office/drawing/2014/main" id="{3B3766E0-0EA5-E4DD-9BC4-732F0C7B09C5}"/>
              </a:ext>
            </a:extLst>
          </p:cNvPr>
          <p:cNvSpPr>
            <a:spLocks noGrp="1"/>
          </p:cNvSpPr>
          <p:nvPr>
            <p:ph type="title"/>
          </p:nvPr>
        </p:nvSpPr>
        <p:spPr>
          <a:xfrm>
            <a:off x="341313" y="136525"/>
            <a:ext cx="11518900" cy="727075"/>
          </a:xfrm>
        </p:spPr>
        <p:txBody>
          <a:bodyPr/>
          <a:lstStyle/>
          <a:p>
            <a:r>
              <a:rPr kumimoji="1" lang="en-US" altLang="ja-JP" dirty="0" err="1"/>
              <a:t>SuperScalar</a:t>
            </a:r>
            <a:r>
              <a:rPr kumimoji="1" lang="ja-JP" altLang="en-US" dirty="0"/>
              <a:t>に対応した</a:t>
            </a:r>
            <a:r>
              <a:rPr kumimoji="1" lang="en-US" altLang="ja-JP" dirty="0"/>
              <a:t>DDP</a:t>
            </a:r>
            <a:r>
              <a:rPr kumimoji="1" lang="ja-JP" altLang="en-US" dirty="0"/>
              <a:t>の構成</a:t>
            </a:r>
            <a:r>
              <a:rPr kumimoji="1" lang="en-US" altLang="ja-JP" dirty="0"/>
              <a:t>(3/3)</a:t>
            </a:r>
            <a:endParaRPr kumimoji="1" lang="ja-JP" altLang="en-US" dirty="0"/>
          </a:p>
        </p:txBody>
      </p:sp>
    </p:spTree>
    <p:extLst>
      <p:ext uri="{BB962C8B-B14F-4D97-AF65-F5344CB8AC3E}">
        <p14:creationId xmlns:p14="http://schemas.microsoft.com/office/powerpoint/2010/main" val="1431553390"/>
      </p:ext>
    </p:extLst>
  </p:cSld>
  <p:clrMapOvr>
    <a:masterClrMapping/>
  </p:clrMapOvr>
</p:sld>
</file>

<file path=ppt/theme/theme1.xml><?xml version="1.0" encoding="utf-8"?>
<a:theme xmlns:a="http://schemas.openxmlformats.org/drawingml/2006/main" name="PowerPoint_テーマ_松坂">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_テーマ_松坂" id="{F28CB5EB-C629-4C7A-B5E4-157347F86636}" vid="{0ECBDEA3-5733-47FC-AFD9-A86AA118906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PowerPoint_テーマ_松坂</Template>
  <TotalTime>5</TotalTime>
  <Words>2206</Words>
  <Application>Microsoft Office PowerPoint</Application>
  <PresentationFormat>ワイド画面</PresentationFormat>
  <Paragraphs>656</Paragraphs>
  <Slides>23</Slides>
  <Notes>11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23</vt:i4>
      </vt:variant>
    </vt:vector>
  </HeadingPairs>
  <TitlesOfParts>
    <vt:vector size="29" baseType="lpstr">
      <vt:lpstr>ＭＳ Ｐゴシック</vt:lpstr>
      <vt:lpstr>游ゴシック</vt:lpstr>
      <vt:lpstr>游ゴシック Light</vt:lpstr>
      <vt:lpstr>Arial</vt:lpstr>
      <vt:lpstr>Wingdings</vt:lpstr>
      <vt:lpstr>PowerPoint_テーマ_松坂</vt:lpstr>
      <vt:lpstr>定例報告用資料</vt:lpstr>
      <vt:lpstr>7/30</vt:lpstr>
      <vt:lpstr>8/5</vt:lpstr>
      <vt:lpstr>FIR・DDPプログラム</vt:lpstr>
      <vt:lpstr>FIR・DDPプログラム(SuperScalar版)</vt:lpstr>
      <vt:lpstr>9/3</vt:lpstr>
      <vt:lpstr>FIR・DDPプログラム</vt:lpstr>
      <vt:lpstr>FIR・DDPプログラム</vt:lpstr>
      <vt:lpstr>回路規模</vt:lpstr>
      <vt:lpstr>回路規模</vt:lpstr>
      <vt:lpstr>FIR・DDPプログラム</vt:lpstr>
      <vt:lpstr>再結合時のdest問題</vt:lpstr>
      <vt:lpstr>リングバッファ</vt:lpstr>
      <vt:lpstr>リングバッファを用いた解決法</vt:lpstr>
      <vt:lpstr>9/17</vt:lpstr>
      <vt:lpstr>Cortex-M7</vt:lpstr>
      <vt:lpstr>Ryzen</vt:lpstr>
      <vt:lpstr>従来SuperScalarでのSTMとLDM(1/2)</vt:lpstr>
      <vt:lpstr>従来SuperScalarでのSTMとLDM(2/2)</vt:lpstr>
      <vt:lpstr>SuperScalarに対応したDDPの構成(1/3)</vt:lpstr>
      <vt:lpstr>SuperScalarに対応したDDPの構成(2/3)</vt:lpstr>
      <vt:lpstr>SuperScalarに対応したDDPの構成(3/3)</vt:lpstr>
      <vt:lpstr>SuperScalarに対応したDDPの構成(3/3)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mattya</dc:creator>
  <cp:lastModifiedBy>mattya</cp:lastModifiedBy>
  <cp:revision>4</cp:revision>
  <dcterms:created xsi:type="dcterms:W3CDTF">2026-09-19T14:22:16Z</dcterms:created>
  <dcterms:modified xsi:type="dcterms:W3CDTF">2026-09-19T14:28:00Z</dcterms:modified>
</cp:coreProperties>
</file>