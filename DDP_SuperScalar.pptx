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sldIdLst>
    <p:sldId id="256" r:id="rId2"/>
    <p:sldId id="314" r:id="rId3"/>
    <p:sldId id="315" r:id="rId4"/>
    <p:sldId id="316" r:id="rId5"/>
    <p:sldId id="317" r:id="rId6"/>
    <p:sldId id="318" r:id="rId7"/>
    <p:sldId id="319" r:id="rId8"/>
    <p:sldId id="264" r:id="rId9"/>
    <p:sldId id="320" r:id="rId10"/>
    <p:sldId id="321" r:id="rId11"/>
    <p:sldId id="322" r:id="rId12"/>
    <p:sldId id="323" r:id="rId13"/>
    <p:sldId id="324" r:id="rId14"/>
    <p:sldId id="325" r:id="rId15"/>
    <p:sldId id="326" r:id="rId16"/>
    <p:sldId id="327" r:id="rId17"/>
    <p:sldId id="328" r:id="rId18"/>
    <p:sldId id="329" r:id="rId19"/>
    <p:sldId id="330" r:id="rId20"/>
    <p:sldId id="331" r:id="rId21"/>
    <p:sldId id="298" r:id="rId22"/>
    <p:sldId id="299" r:id="rId23"/>
    <p:sldId id="300" r:id="rId24"/>
    <p:sldId id="301" r:id="rId25"/>
    <p:sldId id="302" r:id="rId26"/>
    <p:sldId id="303" r:id="rId27"/>
    <p:sldId id="332" r:id="rId28"/>
    <p:sldId id="334" r:id="rId29"/>
    <p:sldId id="339" r:id="rId30"/>
    <p:sldId id="340" r:id="rId31"/>
    <p:sldId id="346" r:id="rId32"/>
    <p:sldId id="342" r:id="rId33"/>
    <p:sldId id="345" r:id="rId34"/>
    <p:sldId id="347" r:id="rId35"/>
    <p:sldId id="335" r:id="rId36"/>
    <p:sldId id="343" r:id="rId37"/>
    <p:sldId id="337" r:id="rId38"/>
    <p:sldId id="338" r:id="rId39"/>
    <p:sldId id="341" r:id="rId40"/>
    <p:sldId id="336" r:id="rId41"/>
    <p:sldId id="274" r:id="rId42"/>
    <p:sldId id="305" r:id="rId43"/>
    <p:sldId id="333" r:id="rId44"/>
    <p:sldId id="307" r:id="rId45"/>
    <p:sldId id="310" r:id="rId46"/>
    <p:sldId id="311" r:id="rId47"/>
    <p:sldId id="312" r:id="rId48"/>
    <p:sldId id="267" r:id="rId49"/>
    <p:sldId id="286" r:id="rId50"/>
    <p:sldId id="288" r:id="rId51"/>
    <p:sldId id="284" r:id="rId52"/>
    <p:sldId id="289" r:id="rId53"/>
    <p:sldId id="287" r:id="rId54"/>
    <p:sldId id="290" r:id="rId55"/>
    <p:sldId id="293" r:id="rId56"/>
    <p:sldId id="292" r:id="rId57"/>
    <p:sldId id="295" r:id="rId58"/>
    <p:sldId id="296" r:id="rId59"/>
    <p:sldId id="291" r:id="rId60"/>
    <p:sldId id="280" r:id="rId61"/>
    <p:sldId id="272" r:id="rId62"/>
    <p:sldId id="257" r:id="rId63"/>
    <p:sldId id="258" r:id="rId64"/>
    <p:sldId id="266" r:id="rId65"/>
    <p:sldId id="278" r:id="rId66"/>
    <p:sldId id="279" r:id="rId67"/>
    <p:sldId id="282" r:id="rId68"/>
    <p:sldId id="281" r:id="rId6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86182" autoAdjust="0"/>
  </p:normalViewPr>
  <p:slideViewPr>
    <p:cSldViewPr snapToGrid="0">
      <p:cViewPr varScale="1">
        <p:scale>
          <a:sx n="95" d="100"/>
          <a:sy n="95" d="100"/>
        </p:scale>
        <p:origin x="1194" y="90"/>
      </p:cViewPr>
      <p:guideLst/>
    </p:cSldViewPr>
  </p:slideViewPr>
  <p:outlineViewPr>
    <p:cViewPr>
      <p:scale>
        <a:sx n="33" d="100"/>
        <a:sy n="33" d="100"/>
      </p:scale>
      <p:origin x="0" y="-2361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F43854-A858-46D8-B246-67DA596CBDF0}" type="datetimeFigureOut">
              <a:rPr kumimoji="1" lang="ja-JP" altLang="en-US" smtClean="0"/>
              <a:t>2026/9/15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39FBA5-B1D2-418F-BF2E-5F1F70AD4C3A}" type="slidenum">
              <a:rPr kumimoji="1" lang="ja-JP" altLang="en-US" smtClean="0"/>
              <a:t>‹#›</a:t>
            </a:fld>
            <a:endParaRPr kumimoji="1" lang="ja-JP" altLang="en-US"/>
          </a:p>
        </p:txBody>
      </p:sp>
    </p:spTree>
    <p:extLst>
      <p:ext uri="{BB962C8B-B14F-4D97-AF65-F5344CB8AC3E}">
        <p14:creationId xmlns:p14="http://schemas.microsoft.com/office/powerpoint/2010/main" val="299164122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アウトオブオーダー処理を行うプロセッサ構成は２種類ある。</a:t>
            </a:r>
            <a:br>
              <a:rPr kumimoji="1" lang="en-US" altLang="ja-JP" dirty="0"/>
            </a:br>
            <a:r>
              <a:rPr kumimoji="1" lang="ja-JP" altLang="en-US" dirty="0"/>
              <a:t>１つはレジスタリネーミングにはマッピング‘テーブル、アウトオブオーダー機構には集中型のを採用している</a:t>
            </a:r>
            <a:br>
              <a:rPr kumimoji="1" lang="en-US" altLang="ja-JP" dirty="0"/>
            </a:br>
            <a:r>
              <a:rPr kumimoji="1" lang="ja-JP" altLang="en-US" dirty="0"/>
              <a:t>２つ目はレジスタリネーミングにはリオーダーバッファ、アウトオブオーダー機構には分散型を採用している。</a:t>
            </a:r>
            <a:br>
              <a:rPr kumimoji="1" lang="en-US" altLang="ja-JP" dirty="0"/>
            </a:br>
            <a:br>
              <a:rPr kumimoji="1" lang="en-US" altLang="ja-JP" dirty="0"/>
            </a:br>
            <a:r>
              <a:rPr kumimoji="1" lang="ja-JP" altLang="en-US" dirty="0"/>
              <a:t>おそらく、本にはリオーダバッファと分散型しかなかったため、２つ目方が主流な考え方なのかもしれない</a:t>
            </a:r>
            <a:br>
              <a:rPr kumimoji="1" lang="en-US" altLang="ja-JP" dirty="0"/>
            </a:br>
            <a:r>
              <a:rPr kumimoji="1" lang="en-US" altLang="ja-JP" dirty="0"/>
              <a:t>DDP</a:t>
            </a:r>
            <a:r>
              <a:rPr kumimoji="1" lang="ja-JP" altLang="en-US" dirty="0"/>
              <a:t>データ駆動型なので、リオーダバッファの考え方はいらない？</a:t>
            </a:r>
            <a:br>
              <a:rPr kumimoji="1" lang="en-US" altLang="ja-JP" dirty="0"/>
            </a:br>
            <a:r>
              <a:rPr kumimoji="1" lang="ja-JP" altLang="en-US" dirty="0"/>
              <a:t>後続パケットが結果を必要とした場合はフォワーディング処理は必要か？ → </a:t>
            </a:r>
            <a:r>
              <a:rPr kumimoji="1" lang="en-US" altLang="ja-JP" dirty="0"/>
              <a:t>MMCAM</a:t>
            </a:r>
            <a:r>
              <a:rPr kumimoji="1" lang="ja-JP" altLang="en-US" dirty="0"/>
              <a:t>で待ち合わせが行われている場合は必要ないかも？</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18</a:t>
            </a:fld>
            <a:endParaRPr kumimoji="1" lang="ja-JP" altLang="en-US"/>
          </a:p>
        </p:txBody>
      </p:sp>
    </p:spTree>
    <p:extLst>
      <p:ext uri="{BB962C8B-B14F-4D97-AF65-F5344CB8AC3E}">
        <p14:creationId xmlns:p14="http://schemas.microsoft.com/office/powerpoint/2010/main" val="2406331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・後続の</a:t>
            </a:r>
            <a:r>
              <a:rPr kumimoji="1" lang="en-US" altLang="ja-JP" dirty="0"/>
              <a:t>Stage</a:t>
            </a:r>
            <a:r>
              <a:rPr kumimoji="1" lang="ja-JP" altLang="en-US" dirty="0"/>
              <a:t>である</a:t>
            </a:r>
            <a:r>
              <a:rPr kumimoji="1" lang="en-US" altLang="ja-JP" dirty="0"/>
              <a:t>MMRAM</a:t>
            </a:r>
            <a:r>
              <a:rPr kumimoji="1" lang="ja-JP" altLang="en-US" dirty="0"/>
              <a:t>に</a:t>
            </a:r>
            <a:r>
              <a:rPr kumimoji="1" lang="en-US" altLang="ja-JP" dirty="0"/>
              <a:t>MUX</a:t>
            </a:r>
            <a:r>
              <a:rPr kumimoji="1" lang="ja-JP" altLang="en-US" dirty="0"/>
              <a:t>があるため、</a:t>
            </a:r>
            <a:r>
              <a:rPr kumimoji="1" lang="en-US" altLang="ja-JP" dirty="0"/>
              <a:t>MF</a:t>
            </a:r>
            <a:r>
              <a:rPr kumimoji="1" lang="ja-JP" altLang="en-US" dirty="0"/>
              <a:t>は</a:t>
            </a:r>
            <a:r>
              <a:rPr kumimoji="1" lang="en-US" altLang="ja-JP" dirty="0"/>
              <a:t>1</a:t>
            </a:r>
            <a:r>
              <a:rPr kumimoji="1" lang="ja-JP" altLang="en-US" dirty="0"/>
              <a:t>つにする必要がある </a:t>
            </a:r>
            <a:r>
              <a:rPr kumimoji="1" lang="en-US" altLang="ja-JP" dirty="0"/>
              <a:t>or MMRAM</a:t>
            </a:r>
            <a:r>
              <a:rPr kumimoji="1" lang="ja-JP" altLang="en-US" dirty="0"/>
              <a:t>内で</a:t>
            </a:r>
            <a:r>
              <a:rPr kumimoji="1" lang="en-US" altLang="ja-JP" dirty="0"/>
              <a:t>MF</a:t>
            </a:r>
            <a:r>
              <a:rPr kumimoji="1" lang="ja-JP" altLang="en-US" dirty="0"/>
              <a:t>を</a:t>
            </a:r>
            <a:r>
              <a:rPr kumimoji="1" lang="en-US" altLang="ja-JP" dirty="0"/>
              <a:t>1</a:t>
            </a:r>
            <a:r>
              <a:rPr kumimoji="1" lang="ja-JP" altLang="en-US" dirty="0"/>
              <a:t>つにする</a:t>
            </a:r>
            <a:r>
              <a:rPr kumimoji="1" lang="en-US" altLang="ja-JP" dirty="0"/>
              <a:t>?</a:t>
            </a:r>
          </a:p>
          <a:p>
            <a:r>
              <a:rPr kumimoji="1" lang="ja-JP" altLang="en-US" dirty="0"/>
              <a:t>・</a:t>
            </a:r>
            <a:r>
              <a:rPr kumimoji="1" lang="en-US" altLang="ja-JP" dirty="0"/>
              <a:t>MUL</a:t>
            </a:r>
            <a:r>
              <a:rPr kumimoji="1" lang="ja-JP" altLang="en-US" dirty="0"/>
              <a:t>でパケットを統合する場合、統合を許可する</a:t>
            </a:r>
            <a:r>
              <a:rPr kumimoji="1" lang="en-US" altLang="ja-JP" dirty="0"/>
              <a:t> or </a:t>
            </a:r>
            <a:r>
              <a:rPr kumimoji="1" lang="ja-JP" altLang="en-US" dirty="0"/>
              <a:t>しないのフラグが必要</a:t>
            </a:r>
            <a:r>
              <a:rPr kumimoji="1" lang="en-US" altLang="ja-JP" dirty="0"/>
              <a:t>?</a:t>
            </a:r>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22</a:t>
            </a:fld>
            <a:endParaRPr kumimoji="1" lang="ja-JP" altLang="en-US"/>
          </a:p>
        </p:txBody>
      </p:sp>
    </p:spTree>
    <p:extLst>
      <p:ext uri="{BB962C8B-B14F-4D97-AF65-F5344CB8AC3E}">
        <p14:creationId xmlns:p14="http://schemas.microsoft.com/office/powerpoint/2010/main" val="4944168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2</a:t>
            </a:r>
            <a:r>
              <a:rPr kumimoji="1" lang="ja-JP" altLang="en-US" dirty="0"/>
              <a:t>つのデータを</a:t>
            </a:r>
            <a:r>
              <a:rPr kumimoji="1" lang="en-US" altLang="ja-JP" dirty="0"/>
              <a:t>1</a:t>
            </a:r>
            <a:r>
              <a:rPr kumimoji="1" lang="ja-JP" altLang="en-US" dirty="0"/>
              <a:t>つの</a:t>
            </a:r>
            <a:r>
              <a:rPr kumimoji="1" lang="en-US" altLang="ja-JP" dirty="0" err="1"/>
              <a:t>dest</a:t>
            </a:r>
            <a:r>
              <a:rPr kumimoji="1" lang="ja-JP" altLang="en-US" dirty="0"/>
              <a:t>として見る</a:t>
            </a:r>
            <a:br>
              <a:rPr kumimoji="1" lang="en-US" altLang="ja-JP" dirty="0"/>
            </a:br>
            <a:r>
              <a:rPr kumimoji="1" lang="ja-JP" altLang="en-US" dirty="0"/>
              <a:t>しかし、１つめのパケットは</a:t>
            </a:r>
            <a:r>
              <a:rPr kumimoji="1" lang="en-US" altLang="ja-JP" dirty="0" err="1"/>
              <a:t>addgen</a:t>
            </a:r>
            <a:endParaRPr kumimoji="1" lang="ja-JP" altLang="en-US" dirty="0"/>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28</a:t>
            </a:fld>
            <a:endParaRPr kumimoji="1" lang="ja-JP" altLang="en-US"/>
          </a:p>
        </p:txBody>
      </p:sp>
    </p:spTree>
    <p:extLst>
      <p:ext uri="{BB962C8B-B14F-4D97-AF65-F5344CB8AC3E}">
        <p14:creationId xmlns:p14="http://schemas.microsoft.com/office/powerpoint/2010/main" val="6081253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1</a:t>
            </a:r>
            <a:r>
              <a:rPr kumimoji="1" lang="ja-JP" altLang="en-US" dirty="0"/>
              <a:t>の場合、仕組みはこれまでと同じであるため、基本的な設計は生かせるが、</a:t>
            </a:r>
            <a:r>
              <a:rPr kumimoji="1" lang="en-US" altLang="ja-JP" dirty="0"/>
              <a:t>MMRAM</a:t>
            </a:r>
            <a:r>
              <a:rPr kumimoji="1" lang="ja-JP" altLang="en-US" dirty="0"/>
              <a:t>、</a:t>
            </a:r>
            <a:r>
              <a:rPr kumimoji="1" lang="en-US" altLang="ja-JP" dirty="0"/>
              <a:t>MMCAM</a:t>
            </a:r>
            <a:r>
              <a:rPr kumimoji="1" lang="ja-JP" altLang="en-US" dirty="0"/>
              <a:t>どちらにも相応の変更点が存在する</a:t>
            </a:r>
            <a:endParaRPr kumimoji="1" lang="en-US" altLang="ja-JP" dirty="0"/>
          </a:p>
          <a:p>
            <a:r>
              <a:rPr kumimoji="1" lang="en-US" altLang="ja-JP" dirty="0"/>
              <a:t>2</a:t>
            </a:r>
            <a:r>
              <a:rPr kumimoji="1" lang="ja-JP" altLang="en-US" dirty="0"/>
              <a:t>の場合、仕組みは</a:t>
            </a:r>
            <a:r>
              <a:rPr kumimoji="1" lang="en-US" altLang="ja-JP" dirty="0"/>
              <a:t>1</a:t>
            </a:r>
            <a:r>
              <a:rPr kumimoji="1" lang="ja-JP" altLang="en-US" dirty="0"/>
              <a:t>よりも単純化することが出来るが、</a:t>
            </a:r>
            <a:r>
              <a:rPr kumimoji="1" lang="en-US" altLang="ja-JP" dirty="0"/>
              <a:t>MMCAM</a:t>
            </a:r>
            <a:r>
              <a:rPr kumimoji="1" lang="ja-JP" altLang="en-US" dirty="0"/>
              <a:t>でのマッチング問題が発生する可能性</a:t>
            </a:r>
            <a:endParaRPr kumimoji="1" lang="en-US" altLang="ja-JP" dirty="0"/>
          </a:p>
          <a:p>
            <a:r>
              <a:rPr kumimoji="1" lang="ja-JP" altLang="en-US" dirty="0"/>
              <a:t>フラグを立てた場合の長所と短所の比較</a:t>
            </a:r>
            <a:endParaRPr kumimoji="1" lang="en-US" altLang="ja-JP" dirty="0"/>
          </a:p>
          <a:p>
            <a:r>
              <a:rPr kumimoji="1" lang="ja-JP" altLang="en-US" dirty="0"/>
              <a:t>１．プログラムの実行時間</a:t>
            </a:r>
            <a:endParaRPr kumimoji="1" lang="en-US" altLang="ja-JP" dirty="0"/>
          </a:p>
          <a:p>
            <a:r>
              <a:rPr kumimoji="1" lang="ja-JP" altLang="en-US" dirty="0"/>
              <a:t>２．コード量</a:t>
            </a:r>
            <a:endParaRPr kumimoji="1" lang="en-US" altLang="ja-JP" dirty="0"/>
          </a:p>
          <a:p>
            <a:r>
              <a:rPr kumimoji="1" lang="ja-JP" altLang="en-US" dirty="0"/>
              <a:t>３．回路規模の増加量</a:t>
            </a:r>
            <a:endParaRPr kumimoji="1" lang="en-US" altLang="ja-JP" dirty="0"/>
          </a:p>
          <a:p>
            <a:endParaRPr kumimoji="1" lang="en-US" altLang="ja-JP" dirty="0"/>
          </a:p>
          <a:p>
            <a:r>
              <a:rPr kumimoji="1" lang="ja-JP" altLang="en-US" dirty="0"/>
              <a:t>余談</a:t>
            </a:r>
            <a:r>
              <a:rPr kumimoji="1" lang="en-US" altLang="ja-JP" dirty="0"/>
              <a:t>:</a:t>
            </a:r>
            <a:r>
              <a:rPr kumimoji="1" lang="ja-JP" altLang="en-US" dirty="0"/>
              <a:t>汎用化させる場合はどちらも使用しなければ実現は難しい</a:t>
            </a:r>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30</a:t>
            </a:fld>
            <a:endParaRPr kumimoji="1" lang="ja-JP" altLang="en-US"/>
          </a:p>
        </p:txBody>
      </p:sp>
    </p:spTree>
    <p:extLst>
      <p:ext uri="{BB962C8B-B14F-4D97-AF65-F5344CB8AC3E}">
        <p14:creationId xmlns:p14="http://schemas.microsoft.com/office/powerpoint/2010/main" val="3253002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dirty="0"/>
              <a:t>提案回路についてはテスト用として作成しており、動作確認等はされていないため、正しく動作するのかは不明</a:t>
            </a:r>
            <a:endParaRPr kumimoji="1" lang="en-US" altLang="ja-JP" dirty="0"/>
          </a:p>
          <a:p>
            <a:r>
              <a:rPr kumimoji="1" lang="ja-JP" altLang="en-US" dirty="0"/>
              <a:t>参考にしている松坂</a:t>
            </a:r>
            <a:r>
              <a:rPr kumimoji="1" lang="en-US" altLang="ja-JP" dirty="0"/>
              <a:t>DDP</a:t>
            </a:r>
            <a:r>
              <a:rPr kumimoji="1" lang="ja-JP" altLang="en-US" dirty="0"/>
              <a:t>よりも小さくなっているのはインプリメンテーションを</a:t>
            </a:r>
            <a:r>
              <a:rPr kumimoji="1" lang="en-US" altLang="ja-JP" dirty="0" err="1"/>
              <a:t>vivado</a:t>
            </a:r>
            <a:r>
              <a:rPr kumimoji="1" lang="ja-JP" altLang="en-US" dirty="0"/>
              <a:t>に任せているため</a:t>
            </a:r>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33</a:t>
            </a:fld>
            <a:endParaRPr kumimoji="1" lang="ja-JP" altLang="en-US"/>
          </a:p>
        </p:txBody>
      </p:sp>
    </p:spTree>
    <p:extLst>
      <p:ext uri="{BB962C8B-B14F-4D97-AF65-F5344CB8AC3E}">
        <p14:creationId xmlns:p14="http://schemas.microsoft.com/office/powerpoint/2010/main" val="3206580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BR</a:t>
            </a:r>
            <a:r>
              <a:rPr kumimoji="1" lang="ja-JP" altLang="en-US" dirty="0"/>
              <a:t>だけ</a:t>
            </a:r>
            <a:r>
              <a:rPr kumimoji="1" lang="en-US" altLang="ja-JP" dirty="0"/>
              <a:t>2bit</a:t>
            </a:r>
            <a:r>
              <a:rPr kumimoji="1" lang="ja-JP" altLang="en-US" dirty="0"/>
              <a:t>に拡張したのは、「片方だけ巡回して、もう片方は巡回を抜ける」を実現するため</a:t>
            </a:r>
            <a:r>
              <a:rPr kumimoji="1" lang="en-US" altLang="ja-JP" dirty="0"/>
              <a:t>(</a:t>
            </a:r>
            <a:r>
              <a:rPr kumimoji="1" lang="ja-JP" altLang="en-US" dirty="0"/>
              <a:t>しかし、</a:t>
            </a:r>
            <a:r>
              <a:rPr kumimoji="1" lang="en-US" altLang="ja-JP" dirty="0"/>
              <a:t>FIR</a:t>
            </a:r>
            <a:r>
              <a:rPr kumimoji="1" lang="ja-JP" altLang="en-US" dirty="0"/>
              <a:t>プログラムでは抜ける場所は</a:t>
            </a:r>
            <a:r>
              <a:rPr kumimoji="1" lang="en-US" altLang="ja-JP" dirty="0"/>
              <a:t>1</a:t>
            </a:r>
            <a:r>
              <a:rPr kumimoji="1" lang="ja-JP" altLang="en-US" dirty="0"/>
              <a:t>カ所しかないため</a:t>
            </a:r>
            <a:r>
              <a:rPr kumimoji="1" lang="en-US" altLang="ja-JP" dirty="0"/>
              <a:t>1bit</a:t>
            </a:r>
            <a:r>
              <a:rPr kumimoji="1" lang="ja-JP" altLang="en-US" dirty="0"/>
              <a:t>で構成しても大丈夫そう？</a:t>
            </a:r>
            <a:r>
              <a:rPr kumimoji="1" lang="en-US" altLang="ja-JP" dirty="0"/>
              <a:t>)</a:t>
            </a:r>
            <a:br>
              <a:rPr kumimoji="1" lang="en-US" altLang="ja-JP" dirty="0"/>
            </a:br>
            <a:r>
              <a:rPr kumimoji="1" lang="ja-JP" altLang="en-US" dirty="0"/>
              <a:t>対応表については</a:t>
            </a:r>
            <a:r>
              <a:rPr kumimoji="1" lang="en-US" altLang="ja-JP" dirty="0"/>
              <a:t>ROM</a:t>
            </a:r>
            <a:r>
              <a:rPr kumimoji="1" lang="ja-JP" altLang="en-US" dirty="0"/>
              <a:t>で作成予定</a:t>
            </a:r>
            <a:endParaRPr kumimoji="1" lang="en-US" altLang="ja-JP" dirty="0"/>
          </a:p>
          <a:p>
            <a:endParaRPr kumimoji="1" lang="en-US" altLang="ja-JP" dirty="0"/>
          </a:p>
          <a:p>
            <a:r>
              <a:rPr kumimoji="1" lang="en-US" altLang="ja-JP" dirty="0"/>
              <a:t>FIR</a:t>
            </a:r>
            <a:r>
              <a:rPr kumimoji="1" lang="ja-JP" altLang="en-US" dirty="0"/>
              <a:t>専用ではないプログラム作成</a:t>
            </a:r>
            <a:br>
              <a:rPr kumimoji="1" lang="en-US" altLang="ja-JP" dirty="0"/>
            </a:br>
            <a:br>
              <a:rPr kumimoji="1" lang="en-US" altLang="ja-JP" dirty="0"/>
            </a:br>
            <a:r>
              <a:rPr kumimoji="1" lang="ja-JP" altLang="en-US" dirty="0"/>
              <a:t>バッファを用いることで少しでも遅延時間の短縮を図る</a:t>
            </a:r>
            <a:endParaRPr kumimoji="1" lang="en-US" altLang="ja-JP" dirty="0"/>
          </a:p>
          <a:p>
            <a:r>
              <a:rPr kumimoji="1" lang="ja-JP" altLang="en-US" dirty="0"/>
              <a:t>リングバッファとリオーダバッファを用いた方法は実装方法が思いついていないので提案だけ</a:t>
            </a:r>
            <a:endParaRPr kumimoji="1" lang="en-US" altLang="ja-JP" dirty="0"/>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35</a:t>
            </a:fld>
            <a:endParaRPr kumimoji="1" lang="ja-JP" altLang="en-US"/>
          </a:p>
        </p:txBody>
      </p:sp>
    </p:spTree>
    <p:extLst>
      <p:ext uri="{BB962C8B-B14F-4D97-AF65-F5344CB8AC3E}">
        <p14:creationId xmlns:p14="http://schemas.microsoft.com/office/powerpoint/2010/main" val="2686693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この場合、</a:t>
            </a:r>
            <a:r>
              <a:rPr kumimoji="1" lang="en-US" altLang="ja-JP" dirty="0"/>
              <a:t>MMCAM</a:t>
            </a:r>
            <a:r>
              <a:rPr kumimoji="1" lang="ja-JP" altLang="en-US" dirty="0"/>
              <a:t>からは</a:t>
            </a:r>
            <a:r>
              <a:rPr kumimoji="1" lang="en-US" altLang="ja-JP" dirty="0"/>
              <a:t>2</a:t>
            </a:r>
            <a:r>
              <a:rPr kumimoji="1" lang="ja-JP" altLang="en-US" dirty="0"/>
              <a:t>つのアドレスが出力されるため、</a:t>
            </a:r>
            <a:r>
              <a:rPr kumimoji="1" lang="en-US" altLang="ja-JP" dirty="0"/>
              <a:t>MMRAM</a:t>
            </a:r>
            <a:r>
              <a:rPr kumimoji="1" lang="ja-JP" altLang="en-US" dirty="0"/>
              <a:t>は</a:t>
            </a:r>
            <a:r>
              <a:rPr lang="en-US" altLang="ja-JP" dirty="0"/>
              <a:t>True Dual-Port RAM</a:t>
            </a:r>
            <a:r>
              <a:rPr lang="ja-JP" altLang="en-US" dirty="0"/>
              <a:t>を使用することが推奨される</a:t>
            </a:r>
            <a:endParaRPr kumimoji="1" lang="ja-JP" altLang="en-US" dirty="0"/>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38</a:t>
            </a:fld>
            <a:endParaRPr kumimoji="1" lang="ja-JP" altLang="en-US"/>
          </a:p>
        </p:txBody>
      </p:sp>
    </p:spTree>
    <p:extLst>
      <p:ext uri="{BB962C8B-B14F-4D97-AF65-F5344CB8AC3E}">
        <p14:creationId xmlns:p14="http://schemas.microsoft.com/office/powerpoint/2010/main" val="26881648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40</a:t>
            </a:fld>
            <a:endParaRPr kumimoji="1" lang="ja-JP" altLang="en-US"/>
          </a:p>
        </p:txBody>
      </p:sp>
    </p:spTree>
    <p:extLst>
      <p:ext uri="{BB962C8B-B14F-4D97-AF65-F5344CB8AC3E}">
        <p14:creationId xmlns:p14="http://schemas.microsoft.com/office/powerpoint/2010/main" val="3839818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理想的な形</a:t>
            </a:r>
            <a:br>
              <a:rPr kumimoji="1" lang="en-US" altLang="ja-JP" dirty="0"/>
            </a:br>
            <a:r>
              <a:rPr kumimoji="1" lang="ja-JP" altLang="en-US" dirty="0"/>
              <a:t>入力パケットの</a:t>
            </a:r>
            <a:r>
              <a:rPr kumimoji="1" lang="en-US" altLang="ja-JP" dirty="0"/>
              <a:t>bit</a:t>
            </a:r>
            <a:r>
              <a:rPr kumimoji="1" lang="ja-JP" altLang="en-US" dirty="0"/>
              <a:t>数は松坂さんと同じになるため</a:t>
            </a:r>
            <a:br>
              <a:rPr kumimoji="1" lang="en-US" altLang="ja-JP" dirty="0"/>
            </a:br>
            <a:br>
              <a:rPr kumimoji="1" lang="en-US" altLang="ja-JP" dirty="0"/>
            </a:br>
            <a:r>
              <a:rPr kumimoji="1" lang="ja-JP" altLang="en-US" dirty="0"/>
              <a:t>問題点</a:t>
            </a:r>
            <a:endParaRPr kumimoji="1" lang="en-US" altLang="ja-JP" dirty="0"/>
          </a:p>
          <a:p>
            <a:r>
              <a:rPr kumimoji="1" lang="ja-JP" altLang="en-US" dirty="0"/>
              <a:t>・上位</a:t>
            </a:r>
            <a:r>
              <a:rPr kumimoji="1" lang="en-US" altLang="ja-JP" dirty="0"/>
              <a:t>16bit</a:t>
            </a:r>
            <a:r>
              <a:rPr kumimoji="1" lang="ja-JP" altLang="en-US" dirty="0"/>
              <a:t>は</a:t>
            </a:r>
            <a:r>
              <a:rPr kumimoji="1" lang="en-US" altLang="ja-JP" dirty="0"/>
              <a:t>COPY</a:t>
            </a:r>
            <a:r>
              <a:rPr kumimoji="1" lang="ja-JP" altLang="en-US" dirty="0"/>
              <a:t>されてほしくない場合があるため何かしらのフラグを立てる必要がある</a:t>
            </a:r>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41</a:t>
            </a:fld>
            <a:endParaRPr kumimoji="1" lang="ja-JP" altLang="en-US"/>
          </a:p>
        </p:txBody>
      </p:sp>
    </p:spTree>
    <p:extLst>
      <p:ext uri="{BB962C8B-B14F-4D97-AF65-F5344CB8AC3E}">
        <p14:creationId xmlns:p14="http://schemas.microsoft.com/office/powerpoint/2010/main" val="26087718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自分の方でも正しく出力されるようになったが、</a:t>
            </a:r>
            <a:r>
              <a:rPr kumimoji="1" lang="en-US" altLang="ja-JP" dirty="0"/>
              <a:t>Packet</a:t>
            </a:r>
            <a:r>
              <a:rPr kumimoji="1" lang="ja-JP" altLang="en-US" dirty="0"/>
              <a:t>が８回出力されるとそれ以上の変化が起きなくなってしまった</a:t>
            </a:r>
            <a:endParaRPr kumimoji="1" lang="en-US" altLang="ja-JP" dirty="0"/>
          </a:p>
          <a:p>
            <a:endParaRPr kumimoji="1" lang="en-US" altLang="ja-JP" dirty="0"/>
          </a:p>
          <a:p>
            <a:r>
              <a:rPr kumimoji="1" lang="ja-JP" altLang="en-US" dirty="0"/>
              <a:t>考えられること</a:t>
            </a:r>
            <a:endParaRPr kumimoji="1" lang="en-US" altLang="ja-JP" dirty="0"/>
          </a:p>
          <a:p>
            <a:r>
              <a:rPr kumimoji="1" lang="ja-JP" altLang="en-US" dirty="0"/>
              <a:t>・入力周期（こちらは</a:t>
            </a:r>
            <a:r>
              <a:rPr kumimoji="1" lang="en-US" altLang="ja-JP" dirty="0"/>
              <a:t>15μs</a:t>
            </a:r>
            <a:r>
              <a:rPr kumimoji="1" lang="ja-JP" altLang="en-US" dirty="0"/>
              <a:t>の周期で入力されているので問題はないはず）</a:t>
            </a:r>
            <a:endParaRPr kumimoji="1" lang="en-US" altLang="ja-JP" dirty="0"/>
          </a:p>
          <a:p>
            <a:r>
              <a:rPr kumimoji="1" lang="ja-JP" altLang="en-US" dirty="0"/>
              <a:t>・</a:t>
            </a:r>
            <a:r>
              <a:rPr kumimoji="1" lang="en-US" altLang="ja-JP" dirty="0" err="1"/>
              <a:t>T_max</a:t>
            </a:r>
            <a:r>
              <a:rPr kumimoji="1" lang="ja-JP" altLang="en-US" dirty="0"/>
              <a:t>の動作周期</a:t>
            </a:r>
            <a:r>
              <a:rPr kumimoji="1" lang="en-US" altLang="ja-JP" strike="sngStrike" dirty="0"/>
              <a:t>(</a:t>
            </a:r>
            <a:r>
              <a:rPr kumimoji="1" lang="ja-JP" altLang="en-US" strike="sngStrike" dirty="0"/>
              <a:t>松坂さんが</a:t>
            </a:r>
            <a:r>
              <a:rPr kumimoji="1" lang="en-US" altLang="ja-JP" strike="sngStrike" dirty="0"/>
              <a:t>50ns</a:t>
            </a:r>
            <a:r>
              <a:rPr kumimoji="1" lang="ja-JP" altLang="en-US" strike="sngStrike" dirty="0"/>
              <a:t>、自分が</a:t>
            </a:r>
            <a:r>
              <a:rPr kumimoji="1" lang="en-US" altLang="ja-JP" strike="sngStrike" dirty="0"/>
              <a:t>34ns</a:t>
            </a:r>
            <a:r>
              <a:rPr kumimoji="1" lang="ja-JP" altLang="en-US" strike="sngStrike" dirty="0"/>
              <a:t>で動作</a:t>
            </a:r>
            <a:r>
              <a:rPr kumimoji="1" lang="en-US" altLang="ja-JP" strike="sngStrike" dirty="0"/>
              <a:t>)</a:t>
            </a:r>
            <a:r>
              <a:rPr kumimoji="1" lang="ja-JP" altLang="en-US" strike="sngStrike" dirty="0"/>
              <a:t>　</a:t>
            </a:r>
            <a:r>
              <a:rPr kumimoji="1" lang="ja-JP" altLang="en-US" strike="noStrike" dirty="0"/>
              <a:t>（ほぼ同じになるように調整済み）</a:t>
            </a:r>
            <a:endParaRPr kumimoji="1" lang="en-US" altLang="ja-JP" strike="noStrike" dirty="0"/>
          </a:p>
          <a:p>
            <a:endParaRPr kumimoji="1" lang="en-US" altLang="ja-JP" dirty="0"/>
          </a:p>
          <a:p>
            <a:r>
              <a:rPr kumimoji="1" lang="ja-JP" altLang="en-US" dirty="0"/>
              <a:t>松坂さんの論文中には以下の記述</a:t>
            </a:r>
            <a:endParaRPr kumimoji="1" lang="en-US" altLang="ja-JP" dirty="0"/>
          </a:p>
          <a:p>
            <a:r>
              <a:rPr kumimoji="1" lang="ja-JP" altLang="en-US" dirty="0"/>
              <a:t>「</a:t>
            </a:r>
            <a:r>
              <a:rPr kumimoji="1" lang="en-US" altLang="ja-JP" dirty="0"/>
              <a:t>C</a:t>
            </a:r>
            <a:r>
              <a:rPr kumimoji="1" lang="ja-JP" altLang="en-US" dirty="0"/>
              <a:t>素子は前段ステージから</a:t>
            </a:r>
            <a:r>
              <a:rPr kumimoji="1" lang="en-US" altLang="ja-JP" dirty="0"/>
              <a:t>Send</a:t>
            </a:r>
            <a:r>
              <a:rPr kumimoji="1" lang="ja-JP" altLang="en-US" dirty="0"/>
              <a:t>が来ても、受け入れ可能でなければ</a:t>
            </a:r>
            <a:r>
              <a:rPr kumimoji="1" lang="en-US" altLang="ja-JP" dirty="0"/>
              <a:t>Ack</a:t>
            </a:r>
            <a:r>
              <a:rPr kumimoji="1" lang="ja-JP" altLang="en-US" dirty="0"/>
              <a:t>を返さないため、</a:t>
            </a:r>
            <a:r>
              <a:rPr kumimoji="1" lang="ja-JP" altLang="en-US" u="sng" dirty="0"/>
              <a:t>最も処理が遅いステージ</a:t>
            </a:r>
            <a:r>
              <a:rPr kumimoji="1" lang="ja-JP" altLang="en-US" dirty="0"/>
              <a:t>に動作時間が律速される特徴がある。本研究では</a:t>
            </a:r>
            <a:r>
              <a:rPr kumimoji="1" lang="en-US" altLang="ja-JP" dirty="0" err="1"/>
              <a:t>Tf+Tr</a:t>
            </a:r>
            <a:r>
              <a:rPr kumimoji="1" lang="en-US" altLang="ja-JP" dirty="0"/>
              <a:t> </a:t>
            </a:r>
            <a:r>
              <a:rPr kumimoji="1" lang="ja-JP" altLang="en-US" dirty="0"/>
              <a:t>を</a:t>
            </a:r>
            <a:r>
              <a:rPr kumimoji="1" lang="en-US" altLang="ja-JP" dirty="0"/>
              <a:t>50ns</a:t>
            </a:r>
            <a:r>
              <a:rPr kumimoji="1" lang="ja-JP" altLang="en-US" dirty="0"/>
              <a:t>とした」</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45</a:t>
            </a:fld>
            <a:endParaRPr kumimoji="1" lang="ja-JP" altLang="en-US"/>
          </a:p>
        </p:txBody>
      </p:sp>
    </p:spTree>
    <p:extLst>
      <p:ext uri="{BB962C8B-B14F-4D97-AF65-F5344CB8AC3E}">
        <p14:creationId xmlns:p14="http://schemas.microsoft.com/office/powerpoint/2010/main" val="1518847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47</a:t>
            </a:fld>
            <a:endParaRPr kumimoji="1" lang="ja-JP" altLang="en-US"/>
          </a:p>
        </p:txBody>
      </p:sp>
    </p:spTree>
    <p:extLst>
      <p:ext uri="{BB962C8B-B14F-4D97-AF65-F5344CB8AC3E}">
        <p14:creationId xmlns:p14="http://schemas.microsoft.com/office/powerpoint/2010/main" val="27808437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この方法を採用する場合は、</a:t>
            </a:r>
            <a:r>
              <a:rPr kumimoji="1" lang="en-US" altLang="ja-JP" dirty="0"/>
              <a:t>MMCAM</a:t>
            </a:r>
            <a:r>
              <a:rPr kumimoji="1" lang="ja-JP" altLang="en-US" dirty="0"/>
              <a:t>でマッチングしていない場合はパケットをすべて</a:t>
            </a:r>
            <a:r>
              <a:rPr kumimoji="1" lang="en-US" altLang="ja-JP" dirty="0"/>
              <a:t>0</a:t>
            </a:r>
            <a:r>
              <a:rPr kumimoji="1" lang="ja-JP" altLang="en-US" dirty="0"/>
              <a:t>にする必要がある</a:t>
            </a:r>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51</a:t>
            </a:fld>
            <a:endParaRPr kumimoji="1" lang="ja-JP" altLang="en-US"/>
          </a:p>
        </p:txBody>
      </p:sp>
    </p:spTree>
    <p:extLst>
      <p:ext uri="{BB962C8B-B14F-4D97-AF65-F5344CB8AC3E}">
        <p14:creationId xmlns:p14="http://schemas.microsoft.com/office/powerpoint/2010/main" val="21959230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Mating </a:t>
            </a:r>
            <a:r>
              <a:rPr kumimoji="1" lang="ja-JP" altLang="en-US" dirty="0"/>
              <a:t>と　</a:t>
            </a:r>
            <a:r>
              <a:rPr kumimoji="1" lang="en-US" altLang="ja-JP" dirty="0"/>
              <a:t>MA</a:t>
            </a:r>
            <a:r>
              <a:rPr kumimoji="1" lang="ja-JP" altLang="en-US" dirty="0"/>
              <a:t>の構成</a:t>
            </a:r>
            <a:endParaRPr kumimoji="1" lang="en-US" altLang="ja-JP" dirty="0"/>
          </a:p>
          <a:p>
            <a:r>
              <a:rPr kumimoji="1" lang="ja-JP" altLang="en-US" dirty="0"/>
              <a:t>ステージごとのパケットフォーマット</a:t>
            </a:r>
            <a:endParaRPr kumimoji="1" lang="en-US" altLang="ja-JP" dirty="0"/>
          </a:p>
          <a:p>
            <a:endParaRPr kumimoji="1" lang="en-US" altLang="ja-JP" dirty="0"/>
          </a:p>
          <a:p>
            <a:r>
              <a:rPr kumimoji="1" lang="ja-JP" altLang="en-US" dirty="0"/>
              <a:t>ベンチマーク：？</a:t>
            </a:r>
            <a:r>
              <a:rPr kumimoji="1" lang="en-US" altLang="ja-JP" dirty="0"/>
              <a:t>(FIR</a:t>
            </a:r>
            <a:r>
              <a:rPr kumimoji="1" lang="ja-JP" altLang="en-US" dirty="0"/>
              <a:t>プログラム：大崎さん</a:t>
            </a:r>
            <a:r>
              <a:rPr kumimoji="1" lang="en-US" altLang="ja-JP" dirty="0"/>
              <a:t>)</a:t>
            </a:r>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55</a:t>
            </a:fld>
            <a:endParaRPr kumimoji="1" lang="ja-JP" altLang="en-US"/>
          </a:p>
        </p:txBody>
      </p:sp>
    </p:spTree>
    <p:extLst>
      <p:ext uri="{BB962C8B-B14F-4D97-AF65-F5344CB8AC3E}">
        <p14:creationId xmlns:p14="http://schemas.microsoft.com/office/powerpoint/2010/main" val="30518902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RAM</a:t>
            </a:r>
            <a:r>
              <a:rPr lang="ja-JP" altLang="en-US" dirty="0"/>
              <a:t>は個別に確保しておき、</a:t>
            </a:r>
            <a:r>
              <a:rPr lang="en-US" altLang="ja-JP" dirty="0"/>
              <a:t>ROM</a:t>
            </a:r>
            <a:r>
              <a:rPr lang="ja-JP" altLang="en-US" dirty="0"/>
              <a:t>だけ共通　</a:t>
            </a:r>
            <a:r>
              <a:rPr lang="en-US" altLang="ja-JP" dirty="0"/>
              <a:t>:</a:t>
            </a:r>
            <a:r>
              <a:rPr lang="ja-JP" altLang="en-US" dirty="0"/>
              <a:t>資源を共有していないので他のパイプラインとのマッチングが不可能</a:t>
            </a:r>
            <a:endParaRPr lang="en-US" altLang="ja-JP" dirty="0"/>
          </a:p>
          <a:p>
            <a:r>
              <a:rPr lang="en-US" altLang="ja-JP" dirty="0"/>
              <a:t>RAM</a:t>
            </a:r>
            <a:r>
              <a:rPr lang="ja-JP" altLang="en-US" dirty="0"/>
              <a:t>に</a:t>
            </a:r>
            <a:r>
              <a:rPr lang="en-US" altLang="ja-JP" dirty="0"/>
              <a:t>2</a:t>
            </a:r>
            <a:r>
              <a:rPr lang="ja-JP" altLang="en-US" dirty="0"/>
              <a:t>つのデータを保存可能な機構を開発 </a:t>
            </a:r>
            <a:r>
              <a:rPr lang="en-US" altLang="ja-JP" dirty="0"/>
              <a:t>:</a:t>
            </a:r>
            <a:r>
              <a:rPr lang="ja-JP" altLang="en-US" dirty="0"/>
              <a:t>動作が各パイプラインで異なる場合、参照する場所が異なってしまうので危険である</a:t>
            </a:r>
            <a:endParaRPr kumimoji="1" lang="ja-JP" altLang="en-US" dirty="0"/>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60</a:t>
            </a:fld>
            <a:endParaRPr kumimoji="1" lang="ja-JP" altLang="en-US"/>
          </a:p>
        </p:txBody>
      </p:sp>
    </p:spTree>
    <p:extLst>
      <p:ext uri="{BB962C8B-B14F-4D97-AF65-F5344CB8AC3E}">
        <p14:creationId xmlns:p14="http://schemas.microsoft.com/office/powerpoint/2010/main" val="3511626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リオーダ・バッファ</a:t>
            </a:r>
            <a:r>
              <a:rPr kumimoji="1" lang="en-US" altLang="ja-JP" dirty="0"/>
              <a:t>(ROB):</a:t>
            </a:r>
            <a:r>
              <a:rPr lang="ja-JP" altLang="en-US" b="0" i="0" dirty="0">
                <a:solidFill>
                  <a:srgbClr val="1F1F1F"/>
                </a:solidFill>
                <a:effectLst/>
                <a:latin typeface="Arial" panose="020B0604020202020204" pitchFamily="34" charset="0"/>
              </a:rPr>
              <a:t>アウトオブオーダーおよび投機的な命令の実行をサポートするハードウェア ユニット</a:t>
            </a:r>
            <a:endParaRPr lang="en-US" altLang="ja-JP" b="0" i="0" dirty="0">
              <a:solidFill>
                <a:srgbClr val="1F1F1F"/>
              </a:solidFill>
              <a:effectLst/>
              <a:latin typeface="Arial" panose="020B0604020202020204" pitchFamily="34" charset="0"/>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64</a:t>
            </a:fld>
            <a:endParaRPr kumimoji="1" lang="ja-JP" altLang="en-US"/>
          </a:p>
        </p:txBody>
      </p:sp>
    </p:spTree>
    <p:extLst>
      <p:ext uri="{BB962C8B-B14F-4D97-AF65-F5344CB8AC3E}">
        <p14:creationId xmlns:p14="http://schemas.microsoft.com/office/powerpoint/2010/main" val="30826381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待ち合わせを行う際は、</a:t>
            </a:r>
            <a:r>
              <a:rPr kumimoji="1" lang="en-US" altLang="ja-JP" dirty="0"/>
              <a:t>MMCAM</a:t>
            </a:r>
            <a:r>
              <a:rPr kumimoji="1" lang="ja-JP" altLang="en-US" dirty="0"/>
              <a:t>で遅延を意図的に発生させる必要がある　→　追加モジュールの必要性</a:t>
            </a:r>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66</a:t>
            </a:fld>
            <a:endParaRPr kumimoji="1" lang="ja-JP" altLang="en-US"/>
          </a:p>
        </p:txBody>
      </p:sp>
    </p:spTree>
    <p:extLst>
      <p:ext uri="{BB962C8B-B14F-4D97-AF65-F5344CB8AC3E}">
        <p14:creationId xmlns:p14="http://schemas.microsoft.com/office/powerpoint/2010/main" val="10342968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MMCAM</a:t>
            </a:r>
            <a:r>
              <a:rPr kumimoji="1" lang="ja-JP" altLang="en-US" dirty="0"/>
              <a:t>内に保存されるタイミング次第でパケットが消滅する可能性</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　</a:t>
            </a:r>
            <a:r>
              <a:rPr kumimoji="1" lang="en-US" altLang="ja-JP" dirty="0"/>
              <a:t>DEL</a:t>
            </a:r>
            <a:r>
              <a:rPr kumimoji="1" lang="ja-JP" altLang="en-US" dirty="0"/>
              <a:t>信号が次の</a:t>
            </a:r>
            <a:r>
              <a:rPr kumimoji="1" lang="en-US" altLang="ja-JP" dirty="0"/>
              <a:t>C</a:t>
            </a:r>
            <a:r>
              <a:rPr kumimoji="1" lang="ja-JP" altLang="en-US" dirty="0"/>
              <a:t>素子に送られるため、同時に</a:t>
            </a:r>
            <a:r>
              <a:rPr kumimoji="1" lang="en-US" altLang="ja-JP" dirty="0"/>
              <a:t>MMRAM</a:t>
            </a:r>
            <a:r>
              <a:rPr kumimoji="1" lang="ja-JP" altLang="en-US" dirty="0"/>
              <a:t>に行くと、どちらもパケットが消滅する</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a:p>
            <a:r>
              <a:rPr kumimoji="1" lang="ja-JP" altLang="en-US" dirty="0"/>
              <a:t>待ち合わせを行う際は、</a:t>
            </a:r>
            <a:r>
              <a:rPr kumimoji="1" lang="en-US" altLang="ja-JP" dirty="0"/>
              <a:t>MMCAM</a:t>
            </a:r>
            <a:r>
              <a:rPr kumimoji="1" lang="ja-JP" altLang="en-US" dirty="0"/>
              <a:t>で遅延を意図的に発生させる必要がある　→　追加モジュールの必要性</a:t>
            </a:r>
          </a:p>
        </p:txBody>
      </p:sp>
      <p:sp>
        <p:nvSpPr>
          <p:cNvPr id="4" name="スライド番号プレースホルダー 3"/>
          <p:cNvSpPr>
            <a:spLocks noGrp="1"/>
          </p:cNvSpPr>
          <p:nvPr>
            <p:ph type="sldNum" sz="quarter" idx="5"/>
          </p:nvPr>
        </p:nvSpPr>
        <p:spPr/>
        <p:txBody>
          <a:bodyPr/>
          <a:lstStyle/>
          <a:p>
            <a:fld id="{8639FBA5-B1D2-418F-BF2E-5F1F70AD4C3A}" type="slidenum">
              <a:rPr kumimoji="1" lang="ja-JP" altLang="en-US" smtClean="0"/>
              <a:t>67</a:t>
            </a:fld>
            <a:endParaRPr kumimoji="1" lang="ja-JP" altLang="en-US"/>
          </a:p>
        </p:txBody>
      </p:sp>
    </p:spTree>
    <p:extLst>
      <p:ext uri="{BB962C8B-B14F-4D97-AF65-F5344CB8AC3E}">
        <p14:creationId xmlns:p14="http://schemas.microsoft.com/office/powerpoint/2010/main" val="2107453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B2E48A-C71D-4EBE-CDA3-93C9D44B0652}"/>
              </a:ext>
            </a:extLst>
          </p:cNvPr>
          <p:cNvSpPr>
            <a:spLocks noGrp="1"/>
          </p:cNvSpPr>
          <p:nvPr>
            <p:ph type="ctrTitle"/>
          </p:nvPr>
        </p:nvSpPr>
        <p:spPr>
          <a:xfrm>
            <a:off x="1524000" y="1122363"/>
            <a:ext cx="9144000" cy="2387600"/>
          </a:xfrm>
          <a:prstGeom prst="rect">
            <a:avLst/>
          </a:prstGeom>
        </p:spPr>
        <p:txBody>
          <a:bodyPr anchor="b"/>
          <a:lstStyle>
            <a:lvl1pPr algn="ctr">
              <a:defRPr sz="6000">
                <a:latin typeface="ＭＳ Ｐゴシック" panose="020B0600070205080204" pitchFamily="50" charset="-128"/>
                <a:ea typeface="ＭＳ Ｐゴシック" panose="020B0600070205080204" pitchFamily="50" charset="-128"/>
              </a:defRPr>
            </a:lvl1pPr>
          </a:lstStyle>
          <a:p>
            <a:r>
              <a:rPr kumimoji="1" lang="ja-JP" altLang="en-US" dirty="0"/>
              <a:t>マスター タイトルの書式設定</a:t>
            </a:r>
          </a:p>
        </p:txBody>
      </p:sp>
      <p:sp>
        <p:nvSpPr>
          <p:cNvPr id="3" name="字幕 2">
            <a:extLst>
              <a:ext uri="{FF2B5EF4-FFF2-40B4-BE49-F238E27FC236}">
                <a16:creationId xmlns:a16="http://schemas.microsoft.com/office/drawing/2014/main" id="{021710EA-FC1C-2332-2761-B3A2D3880653}"/>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atin typeface="ＭＳ Ｐゴシック" panose="020B0600070205080204" pitchFamily="50" charset="-128"/>
                <a:ea typeface="ＭＳ Ｐゴシック" panose="020B060007020508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マスター サブタイトルの書式設定</a:t>
            </a:r>
          </a:p>
        </p:txBody>
      </p:sp>
      <p:sp>
        <p:nvSpPr>
          <p:cNvPr id="4" name="日付プレースホルダー 3">
            <a:extLst>
              <a:ext uri="{FF2B5EF4-FFF2-40B4-BE49-F238E27FC236}">
                <a16:creationId xmlns:a16="http://schemas.microsoft.com/office/drawing/2014/main" id="{FAAB48D1-F58A-528E-BC89-4DC7F3572B42}"/>
              </a:ext>
            </a:extLst>
          </p:cNvPr>
          <p:cNvSpPr>
            <a:spLocks noGrp="1"/>
          </p:cNvSpPr>
          <p:nvPr>
            <p:ph type="dt" sz="half" idx="10"/>
          </p:nvPr>
        </p:nvSpPr>
        <p:spPr/>
        <p:txBody>
          <a:bodyPr/>
          <a:lstStyle/>
          <a:p>
            <a:fld id="{11BE817C-BBBE-4F88-87D1-28E084C922B0}"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F7EFAC56-C244-A460-6785-DFFA072705A5}"/>
              </a:ext>
            </a:extLst>
          </p:cNvPr>
          <p:cNvSpPr>
            <a:spLocks noGrp="1"/>
          </p:cNvSpPr>
          <p:nvPr>
            <p:ph type="ftr" sz="quarter" idx="11"/>
          </p:nvPr>
        </p:nvSpPr>
        <p:spPr/>
        <p:txBody>
          <a:body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3F14A784-19D2-9DBB-C492-8C228344387E}"/>
              </a:ext>
            </a:extLst>
          </p:cNvPr>
          <p:cNvSpPr>
            <a:spLocks noGrp="1"/>
          </p:cNvSpPr>
          <p:nvPr>
            <p:ph type="sldNum" sz="quarter" idx="12"/>
          </p:nvPr>
        </p:nvSpPr>
        <p:spPr/>
        <p:txBody>
          <a:bodyPr/>
          <a:lstStyle/>
          <a:p>
            <a:fld id="{273F27D2-06B6-4999-B31F-B875E94682A2}" type="slidenum">
              <a:rPr kumimoji="1" lang="ja-JP" altLang="en-US" smtClean="0"/>
              <a:t>‹#›</a:t>
            </a:fld>
            <a:endParaRPr kumimoji="1" lang="ja-JP" altLang="en-US"/>
          </a:p>
        </p:txBody>
      </p:sp>
      <p:cxnSp>
        <p:nvCxnSpPr>
          <p:cNvPr id="7" name="直線コネクタ 6">
            <a:extLst>
              <a:ext uri="{FF2B5EF4-FFF2-40B4-BE49-F238E27FC236}">
                <a16:creationId xmlns:a16="http://schemas.microsoft.com/office/drawing/2014/main" id="{C436E922-0629-722D-8E08-4AB2F41FE584}"/>
              </a:ext>
            </a:extLst>
          </p:cNvPr>
          <p:cNvCxnSpPr>
            <a:cxnSpLocks/>
          </p:cNvCxnSpPr>
          <p:nvPr userDrawn="1"/>
        </p:nvCxnSpPr>
        <p:spPr>
          <a:xfrm>
            <a:off x="1524000" y="3509963"/>
            <a:ext cx="914400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548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0" name="タイトル 1">
            <a:extLst>
              <a:ext uri="{FF2B5EF4-FFF2-40B4-BE49-F238E27FC236}">
                <a16:creationId xmlns:a16="http://schemas.microsoft.com/office/drawing/2014/main" id="{28FC6B23-149B-18F9-6B82-A4673C7E620E}"/>
              </a:ext>
            </a:extLst>
          </p:cNvPr>
          <p:cNvSpPr>
            <a:spLocks noGrp="1"/>
          </p:cNvSpPr>
          <p:nvPr>
            <p:ph type="title"/>
          </p:nvPr>
        </p:nvSpPr>
        <p:spPr>
          <a:xfrm>
            <a:off x="341194" y="136525"/>
            <a:ext cx="11518710" cy="726790"/>
          </a:xfrm>
          <a:prstGeom prst="rect">
            <a:avLst/>
          </a:prstGeom>
        </p:spPr>
        <p:txBody>
          <a:bodyPr/>
          <a:lstStyle>
            <a:lvl1pPr>
              <a:defRPr>
                <a:solidFill>
                  <a:schemeClr val="tx1"/>
                </a:solidFill>
                <a:latin typeface="ＭＳ Ｐゴシック" panose="020B0600070205080204" pitchFamily="50" charset="-128"/>
                <a:ea typeface="ＭＳ Ｐゴシック" panose="020B0600070205080204" pitchFamily="50" charset="-128"/>
              </a:defRPr>
            </a:lvl1pPr>
          </a:lstStyle>
          <a:p>
            <a:r>
              <a:rPr kumimoji="1" lang="ja-JP" altLang="en-US" dirty="0"/>
              <a:t>マスター タイトルの書式設定</a:t>
            </a:r>
          </a:p>
        </p:txBody>
      </p:sp>
      <p:sp>
        <p:nvSpPr>
          <p:cNvPr id="21" name="コンテンツ プレースホルダー 2">
            <a:extLst>
              <a:ext uri="{FF2B5EF4-FFF2-40B4-BE49-F238E27FC236}">
                <a16:creationId xmlns:a16="http://schemas.microsoft.com/office/drawing/2014/main" id="{674AA67A-5F14-A30C-E9BE-D9E136D6C75E}"/>
              </a:ext>
            </a:extLst>
          </p:cNvPr>
          <p:cNvSpPr>
            <a:spLocks noGrp="1"/>
          </p:cNvSpPr>
          <p:nvPr>
            <p:ph idx="1"/>
          </p:nvPr>
        </p:nvSpPr>
        <p:spPr>
          <a:xfrm>
            <a:off x="341194" y="1050878"/>
            <a:ext cx="11518710" cy="5117910"/>
          </a:xfrm>
          <a:prstGeom prst="rect">
            <a:avLst/>
          </a:prstGeom>
        </p:spPr>
        <p:txBody>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22" name="日付プレースホルダー 3">
            <a:extLst>
              <a:ext uri="{FF2B5EF4-FFF2-40B4-BE49-F238E27FC236}">
                <a16:creationId xmlns:a16="http://schemas.microsoft.com/office/drawing/2014/main" id="{40646582-BB9F-0FBC-4529-62B460C59C6C}"/>
              </a:ext>
            </a:extLst>
          </p:cNvPr>
          <p:cNvSpPr>
            <a:spLocks noGrp="1"/>
          </p:cNvSpPr>
          <p:nvPr>
            <p:ph type="dt" sz="half" idx="10"/>
          </p:nvPr>
        </p:nvSpPr>
        <p:spPr>
          <a:xfrm>
            <a:off x="838200" y="6356350"/>
            <a:ext cx="2743200" cy="365125"/>
          </a:xfrm>
        </p:spPr>
        <p:txBody>
          <a:bodyPr/>
          <a:lstStyle/>
          <a:p>
            <a:fld id="{C981106A-F328-46B0-AB11-CD980A6DFB99}" type="datetime1">
              <a:rPr kumimoji="1" lang="ja-JP" altLang="en-US" smtClean="0"/>
              <a:t>2026/9/15</a:t>
            </a:fld>
            <a:endParaRPr kumimoji="1" lang="ja-JP" altLang="en-US"/>
          </a:p>
        </p:txBody>
      </p:sp>
      <p:sp>
        <p:nvSpPr>
          <p:cNvPr id="23" name="フッター プレースホルダー 4">
            <a:extLst>
              <a:ext uri="{FF2B5EF4-FFF2-40B4-BE49-F238E27FC236}">
                <a16:creationId xmlns:a16="http://schemas.microsoft.com/office/drawing/2014/main" id="{D31ACAC0-08A0-7776-3DFB-16C76D1460D5}"/>
              </a:ext>
            </a:extLst>
          </p:cNvPr>
          <p:cNvSpPr>
            <a:spLocks noGrp="1"/>
          </p:cNvSpPr>
          <p:nvPr>
            <p:ph type="ftr" sz="quarter" idx="11"/>
          </p:nvPr>
        </p:nvSpPr>
        <p:spPr>
          <a:xfrm>
            <a:off x="4038600" y="6356350"/>
            <a:ext cx="4114800" cy="365125"/>
          </a:xfrm>
        </p:spPr>
        <p:txBody>
          <a:bodyPr/>
          <a:lstStyle/>
          <a:p>
            <a:r>
              <a:rPr kumimoji="1" lang="en-US" altLang="ja-JP" dirty="0"/>
              <a:t>B4_Research</a:t>
            </a:r>
            <a:endParaRPr kumimoji="1" lang="ja-JP" altLang="en-US" dirty="0"/>
          </a:p>
        </p:txBody>
      </p:sp>
      <p:sp>
        <p:nvSpPr>
          <p:cNvPr id="24" name="スライド番号プレースホルダー 5">
            <a:extLst>
              <a:ext uri="{FF2B5EF4-FFF2-40B4-BE49-F238E27FC236}">
                <a16:creationId xmlns:a16="http://schemas.microsoft.com/office/drawing/2014/main" id="{6EF1F385-1C6F-FAC8-40E3-10EC02ED01C6}"/>
              </a:ext>
            </a:extLst>
          </p:cNvPr>
          <p:cNvSpPr>
            <a:spLocks noGrp="1"/>
          </p:cNvSpPr>
          <p:nvPr>
            <p:ph type="sldNum" sz="quarter" idx="12"/>
          </p:nvPr>
        </p:nvSpPr>
        <p:spPr>
          <a:xfrm>
            <a:off x="8610600" y="6356350"/>
            <a:ext cx="2743200" cy="365125"/>
          </a:xfrm>
        </p:spPr>
        <p:txBody>
          <a:bodyPr/>
          <a:lstStyle>
            <a:lvl1pPr>
              <a:defRPr sz="1200"/>
            </a:lvl1pPr>
          </a:lstStyle>
          <a:p>
            <a:fld id="{273F27D2-06B6-4999-B31F-B875E94682A2}" type="slidenum">
              <a:rPr lang="ja-JP" altLang="en-US" smtClean="0"/>
              <a:pPr/>
              <a:t>‹#›</a:t>
            </a:fld>
            <a:endParaRPr lang="ja-JP" altLang="en-US" dirty="0"/>
          </a:p>
        </p:txBody>
      </p:sp>
      <p:cxnSp>
        <p:nvCxnSpPr>
          <p:cNvPr id="25" name="直線コネクタ 24">
            <a:extLst>
              <a:ext uri="{FF2B5EF4-FFF2-40B4-BE49-F238E27FC236}">
                <a16:creationId xmlns:a16="http://schemas.microsoft.com/office/drawing/2014/main" id="{C7C62320-F327-F819-1E01-697060D53385}"/>
              </a:ext>
            </a:extLst>
          </p:cNvPr>
          <p:cNvCxnSpPr>
            <a:cxnSpLocks/>
          </p:cNvCxnSpPr>
          <p:nvPr userDrawn="1"/>
        </p:nvCxnSpPr>
        <p:spPr>
          <a:xfrm>
            <a:off x="343270" y="852256"/>
            <a:ext cx="11505460"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2323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14CF63-D5C9-52EE-033B-2DADF659E6CB}"/>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939EECA-74C9-0BFA-FEFA-7247EA8C53F3}"/>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913278C-E9B2-752F-4F94-82A46C03E6D6}"/>
              </a:ext>
            </a:extLst>
          </p:cNvPr>
          <p:cNvSpPr>
            <a:spLocks noGrp="1"/>
          </p:cNvSpPr>
          <p:nvPr>
            <p:ph type="dt" sz="half" idx="10"/>
          </p:nvPr>
        </p:nvSpPr>
        <p:spPr/>
        <p:txBody>
          <a:bodyPr/>
          <a:lstStyle/>
          <a:p>
            <a:fld id="{D4D452FE-B5D6-45FA-B08D-F685BAAA0DD6}"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F3B37892-CAD5-E021-DDE4-FF49C4F9EF0E}"/>
              </a:ext>
            </a:extLst>
          </p:cNvPr>
          <p:cNvSpPr>
            <a:spLocks noGrp="1"/>
          </p:cNvSpPr>
          <p:nvPr>
            <p:ph type="ftr" sz="quarter" idx="11"/>
          </p:nvPr>
        </p:nvSpPr>
        <p:spPr/>
        <p:txBody>
          <a:body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CD479DE4-4B84-68DC-83FE-1CADAF163A7A}"/>
              </a:ext>
            </a:extLst>
          </p:cNvPr>
          <p:cNvSpPr>
            <a:spLocks noGrp="1"/>
          </p:cNvSpPr>
          <p:nvPr>
            <p:ph type="sldNum" sz="quarter" idx="12"/>
          </p:nvPr>
        </p:nvSpPr>
        <p:spPr/>
        <p:txBody>
          <a:bodyPr/>
          <a:lstStyle/>
          <a:p>
            <a:fld id="{273F27D2-06B6-4999-B31F-B875E94682A2}" type="slidenum">
              <a:rPr kumimoji="1" lang="ja-JP" altLang="en-US" smtClean="0"/>
              <a:t>‹#›</a:t>
            </a:fld>
            <a:endParaRPr kumimoji="1" lang="ja-JP" altLang="en-US"/>
          </a:p>
        </p:txBody>
      </p:sp>
    </p:spTree>
    <p:extLst>
      <p:ext uri="{BB962C8B-B14F-4D97-AF65-F5344CB8AC3E}">
        <p14:creationId xmlns:p14="http://schemas.microsoft.com/office/powerpoint/2010/main" val="3310876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DCE37A-900C-C8E5-51DC-D78C365D74F2}"/>
              </a:ext>
            </a:extLst>
          </p:cNvPr>
          <p:cNvSpPr>
            <a:spLocks noGrp="1"/>
          </p:cNvSpPr>
          <p:nvPr>
            <p:ph type="title"/>
          </p:nvPr>
        </p:nvSpPr>
        <p:spPr>
          <a:xfrm>
            <a:off x="838200" y="365125"/>
            <a:ext cx="10515600"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AA65F55-C41C-A80B-AAB4-98E77D1EE5A7}"/>
              </a:ext>
            </a:extLst>
          </p:cNvPr>
          <p:cNvSpPr>
            <a:spLocks noGrp="1"/>
          </p:cNvSpPr>
          <p:nvPr>
            <p:ph sz="half" idx="1"/>
          </p:nvPr>
        </p:nvSpPr>
        <p:spPr>
          <a:xfrm>
            <a:off x="838200" y="1825625"/>
            <a:ext cx="5181600"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D44423B-41E0-167C-284E-28C68566F4D4}"/>
              </a:ext>
            </a:extLst>
          </p:cNvPr>
          <p:cNvSpPr>
            <a:spLocks noGrp="1"/>
          </p:cNvSpPr>
          <p:nvPr>
            <p:ph sz="half" idx="2"/>
          </p:nvPr>
        </p:nvSpPr>
        <p:spPr>
          <a:xfrm>
            <a:off x="6172200" y="1825625"/>
            <a:ext cx="5181600"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9A01042-B960-B38A-D4EC-B93244103F3D}"/>
              </a:ext>
            </a:extLst>
          </p:cNvPr>
          <p:cNvSpPr>
            <a:spLocks noGrp="1"/>
          </p:cNvSpPr>
          <p:nvPr>
            <p:ph type="dt" sz="half" idx="10"/>
          </p:nvPr>
        </p:nvSpPr>
        <p:spPr/>
        <p:txBody>
          <a:bodyPr/>
          <a:lstStyle/>
          <a:p>
            <a:fld id="{8F74F566-CE25-4568-B021-FABB5E5BAAB2}" type="datetime1">
              <a:rPr kumimoji="1" lang="ja-JP" altLang="en-US" smtClean="0"/>
              <a:t>2026/9/15</a:t>
            </a:fld>
            <a:endParaRPr kumimoji="1" lang="ja-JP" altLang="en-US"/>
          </a:p>
        </p:txBody>
      </p:sp>
      <p:sp>
        <p:nvSpPr>
          <p:cNvPr id="6" name="フッター プレースホルダー 5">
            <a:extLst>
              <a:ext uri="{FF2B5EF4-FFF2-40B4-BE49-F238E27FC236}">
                <a16:creationId xmlns:a16="http://schemas.microsoft.com/office/drawing/2014/main" id="{13ABD598-E995-37FD-287A-3D9FC1BDF054}"/>
              </a:ext>
            </a:extLst>
          </p:cNvPr>
          <p:cNvSpPr>
            <a:spLocks noGrp="1"/>
          </p:cNvSpPr>
          <p:nvPr>
            <p:ph type="ftr" sz="quarter" idx="11"/>
          </p:nvPr>
        </p:nvSpPr>
        <p:spPr/>
        <p:txBody>
          <a:bodyPr/>
          <a:lstStyle/>
          <a:p>
            <a:r>
              <a:rPr kumimoji="1" lang="en-US" altLang="ja-JP" dirty="0"/>
              <a:t>B4_Research</a:t>
            </a:r>
            <a:endParaRPr kumimoji="1" lang="ja-JP" altLang="en-US" dirty="0"/>
          </a:p>
        </p:txBody>
      </p:sp>
      <p:sp>
        <p:nvSpPr>
          <p:cNvPr id="7" name="スライド番号プレースホルダー 6">
            <a:extLst>
              <a:ext uri="{FF2B5EF4-FFF2-40B4-BE49-F238E27FC236}">
                <a16:creationId xmlns:a16="http://schemas.microsoft.com/office/drawing/2014/main" id="{36298386-DBB3-E422-3E40-822F8C2367F6}"/>
              </a:ext>
            </a:extLst>
          </p:cNvPr>
          <p:cNvSpPr>
            <a:spLocks noGrp="1"/>
          </p:cNvSpPr>
          <p:nvPr>
            <p:ph type="sldNum" sz="quarter" idx="12"/>
          </p:nvPr>
        </p:nvSpPr>
        <p:spPr/>
        <p:txBody>
          <a:bodyPr/>
          <a:lstStyle/>
          <a:p>
            <a:fld id="{273F27D2-06B6-4999-B31F-B875E94682A2}" type="slidenum">
              <a:rPr kumimoji="1" lang="ja-JP" altLang="en-US" smtClean="0"/>
              <a:t>‹#›</a:t>
            </a:fld>
            <a:endParaRPr kumimoji="1" lang="ja-JP" altLang="en-US" dirty="0"/>
          </a:p>
        </p:txBody>
      </p:sp>
    </p:spTree>
    <p:extLst>
      <p:ext uri="{BB962C8B-B14F-4D97-AF65-F5344CB8AC3E}">
        <p14:creationId xmlns:p14="http://schemas.microsoft.com/office/powerpoint/2010/main" val="3083204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F91E14-B926-3850-B11E-4EBEB29BF358}"/>
              </a:ext>
            </a:extLst>
          </p:cNvPr>
          <p:cNvSpPr>
            <a:spLocks noGrp="1"/>
          </p:cNvSpPr>
          <p:nvPr>
            <p:ph type="title"/>
          </p:nvPr>
        </p:nvSpPr>
        <p:spPr>
          <a:xfrm>
            <a:off x="839788" y="365125"/>
            <a:ext cx="10515600" cy="1325563"/>
          </a:xfrm>
          <a:prstGeom prst="rect">
            <a:avLst/>
          </a:prstGeo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D8768A0-A459-E1C8-73BD-92A578229CF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E039A77-F696-C39E-909A-0E6CF29F1CDE}"/>
              </a:ext>
            </a:extLst>
          </p:cNvPr>
          <p:cNvSpPr>
            <a:spLocks noGrp="1"/>
          </p:cNvSpPr>
          <p:nvPr>
            <p:ph sz="half" idx="2"/>
          </p:nvPr>
        </p:nvSpPr>
        <p:spPr>
          <a:xfrm>
            <a:off x="839788" y="2505075"/>
            <a:ext cx="5157787" cy="368458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9C1420F-9661-3EE5-C04B-4A0AAC97540E}"/>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0BF4743-6256-EF18-1786-C12A2BE2A436}"/>
              </a:ext>
            </a:extLst>
          </p:cNvPr>
          <p:cNvSpPr>
            <a:spLocks noGrp="1"/>
          </p:cNvSpPr>
          <p:nvPr>
            <p:ph sz="quarter" idx="4"/>
          </p:nvPr>
        </p:nvSpPr>
        <p:spPr>
          <a:xfrm>
            <a:off x="6172200" y="2505075"/>
            <a:ext cx="5183188" cy="368458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8D75D07B-B5BC-DA46-A260-0D27E715889D}"/>
              </a:ext>
            </a:extLst>
          </p:cNvPr>
          <p:cNvSpPr>
            <a:spLocks noGrp="1"/>
          </p:cNvSpPr>
          <p:nvPr>
            <p:ph type="dt" sz="half" idx="10"/>
          </p:nvPr>
        </p:nvSpPr>
        <p:spPr/>
        <p:txBody>
          <a:bodyPr/>
          <a:lstStyle/>
          <a:p>
            <a:fld id="{997CA4C4-B4AA-4C68-96D4-C4066B19F308}" type="datetime1">
              <a:rPr kumimoji="1" lang="ja-JP" altLang="en-US" smtClean="0"/>
              <a:t>2026/9/15</a:t>
            </a:fld>
            <a:endParaRPr kumimoji="1" lang="ja-JP" altLang="en-US"/>
          </a:p>
        </p:txBody>
      </p:sp>
      <p:sp>
        <p:nvSpPr>
          <p:cNvPr id="8" name="フッター プレースホルダー 7">
            <a:extLst>
              <a:ext uri="{FF2B5EF4-FFF2-40B4-BE49-F238E27FC236}">
                <a16:creationId xmlns:a16="http://schemas.microsoft.com/office/drawing/2014/main" id="{917D0F0F-5C0E-E6F4-6F2C-300FFAB672DC}"/>
              </a:ext>
            </a:extLst>
          </p:cNvPr>
          <p:cNvSpPr>
            <a:spLocks noGrp="1"/>
          </p:cNvSpPr>
          <p:nvPr>
            <p:ph type="ftr" sz="quarter" idx="11"/>
          </p:nvPr>
        </p:nvSpPr>
        <p:spPr/>
        <p:txBody>
          <a:bodyPr/>
          <a:lstStyle/>
          <a:p>
            <a:r>
              <a:rPr kumimoji="1" lang="en-US" altLang="ja-JP"/>
              <a:t>B4_Research</a:t>
            </a:r>
            <a:endParaRPr kumimoji="1" lang="ja-JP" altLang="en-US"/>
          </a:p>
        </p:txBody>
      </p:sp>
      <p:sp>
        <p:nvSpPr>
          <p:cNvPr id="9" name="スライド番号プレースホルダー 8">
            <a:extLst>
              <a:ext uri="{FF2B5EF4-FFF2-40B4-BE49-F238E27FC236}">
                <a16:creationId xmlns:a16="http://schemas.microsoft.com/office/drawing/2014/main" id="{5F7257B3-0004-51E1-C101-2EF8805C86CF}"/>
              </a:ext>
            </a:extLst>
          </p:cNvPr>
          <p:cNvSpPr>
            <a:spLocks noGrp="1"/>
          </p:cNvSpPr>
          <p:nvPr>
            <p:ph type="sldNum" sz="quarter" idx="12"/>
          </p:nvPr>
        </p:nvSpPr>
        <p:spPr/>
        <p:txBody>
          <a:bodyPr/>
          <a:lstStyle/>
          <a:p>
            <a:fld id="{273F27D2-06B6-4999-B31F-B875E94682A2}" type="slidenum">
              <a:rPr kumimoji="1" lang="ja-JP" altLang="en-US" smtClean="0"/>
              <a:t>‹#›</a:t>
            </a:fld>
            <a:endParaRPr kumimoji="1" lang="ja-JP" altLang="en-US"/>
          </a:p>
        </p:txBody>
      </p:sp>
    </p:spTree>
    <p:extLst>
      <p:ext uri="{BB962C8B-B14F-4D97-AF65-F5344CB8AC3E}">
        <p14:creationId xmlns:p14="http://schemas.microsoft.com/office/powerpoint/2010/main" val="3942695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4B46A1-ABCA-808C-5C65-DAF8B428B401}"/>
              </a:ext>
            </a:extLst>
          </p:cNvPr>
          <p:cNvSpPr>
            <a:spLocks noGrp="1"/>
          </p:cNvSpPr>
          <p:nvPr>
            <p:ph type="title"/>
          </p:nvPr>
        </p:nvSpPr>
        <p:spPr>
          <a:xfrm>
            <a:off x="838200" y="365125"/>
            <a:ext cx="10515600" cy="1325563"/>
          </a:xfrm>
          <a:prstGeom prst="rect">
            <a:avLst/>
          </a:prstGeom>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67F1B1D-367C-C056-8D73-5AA9AD5E8FA9}"/>
              </a:ext>
            </a:extLst>
          </p:cNvPr>
          <p:cNvSpPr>
            <a:spLocks noGrp="1"/>
          </p:cNvSpPr>
          <p:nvPr>
            <p:ph type="dt" sz="half" idx="10"/>
          </p:nvPr>
        </p:nvSpPr>
        <p:spPr/>
        <p:txBody>
          <a:bodyPr/>
          <a:lstStyle/>
          <a:p>
            <a:fld id="{AA7A6313-501A-4243-8D8E-08434DABCCF7}" type="datetime1">
              <a:rPr kumimoji="1" lang="ja-JP" altLang="en-US" smtClean="0"/>
              <a:t>2026/9/15</a:t>
            </a:fld>
            <a:endParaRPr kumimoji="1" lang="ja-JP" altLang="en-US"/>
          </a:p>
        </p:txBody>
      </p:sp>
      <p:sp>
        <p:nvSpPr>
          <p:cNvPr id="4" name="フッター プレースホルダー 3">
            <a:extLst>
              <a:ext uri="{FF2B5EF4-FFF2-40B4-BE49-F238E27FC236}">
                <a16:creationId xmlns:a16="http://schemas.microsoft.com/office/drawing/2014/main" id="{4BAABF18-F131-D626-AAE0-B04A527314BF}"/>
              </a:ext>
            </a:extLst>
          </p:cNvPr>
          <p:cNvSpPr>
            <a:spLocks noGrp="1"/>
          </p:cNvSpPr>
          <p:nvPr>
            <p:ph type="ftr" sz="quarter" idx="11"/>
          </p:nvPr>
        </p:nvSpPr>
        <p:spPr/>
        <p:txBody>
          <a:bodyPr/>
          <a:lstStyle/>
          <a:p>
            <a:r>
              <a:rPr kumimoji="1" lang="en-US" altLang="ja-JP"/>
              <a:t>B4_Research</a:t>
            </a:r>
            <a:endParaRPr kumimoji="1" lang="ja-JP" altLang="en-US"/>
          </a:p>
        </p:txBody>
      </p:sp>
      <p:sp>
        <p:nvSpPr>
          <p:cNvPr id="5" name="スライド番号プレースホルダー 4">
            <a:extLst>
              <a:ext uri="{FF2B5EF4-FFF2-40B4-BE49-F238E27FC236}">
                <a16:creationId xmlns:a16="http://schemas.microsoft.com/office/drawing/2014/main" id="{8C940C32-4FA0-F05C-9714-FACF7764E178}"/>
              </a:ext>
            </a:extLst>
          </p:cNvPr>
          <p:cNvSpPr>
            <a:spLocks noGrp="1"/>
          </p:cNvSpPr>
          <p:nvPr>
            <p:ph type="sldNum" sz="quarter" idx="12"/>
          </p:nvPr>
        </p:nvSpPr>
        <p:spPr/>
        <p:txBody>
          <a:bodyPr/>
          <a:lstStyle/>
          <a:p>
            <a:fld id="{273F27D2-06B6-4999-B31F-B875E94682A2}" type="slidenum">
              <a:rPr kumimoji="1" lang="ja-JP" altLang="en-US" smtClean="0"/>
              <a:t>‹#›</a:t>
            </a:fld>
            <a:endParaRPr kumimoji="1" lang="ja-JP" altLang="en-US"/>
          </a:p>
        </p:txBody>
      </p:sp>
    </p:spTree>
    <p:extLst>
      <p:ext uri="{BB962C8B-B14F-4D97-AF65-F5344CB8AC3E}">
        <p14:creationId xmlns:p14="http://schemas.microsoft.com/office/powerpoint/2010/main" val="3713493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B1CAE91-B3FA-446C-EE41-0033AD25FB07}"/>
              </a:ext>
            </a:extLst>
          </p:cNvPr>
          <p:cNvSpPr>
            <a:spLocks noGrp="1"/>
          </p:cNvSpPr>
          <p:nvPr>
            <p:ph type="dt" sz="half" idx="10"/>
          </p:nvPr>
        </p:nvSpPr>
        <p:spPr/>
        <p:txBody>
          <a:bodyPr/>
          <a:lstStyle/>
          <a:p>
            <a:fld id="{D0253D79-2C7B-4AE2-9C8D-38D5B85B7D8C}" type="datetime1">
              <a:rPr kumimoji="1" lang="ja-JP" altLang="en-US" smtClean="0"/>
              <a:t>2026/9/15</a:t>
            </a:fld>
            <a:endParaRPr kumimoji="1" lang="ja-JP" altLang="en-US"/>
          </a:p>
        </p:txBody>
      </p:sp>
      <p:sp>
        <p:nvSpPr>
          <p:cNvPr id="3" name="フッター プレースホルダー 2">
            <a:extLst>
              <a:ext uri="{FF2B5EF4-FFF2-40B4-BE49-F238E27FC236}">
                <a16:creationId xmlns:a16="http://schemas.microsoft.com/office/drawing/2014/main" id="{F6EA0A34-C198-BDFE-B54A-C530C4271088}"/>
              </a:ext>
            </a:extLst>
          </p:cNvPr>
          <p:cNvSpPr>
            <a:spLocks noGrp="1"/>
          </p:cNvSpPr>
          <p:nvPr>
            <p:ph type="ftr" sz="quarter" idx="11"/>
          </p:nvPr>
        </p:nvSpPr>
        <p:spPr/>
        <p:txBody>
          <a:bodyPr/>
          <a:lstStyle/>
          <a:p>
            <a:r>
              <a:rPr kumimoji="1" lang="en-US" altLang="ja-JP"/>
              <a:t>B4_Research</a:t>
            </a:r>
            <a:endParaRPr kumimoji="1" lang="ja-JP" altLang="en-US"/>
          </a:p>
        </p:txBody>
      </p:sp>
      <p:sp>
        <p:nvSpPr>
          <p:cNvPr id="4" name="スライド番号プレースホルダー 3">
            <a:extLst>
              <a:ext uri="{FF2B5EF4-FFF2-40B4-BE49-F238E27FC236}">
                <a16:creationId xmlns:a16="http://schemas.microsoft.com/office/drawing/2014/main" id="{D4E75A5C-CE9E-4728-C2F8-DB2CA7D291FB}"/>
              </a:ext>
            </a:extLst>
          </p:cNvPr>
          <p:cNvSpPr>
            <a:spLocks noGrp="1"/>
          </p:cNvSpPr>
          <p:nvPr>
            <p:ph type="sldNum" sz="quarter" idx="12"/>
          </p:nvPr>
        </p:nvSpPr>
        <p:spPr/>
        <p:txBody>
          <a:bodyPr/>
          <a:lstStyle/>
          <a:p>
            <a:fld id="{273F27D2-06B6-4999-B31F-B875E94682A2}" type="slidenum">
              <a:rPr kumimoji="1" lang="ja-JP" altLang="en-US" smtClean="0"/>
              <a:t>‹#›</a:t>
            </a:fld>
            <a:endParaRPr kumimoji="1" lang="ja-JP" altLang="en-US"/>
          </a:p>
        </p:txBody>
      </p:sp>
    </p:spTree>
    <p:extLst>
      <p:ext uri="{BB962C8B-B14F-4D97-AF65-F5344CB8AC3E}">
        <p14:creationId xmlns:p14="http://schemas.microsoft.com/office/powerpoint/2010/main" val="1401618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B5FD8A-9C06-4E96-7685-DE80799753B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C22113B-6EB6-A9DF-8404-6A88DA0C01E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BC353A4-74BF-CE86-AED8-3385E175250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EAFE95D-8E7D-240B-8D72-B836BEFB9B8B}"/>
              </a:ext>
            </a:extLst>
          </p:cNvPr>
          <p:cNvSpPr>
            <a:spLocks noGrp="1"/>
          </p:cNvSpPr>
          <p:nvPr>
            <p:ph type="dt" sz="half" idx="10"/>
          </p:nvPr>
        </p:nvSpPr>
        <p:spPr/>
        <p:txBody>
          <a:bodyPr/>
          <a:lstStyle/>
          <a:p>
            <a:fld id="{51355D04-7698-4CCE-B30B-71DA1812826A}" type="datetime1">
              <a:rPr kumimoji="1" lang="ja-JP" altLang="en-US" smtClean="0"/>
              <a:t>2026/9/15</a:t>
            </a:fld>
            <a:endParaRPr kumimoji="1" lang="ja-JP" altLang="en-US"/>
          </a:p>
        </p:txBody>
      </p:sp>
      <p:sp>
        <p:nvSpPr>
          <p:cNvPr id="6" name="フッター プレースホルダー 5">
            <a:extLst>
              <a:ext uri="{FF2B5EF4-FFF2-40B4-BE49-F238E27FC236}">
                <a16:creationId xmlns:a16="http://schemas.microsoft.com/office/drawing/2014/main" id="{173A67C5-D8DB-8C55-6154-839B2D83F821}"/>
              </a:ext>
            </a:extLst>
          </p:cNvPr>
          <p:cNvSpPr>
            <a:spLocks noGrp="1"/>
          </p:cNvSpPr>
          <p:nvPr>
            <p:ph type="ftr" sz="quarter" idx="11"/>
          </p:nvPr>
        </p:nvSpPr>
        <p:spPr/>
        <p:txBody>
          <a:bodyPr/>
          <a:lstStyle/>
          <a:p>
            <a:r>
              <a:rPr kumimoji="1" lang="en-US" altLang="ja-JP"/>
              <a:t>B4_Research</a:t>
            </a:r>
            <a:endParaRPr kumimoji="1" lang="ja-JP" altLang="en-US"/>
          </a:p>
        </p:txBody>
      </p:sp>
      <p:sp>
        <p:nvSpPr>
          <p:cNvPr id="7" name="スライド番号プレースホルダー 6">
            <a:extLst>
              <a:ext uri="{FF2B5EF4-FFF2-40B4-BE49-F238E27FC236}">
                <a16:creationId xmlns:a16="http://schemas.microsoft.com/office/drawing/2014/main" id="{660527CC-4654-48CA-C059-30BD80463CBF}"/>
              </a:ext>
            </a:extLst>
          </p:cNvPr>
          <p:cNvSpPr>
            <a:spLocks noGrp="1"/>
          </p:cNvSpPr>
          <p:nvPr>
            <p:ph type="sldNum" sz="quarter" idx="12"/>
          </p:nvPr>
        </p:nvSpPr>
        <p:spPr/>
        <p:txBody>
          <a:bodyPr/>
          <a:lstStyle/>
          <a:p>
            <a:fld id="{273F27D2-06B6-4999-B31F-B875E94682A2}" type="slidenum">
              <a:rPr kumimoji="1" lang="ja-JP" altLang="en-US" smtClean="0"/>
              <a:t>‹#›</a:t>
            </a:fld>
            <a:endParaRPr kumimoji="1" lang="ja-JP" altLang="en-US"/>
          </a:p>
        </p:txBody>
      </p:sp>
    </p:spTree>
    <p:extLst>
      <p:ext uri="{BB962C8B-B14F-4D97-AF65-F5344CB8AC3E}">
        <p14:creationId xmlns:p14="http://schemas.microsoft.com/office/powerpoint/2010/main" val="1325290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2FCE48-4B60-3C56-A004-5B55359328D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2DAC00B3-5586-1FCD-CBC7-9F7C25BB47EF}"/>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D1A23A7-58FA-562E-889B-B7DEF5DBBD2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1BF4244-CAAE-7565-8138-112EC9B5CF2E}"/>
              </a:ext>
            </a:extLst>
          </p:cNvPr>
          <p:cNvSpPr>
            <a:spLocks noGrp="1"/>
          </p:cNvSpPr>
          <p:nvPr>
            <p:ph type="dt" sz="half" idx="10"/>
          </p:nvPr>
        </p:nvSpPr>
        <p:spPr/>
        <p:txBody>
          <a:bodyPr/>
          <a:lstStyle/>
          <a:p>
            <a:fld id="{82517B67-0097-4C8C-B933-0694E6EBBB3B}" type="datetime1">
              <a:rPr kumimoji="1" lang="ja-JP" altLang="en-US" smtClean="0"/>
              <a:t>2026/9/15</a:t>
            </a:fld>
            <a:endParaRPr kumimoji="1" lang="ja-JP" altLang="en-US"/>
          </a:p>
        </p:txBody>
      </p:sp>
      <p:sp>
        <p:nvSpPr>
          <p:cNvPr id="6" name="フッター プレースホルダー 5">
            <a:extLst>
              <a:ext uri="{FF2B5EF4-FFF2-40B4-BE49-F238E27FC236}">
                <a16:creationId xmlns:a16="http://schemas.microsoft.com/office/drawing/2014/main" id="{A2D8FA40-D819-17AA-36CE-F722F06E12D0}"/>
              </a:ext>
            </a:extLst>
          </p:cNvPr>
          <p:cNvSpPr>
            <a:spLocks noGrp="1"/>
          </p:cNvSpPr>
          <p:nvPr>
            <p:ph type="ftr" sz="quarter" idx="11"/>
          </p:nvPr>
        </p:nvSpPr>
        <p:spPr/>
        <p:txBody>
          <a:bodyPr/>
          <a:lstStyle/>
          <a:p>
            <a:r>
              <a:rPr kumimoji="1" lang="en-US" altLang="ja-JP"/>
              <a:t>B4_Research</a:t>
            </a:r>
            <a:endParaRPr kumimoji="1" lang="ja-JP" altLang="en-US"/>
          </a:p>
        </p:txBody>
      </p:sp>
      <p:sp>
        <p:nvSpPr>
          <p:cNvPr id="7" name="スライド番号プレースホルダー 6">
            <a:extLst>
              <a:ext uri="{FF2B5EF4-FFF2-40B4-BE49-F238E27FC236}">
                <a16:creationId xmlns:a16="http://schemas.microsoft.com/office/drawing/2014/main" id="{9D3DD318-4DF7-B357-7641-8A54507A25AD}"/>
              </a:ext>
            </a:extLst>
          </p:cNvPr>
          <p:cNvSpPr>
            <a:spLocks noGrp="1"/>
          </p:cNvSpPr>
          <p:nvPr>
            <p:ph type="sldNum" sz="quarter" idx="12"/>
          </p:nvPr>
        </p:nvSpPr>
        <p:spPr/>
        <p:txBody>
          <a:bodyPr/>
          <a:lstStyle/>
          <a:p>
            <a:fld id="{273F27D2-06B6-4999-B31F-B875E94682A2}" type="slidenum">
              <a:rPr kumimoji="1" lang="ja-JP" altLang="en-US" smtClean="0"/>
              <a:t>‹#›</a:t>
            </a:fld>
            <a:endParaRPr kumimoji="1" lang="ja-JP" altLang="en-US"/>
          </a:p>
        </p:txBody>
      </p:sp>
    </p:spTree>
    <p:extLst>
      <p:ext uri="{BB962C8B-B14F-4D97-AF65-F5344CB8AC3E}">
        <p14:creationId xmlns:p14="http://schemas.microsoft.com/office/powerpoint/2010/main" val="2651838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E31408-B033-931A-09D8-8E5FE5AA9E63}"/>
              </a:ext>
            </a:extLst>
          </p:cNvPr>
          <p:cNvSpPr>
            <a:spLocks noGrp="1"/>
          </p:cNvSpPr>
          <p:nvPr>
            <p:ph type="title"/>
          </p:nvPr>
        </p:nvSpPr>
        <p:spPr>
          <a:xfrm>
            <a:off x="838200" y="365125"/>
            <a:ext cx="10515600" cy="1325563"/>
          </a:xfrm>
          <a:prstGeom prst="rect">
            <a:avLst/>
          </a:prstGeom>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4B3A814-1017-00B7-E53A-56AF5B4C2F11}"/>
              </a:ext>
            </a:extLst>
          </p:cNvPr>
          <p:cNvSpPr>
            <a:spLocks noGrp="1"/>
          </p:cNvSpPr>
          <p:nvPr>
            <p:ph type="body" orient="vert" idx="1"/>
          </p:nvPr>
        </p:nvSpPr>
        <p:spPr>
          <a:xfrm>
            <a:off x="838200" y="1825625"/>
            <a:ext cx="10515600" cy="4351338"/>
          </a:xfrm>
          <a:prstGeom prst="rect">
            <a:avLst/>
          </a:prstGeo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6463AE7-50F1-A4A4-F5CF-89AD6256DDD2}"/>
              </a:ext>
            </a:extLst>
          </p:cNvPr>
          <p:cNvSpPr>
            <a:spLocks noGrp="1"/>
          </p:cNvSpPr>
          <p:nvPr>
            <p:ph type="dt" sz="half" idx="10"/>
          </p:nvPr>
        </p:nvSpPr>
        <p:spPr/>
        <p:txBody>
          <a:bodyPr/>
          <a:lstStyle/>
          <a:p>
            <a:fld id="{14C792A5-232F-47D0-8419-7FDB7AD6EA28}"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5E1E0BE3-7AC5-4517-2C5E-083830462B19}"/>
              </a:ext>
            </a:extLst>
          </p:cNvPr>
          <p:cNvSpPr>
            <a:spLocks noGrp="1"/>
          </p:cNvSpPr>
          <p:nvPr>
            <p:ph type="ftr" sz="quarter" idx="11"/>
          </p:nvPr>
        </p:nvSpPr>
        <p:spPr/>
        <p:txBody>
          <a:body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295FDC27-BE81-2251-D6F2-1835527F8618}"/>
              </a:ext>
            </a:extLst>
          </p:cNvPr>
          <p:cNvSpPr>
            <a:spLocks noGrp="1"/>
          </p:cNvSpPr>
          <p:nvPr>
            <p:ph type="sldNum" sz="quarter" idx="12"/>
          </p:nvPr>
        </p:nvSpPr>
        <p:spPr/>
        <p:txBody>
          <a:bodyPr/>
          <a:lstStyle/>
          <a:p>
            <a:fld id="{273F27D2-06B6-4999-B31F-B875E94682A2}" type="slidenum">
              <a:rPr kumimoji="1" lang="ja-JP" altLang="en-US" smtClean="0"/>
              <a:t>‹#›</a:t>
            </a:fld>
            <a:endParaRPr kumimoji="1" lang="ja-JP" altLang="en-US"/>
          </a:p>
        </p:txBody>
      </p:sp>
    </p:spTree>
    <p:extLst>
      <p:ext uri="{BB962C8B-B14F-4D97-AF65-F5344CB8AC3E}">
        <p14:creationId xmlns:p14="http://schemas.microsoft.com/office/powerpoint/2010/main" val="3634952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CEDCEDF-AE9F-94E7-876A-67FEED643483}"/>
              </a:ext>
            </a:extLst>
          </p:cNvPr>
          <p:cNvSpPr>
            <a:spLocks noGrp="1"/>
          </p:cNvSpPr>
          <p:nvPr>
            <p:ph type="title" orient="vert"/>
          </p:nvPr>
        </p:nvSpPr>
        <p:spPr>
          <a:xfrm>
            <a:off x="8724900" y="365125"/>
            <a:ext cx="2628900" cy="5811838"/>
          </a:xfrm>
          <a:prstGeom prst="rect">
            <a:avLst/>
          </a:prstGeo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9FC6F03-7151-6993-3E5D-25DD190332E4}"/>
              </a:ext>
            </a:extLst>
          </p:cNvPr>
          <p:cNvSpPr>
            <a:spLocks noGrp="1"/>
          </p:cNvSpPr>
          <p:nvPr>
            <p:ph type="body" orient="vert" idx="1"/>
          </p:nvPr>
        </p:nvSpPr>
        <p:spPr>
          <a:xfrm>
            <a:off x="838200" y="365125"/>
            <a:ext cx="7734300" cy="5811838"/>
          </a:xfrm>
          <a:prstGeom prst="rect">
            <a:avLst/>
          </a:prstGeo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0E47948-6881-BDEA-9777-3307453CF602}"/>
              </a:ext>
            </a:extLst>
          </p:cNvPr>
          <p:cNvSpPr>
            <a:spLocks noGrp="1"/>
          </p:cNvSpPr>
          <p:nvPr>
            <p:ph type="dt" sz="half" idx="10"/>
          </p:nvPr>
        </p:nvSpPr>
        <p:spPr/>
        <p:txBody>
          <a:bodyPr/>
          <a:lstStyle/>
          <a:p>
            <a:fld id="{B5E8AB6D-24CC-48EC-83E6-DA42F1471471}"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53D20605-F18C-0518-2199-ED13A2D32FDF}"/>
              </a:ext>
            </a:extLst>
          </p:cNvPr>
          <p:cNvSpPr>
            <a:spLocks noGrp="1"/>
          </p:cNvSpPr>
          <p:nvPr>
            <p:ph type="ftr" sz="quarter" idx="11"/>
          </p:nvPr>
        </p:nvSpPr>
        <p:spPr/>
        <p:txBody>
          <a:body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BFFA86BB-527A-608A-548F-3BE988E61758}"/>
              </a:ext>
            </a:extLst>
          </p:cNvPr>
          <p:cNvSpPr>
            <a:spLocks noGrp="1"/>
          </p:cNvSpPr>
          <p:nvPr>
            <p:ph type="sldNum" sz="quarter" idx="12"/>
          </p:nvPr>
        </p:nvSpPr>
        <p:spPr/>
        <p:txBody>
          <a:bodyPr/>
          <a:lstStyle/>
          <a:p>
            <a:fld id="{273F27D2-06B6-4999-B31F-B875E94682A2}" type="slidenum">
              <a:rPr kumimoji="1" lang="ja-JP" altLang="en-US" smtClean="0"/>
              <a:t>‹#›</a:t>
            </a:fld>
            <a:endParaRPr kumimoji="1" lang="ja-JP" altLang="en-US"/>
          </a:p>
        </p:txBody>
      </p:sp>
    </p:spTree>
    <p:extLst>
      <p:ext uri="{BB962C8B-B14F-4D97-AF65-F5344CB8AC3E}">
        <p14:creationId xmlns:p14="http://schemas.microsoft.com/office/powerpoint/2010/main" val="531007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FD0BB5F-F42C-E289-85FF-4361922F8765}"/>
              </a:ext>
            </a:extLst>
          </p:cNvPr>
          <p:cNvSpPr>
            <a:spLocks noGrp="1"/>
          </p:cNvSpPr>
          <p:nvPr>
            <p:ph type="title"/>
          </p:nvPr>
        </p:nvSpPr>
        <p:spPr>
          <a:xfrm>
            <a:off x="251604" y="136525"/>
            <a:ext cx="11102196" cy="773562"/>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E8B4AC2-218E-1DFF-514A-E6F60E8F8BE6}"/>
              </a:ext>
            </a:extLst>
          </p:cNvPr>
          <p:cNvSpPr>
            <a:spLocks noGrp="1"/>
          </p:cNvSpPr>
          <p:nvPr>
            <p:ph type="body" idx="1"/>
          </p:nvPr>
        </p:nvSpPr>
        <p:spPr>
          <a:xfrm>
            <a:off x="838200" y="1164566"/>
            <a:ext cx="10515600" cy="5012397"/>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7D02B671-623D-C2C0-C4D5-7C7841CBF1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54FAF2-4C22-42F9-82FC-AEA554B0A694}"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39F65910-B206-3F0A-E88C-38A5C03A63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F5268896-8D27-627E-2043-CEB9549BEA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3F27D2-06B6-4999-B31F-B875E94682A2}" type="slidenum">
              <a:rPr kumimoji="1" lang="ja-JP" altLang="en-US" smtClean="0"/>
              <a:t>‹#›</a:t>
            </a:fld>
            <a:endParaRPr kumimoji="1" lang="ja-JP" altLang="en-US"/>
          </a:p>
        </p:txBody>
      </p:sp>
    </p:spTree>
    <p:extLst>
      <p:ext uri="{BB962C8B-B14F-4D97-AF65-F5344CB8AC3E}">
        <p14:creationId xmlns:p14="http://schemas.microsoft.com/office/powerpoint/2010/main" val="382993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ü"/>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48.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https://www.mtl.t.u-tokyo.ac.jp/~sakai/hard/hard10.pdf"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65.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3104CF-E880-6E47-0D7C-C27D7E1AF2E4}"/>
              </a:ext>
            </a:extLst>
          </p:cNvPr>
          <p:cNvSpPr>
            <a:spLocks noGrp="1"/>
          </p:cNvSpPr>
          <p:nvPr>
            <p:ph type="ctrTitle"/>
          </p:nvPr>
        </p:nvSpPr>
        <p:spPr/>
        <p:txBody>
          <a:bodyPr/>
          <a:lstStyle/>
          <a:p>
            <a:r>
              <a:rPr kumimoji="1" lang="en-US" altLang="ja-JP" dirty="0" err="1"/>
              <a:t>SuperScalarDDP</a:t>
            </a:r>
            <a:endParaRPr kumimoji="1" lang="ja-JP" altLang="en-US" dirty="0"/>
          </a:p>
        </p:txBody>
      </p:sp>
      <p:sp>
        <p:nvSpPr>
          <p:cNvPr id="3" name="字幕 2">
            <a:extLst>
              <a:ext uri="{FF2B5EF4-FFF2-40B4-BE49-F238E27FC236}">
                <a16:creationId xmlns:a16="http://schemas.microsoft.com/office/drawing/2014/main" id="{58F0B557-8AF3-9EF6-1850-BED4767B3D61}"/>
              </a:ext>
            </a:extLst>
          </p:cNvPr>
          <p:cNvSpPr>
            <a:spLocks noGrp="1"/>
          </p:cNvSpPr>
          <p:nvPr>
            <p:ph type="subTitle" idx="1"/>
          </p:nvPr>
        </p:nvSpPr>
        <p:spPr/>
        <p:txBody>
          <a:bodyPr/>
          <a:lstStyle/>
          <a:p>
            <a:r>
              <a:rPr lang="ja-JP" altLang="en-US" dirty="0"/>
              <a:t>コンピュータ構成学研究室</a:t>
            </a:r>
            <a:endParaRPr lang="en-US" altLang="ja-JP" dirty="0"/>
          </a:p>
          <a:p>
            <a:r>
              <a:rPr kumimoji="1" lang="en-US" altLang="ja-JP" dirty="0"/>
              <a:t>B4 </a:t>
            </a:r>
            <a:r>
              <a:rPr kumimoji="1" lang="ja-JP" altLang="en-US" dirty="0"/>
              <a:t>長﨑 雅季</a:t>
            </a:r>
            <a:endParaRPr kumimoji="1" lang="en-US" altLang="ja-JP" dirty="0"/>
          </a:p>
        </p:txBody>
      </p:sp>
      <p:sp>
        <p:nvSpPr>
          <p:cNvPr id="4" name="日付プレースホルダー 3">
            <a:extLst>
              <a:ext uri="{FF2B5EF4-FFF2-40B4-BE49-F238E27FC236}">
                <a16:creationId xmlns:a16="http://schemas.microsoft.com/office/drawing/2014/main" id="{E37F9EF9-785E-8161-58F4-0782BEAEDDFC}"/>
              </a:ext>
            </a:extLst>
          </p:cNvPr>
          <p:cNvSpPr>
            <a:spLocks noGrp="1"/>
          </p:cNvSpPr>
          <p:nvPr>
            <p:ph type="dt" sz="half" idx="10"/>
          </p:nvPr>
        </p:nvSpPr>
        <p:spPr/>
        <p:txBody>
          <a:bodyPr/>
          <a:lstStyle/>
          <a:p>
            <a:fld id="{E037BD0D-CAEC-4A63-9A3F-2ABC2CB6D017}"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0DE14A26-1FC7-5E96-FA11-160018C64983}"/>
              </a:ext>
            </a:extLst>
          </p:cNvPr>
          <p:cNvSpPr>
            <a:spLocks noGrp="1"/>
          </p:cNvSpPr>
          <p:nvPr>
            <p:ph type="ftr" sz="quarter" idx="11"/>
          </p:nvPr>
        </p:nvSpPr>
        <p:spPr/>
        <p:txBody>
          <a:body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E344C05B-C37C-67AF-D047-6C016EAA74DC}"/>
              </a:ext>
            </a:extLst>
          </p:cNvPr>
          <p:cNvSpPr>
            <a:spLocks noGrp="1"/>
          </p:cNvSpPr>
          <p:nvPr>
            <p:ph type="sldNum" sz="quarter" idx="12"/>
          </p:nvPr>
        </p:nvSpPr>
        <p:spPr/>
        <p:txBody>
          <a:bodyPr/>
          <a:lstStyle/>
          <a:p>
            <a:fld id="{273F27D2-06B6-4999-B31F-B875E94682A2}" type="slidenum">
              <a:rPr kumimoji="1" lang="ja-JP" altLang="en-US" smtClean="0"/>
              <a:t>1</a:t>
            </a:fld>
            <a:endParaRPr kumimoji="1" lang="ja-JP" altLang="en-US"/>
          </a:p>
        </p:txBody>
      </p:sp>
    </p:spTree>
    <p:extLst>
      <p:ext uri="{BB962C8B-B14F-4D97-AF65-F5344CB8AC3E}">
        <p14:creationId xmlns:p14="http://schemas.microsoft.com/office/powerpoint/2010/main" val="2854879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D1F5E89D-2BBD-BB57-276F-4FB83C6A3B65}"/>
              </a:ext>
            </a:extLst>
          </p:cNvPr>
          <p:cNvSpPr>
            <a:spLocks noGrp="1"/>
          </p:cNvSpPr>
          <p:nvPr>
            <p:ph type="dt" sz="half" idx="10"/>
          </p:nvPr>
        </p:nvSpPr>
        <p:spPr/>
        <p:txBody>
          <a:bodyPr/>
          <a:lstStyle/>
          <a:p>
            <a:fld id="{1432E723-C7AE-4FE5-BB1C-76452A1DD120}"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2F287A63-4495-22AD-D2D4-0A1674496D53}"/>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579256C9-A0C3-8250-0CDF-889B96107B44}"/>
              </a:ext>
            </a:extLst>
          </p:cNvPr>
          <p:cNvSpPr>
            <a:spLocks noGrp="1"/>
          </p:cNvSpPr>
          <p:nvPr>
            <p:ph type="sldNum" sz="quarter" idx="12"/>
          </p:nvPr>
        </p:nvSpPr>
        <p:spPr/>
        <p:txBody>
          <a:bodyPr/>
          <a:lstStyle/>
          <a:p>
            <a:fld id="{D424D12C-9692-4086-B843-0896D3A9ECC1}" type="slidenum">
              <a:rPr lang="ja-JP" altLang="en-US" smtClean="0"/>
              <a:pPr/>
              <a:t>2</a:t>
            </a:fld>
            <a:endParaRPr lang="ja-JP" altLang="en-US" dirty="0"/>
          </a:p>
        </p:txBody>
      </p:sp>
      <p:sp>
        <p:nvSpPr>
          <p:cNvPr id="9" name="タイトル 1">
            <a:extLst>
              <a:ext uri="{FF2B5EF4-FFF2-40B4-BE49-F238E27FC236}">
                <a16:creationId xmlns:a16="http://schemas.microsoft.com/office/drawing/2014/main" id="{B21EF915-0A80-D08C-F138-2F30EF43ECF6}"/>
              </a:ext>
            </a:extLst>
          </p:cNvPr>
          <p:cNvSpPr>
            <a:spLocks noGrp="1"/>
          </p:cNvSpPr>
          <p:nvPr>
            <p:ph type="title"/>
          </p:nvPr>
        </p:nvSpPr>
        <p:spPr>
          <a:xfrm>
            <a:off x="341313" y="136525"/>
            <a:ext cx="11518900" cy="727075"/>
          </a:xfrm>
          <a:prstGeom prst="rect">
            <a:avLst/>
          </a:prstGeom>
        </p:spPr>
        <p:txBody>
          <a:bodyPr>
            <a:normAutofit/>
          </a:bodyPr>
          <a:lstStyle/>
          <a:p>
            <a:r>
              <a:rPr kumimoji="1" lang="ja-JP" altLang="en-US" dirty="0"/>
              <a:t>前提知識</a:t>
            </a:r>
          </a:p>
        </p:txBody>
      </p:sp>
      <p:sp>
        <p:nvSpPr>
          <p:cNvPr id="11" name="コンテンツ プレースホルダー 2">
            <a:extLst>
              <a:ext uri="{FF2B5EF4-FFF2-40B4-BE49-F238E27FC236}">
                <a16:creationId xmlns:a16="http://schemas.microsoft.com/office/drawing/2014/main" id="{E25AF6D3-B6B0-794A-61F0-29FA162FE469}"/>
              </a:ext>
            </a:extLst>
          </p:cNvPr>
          <p:cNvSpPr>
            <a:spLocks noGrp="1"/>
          </p:cNvSpPr>
          <p:nvPr>
            <p:ph idx="1"/>
          </p:nvPr>
        </p:nvSpPr>
        <p:spPr>
          <a:xfrm>
            <a:off x="341313" y="1050925"/>
            <a:ext cx="11518900" cy="5118100"/>
          </a:xfrm>
          <a:prstGeom prst="rect">
            <a:avLst/>
          </a:prstGeom>
        </p:spPr>
        <p:txBody>
          <a:bodyPr/>
          <a:lstStyle/>
          <a:p>
            <a:r>
              <a:rPr kumimoji="1" lang="ja-JP" altLang="en-US" dirty="0"/>
              <a:t>命令レベル並列性</a:t>
            </a:r>
            <a:r>
              <a:rPr kumimoji="1" lang="en-US" altLang="ja-JP" dirty="0"/>
              <a:t>(ILP)</a:t>
            </a:r>
          </a:p>
          <a:p>
            <a:pPr lvl="1"/>
            <a:r>
              <a:rPr lang="ja-JP" altLang="en-US" dirty="0"/>
              <a:t>パイプライン処理が命令間の潜在的な並列性を利用</a:t>
            </a:r>
            <a:endParaRPr lang="en-US" altLang="ja-JP" dirty="0"/>
          </a:p>
          <a:p>
            <a:pPr lvl="1"/>
            <a:r>
              <a:rPr lang="ja-JP" altLang="en-US" dirty="0"/>
              <a:t>潜在量を増やす方法</a:t>
            </a:r>
            <a:endParaRPr lang="en-US" altLang="ja-JP" dirty="0"/>
          </a:p>
          <a:p>
            <a:pPr lvl="2"/>
            <a:r>
              <a:rPr lang="ja-JP" altLang="en-US" dirty="0"/>
              <a:t>パイプライン段数を増やして並列に実行可能な命令の数を増やす</a:t>
            </a:r>
            <a:endParaRPr lang="en-US" altLang="ja-JP" dirty="0"/>
          </a:p>
          <a:p>
            <a:pPr lvl="2"/>
            <a:r>
              <a:rPr lang="ja-JP" altLang="en-US" dirty="0"/>
              <a:t>コンピュータ内部の構成要素を多重化し、各パイプライン・ステージで</a:t>
            </a:r>
            <a:br>
              <a:rPr lang="en-US" altLang="ja-JP" dirty="0"/>
            </a:br>
            <a:r>
              <a:rPr lang="ja-JP" altLang="en-US" dirty="0"/>
              <a:t>複数の命令が流れるようにする</a:t>
            </a:r>
            <a:r>
              <a:rPr lang="en-US" altLang="ja-JP" dirty="0"/>
              <a:t>(</a:t>
            </a:r>
            <a:r>
              <a:rPr lang="ja-JP" altLang="en-US" dirty="0">
                <a:solidFill>
                  <a:srgbClr val="FF0000"/>
                </a:solidFill>
              </a:rPr>
              <a:t>複数命令発行</a:t>
            </a:r>
            <a:r>
              <a:rPr lang="en-US" altLang="ja-JP" dirty="0"/>
              <a:t>)</a:t>
            </a:r>
          </a:p>
          <a:p>
            <a:endParaRPr lang="en-US" altLang="ja-JP" dirty="0"/>
          </a:p>
          <a:p>
            <a:r>
              <a:rPr lang="en-US" altLang="ja-JP" b="0" i="0" dirty="0">
                <a:solidFill>
                  <a:srgbClr val="00001E"/>
                </a:solidFill>
                <a:effectLst/>
              </a:rPr>
              <a:t>Clock(Cycle) Per Instruction(CPI)</a:t>
            </a:r>
          </a:p>
          <a:p>
            <a:pPr lvl="1"/>
            <a:r>
              <a:rPr lang="ja-JP" altLang="en-US" dirty="0">
                <a:solidFill>
                  <a:srgbClr val="00001E"/>
                </a:solidFill>
              </a:rPr>
              <a:t>命令を実行するのにどれだけのクロックが必要かを示す指標</a:t>
            </a:r>
            <a:endParaRPr lang="en-US" altLang="ja-JP" dirty="0"/>
          </a:p>
          <a:p>
            <a:pPr lvl="1"/>
            <a:endParaRPr lang="en-US" altLang="ja-JP" dirty="0"/>
          </a:p>
        </p:txBody>
      </p:sp>
    </p:spTree>
    <p:extLst>
      <p:ext uri="{BB962C8B-B14F-4D97-AF65-F5344CB8AC3E}">
        <p14:creationId xmlns:p14="http://schemas.microsoft.com/office/powerpoint/2010/main" val="3258080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1E027515-914A-36EA-5FDF-63BEB6AE084E}"/>
              </a:ext>
            </a:extLst>
          </p:cNvPr>
          <p:cNvSpPr>
            <a:spLocks noGrp="1"/>
          </p:cNvSpPr>
          <p:nvPr>
            <p:ph type="dt" sz="half" idx="10"/>
          </p:nvPr>
        </p:nvSpPr>
        <p:spPr/>
        <p:txBody>
          <a:bodyPr/>
          <a:lstStyle/>
          <a:p>
            <a:fld id="{807E13C2-F195-4311-A5B9-854CDA747D16}"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454A896E-3541-9FE7-A164-9E51371FC863}"/>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8AD5BA59-3E4D-5AC0-DC30-D2037AC4B81F}"/>
              </a:ext>
            </a:extLst>
          </p:cNvPr>
          <p:cNvSpPr>
            <a:spLocks noGrp="1"/>
          </p:cNvSpPr>
          <p:nvPr>
            <p:ph type="sldNum" sz="quarter" idx="12"/>
          </p:nvPr>
        </p:nvSpPr>
        <p:spPr/>
        <p:txBody>
          <a:bodyPr/>
          <a:lstStyle/>
          <a:p>
            <a:fld id="{D424D12C-9692-4086-B843-0896D3A9ECC1}" type="slidenum">
              <a:rPr lang="ja-JP" altLang="en-US" smtClean="0"/>
              <a:pPr/>
              <a:t>3</a:t>
            </a:fld>
            <a:endParaRPr lang="ja-JP" altLang="en-US" dirty="0"/>
          </a:p>
        </p:txBody>
      </p:sp>
      <p:sp>
        <p:nvSpPr>
          <p:cNvPr id="7" name="タイトル 1">
            <a:extLst>
              <a:ext uri="{FF2B5EF4-FFF2-40B4-BE49-F238E27FC236}">
                <a16:creationId xmlns:a16="http://schemas.microsoft.com/office/drawing/2014/main" id="{0CC3719B-6B0A-32E9-F113-7A68F820F016}"/>
              </a:ext>
            </a:extLst>
          </p:cNvPr>
          <p:cNvSpPr>
            <a:spLocks noGrp="1"/>
          </p:cNvSpPr>
          <p:nvPr>
            <p:ph type="title"/>
          </p:nvPr>
        </p:nvSpPr>
        <p:spPr>
          <a:xfrm>
            <a:off x="341313" y="136525"/>
            <a:ext cx="11518900" cy="727075"/>
          </a:xfrm>
          <a:prstGeom prst="rect">
            <a:avLst/>
          </a:prstGeom>
        </p:spPr>
        <p:txBody>
          <a:bodyPr/>
          <a:lstStyle/>
          <a:p>
            <a:r>
              <a:rPr kumimoji="1" lang="ja-JP" altLang="en-US" dirty="0"/>
              <a:t>複数命令発行</a:t>
            </a:r>
            <a:r>
              <a:rPr kumimoji="1" lang="en-US" altLang="ja-JP" dirty="0"/>
              <a:t>(1/2)</a:t>
            </a:r>
            <a:endParaRPr kumimoji="1" lang="ja-JP" altLang="en-US" dirty="0"/>
          </a:p>
        </p:txBody>
      </p:sp>
      <p:sp>
        <p:nvSpPr>
          <p:cNvPr id="8" name="コンテンツ プレースホルダー 2">
            <a:extLst>
              <a:ext uri="{FF2B5EF4-FFF2-40B4-BE49-F238E27FC236}">
                <a16:creationId xmlns:a16="http://schemas.microsoft.com/office/drawing/2014/main" id="{7A4D0237-3317-FFF6-A4F2-577FB3F26AD2}"/>
              </a:ext>
            </a:extLst>
          </p:cNvPr>
          <p:cNvSpPr>
            <a:spLocks noGrp="1"/>
          </p:cNvSpPr>
          <p:nvPr>
            <p:ph idx="1"/>
          </p:nvPr>
        </p:nvSpPr>
        <p:spPr>
          <a:xfrm>
            <a:off x="341313" y="1050925"/>
            <a:ext cx="11518900" cy="5118100"/>
          </a:xfrm>
          <a:prstGeom prst="rect">
            <a:avLst/>
          </a:prstGeom>
        </p:spPr>
        <p:txBody>
          <a:bodyPr/>
          <a:lstStyle/>
          <a:p>
            <a:r>
              <a:rPr lang="en-US" altLang="ja-JP" dirty="0"/>
              <a:t>1</a:t>
            </a:r>
            <a:r>
              <a:rPr lang="ja-JP" altLang="en-US" dirty="0"/>
              <a:t>ステージに複数の命令を実行開始</a:t>
            </a:r>
            <a:r>
              <a:rPr lang="en-US" altLang="ja-JP" dirty="0"/>
              <a:t>(</a:t>
            </a:r>
            <a:r>
              <a:rPr lang="ja-JP" altLang="en-US" dirty="0"/>
              <a:t>発行</a:t>
            </a:r>
            <a:r>
              <a:rPr lang="en-US" altLang="ja-JP" dirty="0"/>
              <a:t>)</a:t>
            </a:r>
          </a:p>
          <a:p>
            <a:pPr lvl="1"/>
            <a:r>
              <a:rPr lang="ja-JP" altLang="en-US" dirty="0"/>
              <a:t>命令実行がクロック・サイクルよりも高速になるうる</a:t>
            </a:r>
            <a:endParaRPr lang="en-US" altLang="ja-JP" dirty="0"/>
          </a:p>
          <a:p>
            <a:pPr lvl="1"/>
            <a:r>
              <a:rPr lang="ja-JP" altLang="en-US" dirty="0"/>
              <a:t>クロック・サイクル当たりの命令数</a:t>
            </a:r>
            <a:r>
              <a:rPr lang="en-US" altLang="ja-JP" dirty="0"/>
              <a:t>(IPC)</a:t>
            </a:r>
          </a:p>
          <a:p>
            <a:r>
              <a:rPr lang="ja-JP" altLang="en-US" dirty="0"/>
              <a:t>例</a:t>
            </a:r>
            <a:r>
              <a:rPr lang="en-US" altLang="ja-JP" dirty="0"/>
              <a:t>:4GHz</a:t>
            </a:r>
            <a:r>
              <a:rPr lang="ja-JP" altLang="en-US" dirty="0"/>
              <a:t>の</a:t>
            </a:r>
            <a:r>
              <a:rPr lang="en-US" altLang="ja-JP" dirty="0"/>
              <a:t>4</a:t>
            </a:r>
            <a:r>
              <a:rPr lang="ja-JP" altLang="en-US" dirty="0"/>
              <a:t>重化スーパースカラ・マイクロプロセッサ</a:t>
            </a:r>
            <a:endParaRPr lang="en-US" altLang="ja-JP" dirty="0"/>
          </a:p>
          <a:p>
            <a:pPr lvl="1"/>
            <a:r>
              <a:rPr lang="ja-JP" altLang="en-US" dirty="0"/>
              <a:t>ピーク時</a:t>
            </a:r>
            <a:r>
              <a:rPr lang="en-US" altLang="ja-JP" dirty="0"/>
              <a:t>:</a:t>
            </a:r>
            <a:r>
              <a:rPr lang="ja-JP" altLang="en-US" dirty="0"/>
              <a:t>毎秒</a:t>
            </a:r>
            <a:r>
              <a:rPr lang="en-US" altLang="ja-JP" dirty="0"/>
              <a:t>160</a:t>
            </a:r>
            <a:r>
              <a:rPr lang="ja-JP" altLang="en-US" dirty="0"/>
              <a:t>億命令</a:t>
            </a:r>
            <a:r>
              <a:rPr lang="en-US" altLang="ja-JP" dirty="0"/>
              <a:t>, CPI:0.25, IPC:4</a:t>
            </a:r>
          </a:p>
          <a:p>
            <a:pPr lvl="1"/>
            <a:r>
              <a:rPr lang="ja-JP" altLang="en-US" dirty="0"/>
              <a:t>パイプラインのステージ数</a:t>
            </a:r>
            <a:r>
              <a:rPr lang="en-US" altLang="ja-JP" dirty="0"/>
              <a:t>:5</a:t>
            </a:r>
          </a:p>
          <a:p>
            <a:pPr marL="457200" lvl="1" indent="0" algn="ctr">
              <a:buNone/>
            </a:pPr>
            <a:r>
              <a:rPr lang="en-US" altLang="ja-JP" dirty="0"/>
              <a:t>4(</a:t>
            </a:r>
            <a:r>
              <a:rPr lang="ja-JP" altLang="en-US" dirty="0"/>
              <a:t>命令</a:t>
            </a:r>
            <a:r>
              <a:rPr lang="en-US" altLang="ja-JP" dirty="0"/>
              <a:t>/</a:t>
            </a:r>
            <a:r>
              <a:rPr lang="ja-JP" altLang="en-US" dirty="0"/>
              <a:t>ステージ</a:t>
            </a:r>
            <a:r>
              <a:rPr lang="en-US" altLang="ja-JP" dirty="0"/>
              <a:t>)</a:t>
            </a:r>
            <a:r>
              <a:rPr lang="ja-JP" altLang="en-US" dirty="0"/>
              <a:t> </a:t>
            </a:r>
            <a:r>
              <a:rPr lang="en-US" altLang="ja-JP" dirty="0"/>
              <a:t>× 5(</a:t>
            </a:r>
            <a:r>
              <a:rPr lang="ja-JP" altLang="en-US" dirty="0"/>
              <a:t>ステージ</a:t>
            </a:r>
            <a:r>
              <a:rPr lang="en-US" altLang="ja-JP" dirty="0"/>
              <a:t>) = 20(</a:t>
            </a:r>
            <a:r>
              <a:rPr lang="ja-JP" altLang="en-US" dirty="0"/>
              <a:t>命令</a:t>
            </a:r>
            <a:r>
              <a:rPr lang="en-US" altLang="ja-JP" dirty="0"/>
              <a:t>)</a:t>
            </a:r>
          </a:p>
          <a:p>
            <a:pPr marL="457200" lvl="1" indent="0">
              <a:buNone/>
            </a:pPr>
            <a:endParaRPr lang="en-US" altLang="ja-JP" dirty="0"/>
          </a:p>
          <a:p>
            <a:pPr lvl="1"/>
            <a:endParaRPr lang="en-US" altLang="ja-JP" dirty="0"/>
          </a:p>
        </p:txBody>
      </p:sp>
    </p:spTree>
    <p:extLst>
      <p:ext uri="{BB962C8B-B14F-4D97-AF65-F5344CB8AC3E}">
        <p14:creationId xmlns:p14="http://schemas.microsoft.com/office/powerpoint/2010/main" val="3484522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72E78277-6F52-5AEF-1CBF-1421B0B23333}"/>
              </a:ext>
            </a:extLst>
          </p:cNvPr>
          <p:cNvSpPr>
            <a:spLocks noGrp="1"/>
          </p:cNvSpPr>
          <p:nvPr>
            <p:ph type="dt" sz="half" idx="10"/>
          </p:nvPr>
        </p:nvSpPr>
        <p:spPr/>
        <p:txBody>
          <a:bodyPr/>
          <a:lstStyle/>
          <a:p>
            <a:fld id="{C65DA542-7AEC-4E76-9CC1-CCC8EEA0746B}"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F64FDBA2-BE38-F24B-4351-374FE721547B}"/>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F25CEE09-38D4-C93A-BCDA-08F5C2BD52A0}"/>
              </a:ext>
            </a:extLst>
          </p:cNvPr>
          <p:cNvSpPr>
            <a:spLocks noGrp="1"/>
          </p:cNvSpPr>
          <p:nvPr>
            <p:ph type="sldNum" sz="quarter" idx="12"/>
          </p:nvPr>
        </p:nvSpPr>
        <p:spPr/>
        <p:txBody>
          <a:bodyPr/>
          <a:lstStyle/>
          <a:p>
            <a:fld id="{D424D12C-9692-4086-B843-0896D3A9ECC1}" type="slidenum">
              <a:rPr lang="ja-JP" altLang="en-US" smtClean="0"/>
              <a:pPr/>
              <a:t>4</a:t>
            </a:fld>
            <a:endParaRPr lang="ja-JP" altLang="en-US" dirty="0"/>
          </a:p>
        </p:txBody>
      </p:sp>
      <p:sp>
        <p:nvSpPr>
          <p:cNvPr id="7" name="タイトル 1">
            <a:extLst>
              <a:ext uri="{FF2B5EF4-FFF2-40B4-BE49-F238E27FC236}">
                <a16:creationId xmlns:a16="http://schemas.microsoft.com/office/drawing/2014/main" id="{0E58EE2C-F8AD-0044-F521-0476F8FCD233}"/>
              </a:ext>
            </a:extLst>
          </p:cNvPr>
          <p:cNvSpPr>
            <a:spLocks noGrp="1"/>
          </p:cNvSpPr>
          <p:nvPr>
            <p:ph type="title"/>
          </p:nvPr>
        </p:nvSpPr>
        <p:spPr>
          <a:xfrm>
            <a:off x="341313" y="136525"/>
            <a:ext cx="11518900" cy="727075"/>
          </a:xfrm>
          <a:prstGeom prst="rect">
            <a:avLst/>
          </a:prstGeom>
        </p:spPr>
        <p:txBody>
          <a:bodyPr/>
          <a:lstStyle/>
          <a:p>
            <a:r>
              <a:rPr lang="ja-JP" altLang="en-US" dirty="0"/>
              <a:t>複数命令発行</a:t>
            </a:r>
            <a:r>
              <a:rPr lang="en-US" altLang="ja-JP" dirty="0"/>
              <a:t>(2/2)</a:t>
            </a:r>
            <a:endParaRPr kumimoji="1" lang="ja-JP" altLang="en-US" dirty="0"/>
          </a:p>
        </p:txBody>
      </p:sp>
      <p:sp>
        <p:nvSpPr>
          <p:cNvPr id="8" name="コンテンツ プレースホルダー 2">
            <a:extLst>
              <a:ext uri="{FF2B5EF4-FFF2-40B4-BE49-F238E27FC236}">
                <a16:creationId xmlns:a16="http://schemas.microsoft.com/office/drawing/2014/main" id="{AC986130-3735-C940-23C1-46ECBB00B241}"/>
              </a:ext>
            </a:extLst>
          </p:cNvPr>
          <p:cNvSpPr>
            <a:spLocks noGrp="1"/>
          </p:cNvSpPr>
          <p:nvPr>
            <p:ph idx="1"/>
          </p:nvPr>
        </p:nvSpPr>
        <p:spPr>
          <a:xfrm>
            <a:off x="341313" y="1050925"/>
            <a:ext cx="11518900" cy="5118100"/>
          </a:xfrm>
          <a:prstGeom prst="rect">
            <a:avLst/>
          </a:prstGeom>
        </p:spPr>
        <p:txBody>
          <a:bodyPr>
            <a:normAutofit/>
          </a:bodyPr>
          <a:lstStyle/>
          <a:p>
            <a:r>
              <a:rPr kumimoji="1" lang="ja-JP" altLang="en-US" dirty="0"/>
              <a:t>プロセッサの実現</a:t>
            </a:r>
            <a:endParaRPr kumimoji="1" lang="en-US" altLang="ja-JP" dirty="0"/>
          </a:p>
          <a:p>
            <a:pPr lvl="1"/>
            <a:r>
              <a:rPr kumimoji="1" lang="ja-JP" altLang="en-US" dirty="0"/>
              <a:t>静的な複数命令発行</a:t>
            </a:r>
            <a:r>
              <a:rPr kumimoji="1" lang="en-US" altLang="ja-JP" dirty="0"/>
              <a:t>:</a:t>
            </a:r>
            <a:r>
              <a:rPr lang="ja-JP" altLang="en-US" dirty="0"/>
              <a:t>コンパイル時に静的に実行</a:t>
            </a:r>
            <a:endParaRPr lang="en-US" altLang="ja-JP" dirty="0"/>
          </a:p>
          <a:p>
            <a:pPr lvl="1"/>
            <a:r>
              <a:rPr kumimoji="1" lang="ja-JP" altLang="en-US" dirty="0"/>
              <a:t>動的な複数命令発行</a:t>
            </a:r>
            <a:r>
              <a:rPr kumimoji="1" lang="en-US" altLang="ja-JP" dirty="0"/>
              <a:t>:</a:t>
            </a:r>
            <a:r>
              <a:rPr kumimoji="1" lang="ja-JP" altLang="en-US" dirty="0"/>
              <a:t>実行時に動的に実行</a:t>
            </a:r>
            <a:endParaRPr kumimoji="1" lang="en-US" altLang="ja-JP" dirty="0"/>
          </a:p>
          <a:p>
            <a:r>
              <a:rPr lang="ja-JP" altLang="en-US" dirty="0"/>
              <a:t>重要な処理</a:t>
            </a:r>
            <a:endParaRPr lang="en-US" altLang="ja-JP" dirty="0"/>
          </a:p>
          <a:p>
            <a:pPr marL="914400" lvl="1" indent="-457200">
              <a:buFont typeface="+mj-lt"/>
              <a:buAutoNum type="arabicPeriod"/>
            </a:pPr>
            <a:r>
              <a:rPr kumimoji="1" lang="ja-JP" altLang="en-US" dirty="0"/>
              <a:t>命令を発行スロット</a:t>
            </a:r>
            <a:r>
              <a:rPr lang="ja-JP" altLang="en-US" dirty="0"/>
              <a:t>に埋める</a:t>
            </a:r>
            <a:endParaRPr lang="en-US" altLang="ja-JP" dirty="0"/>
          </a:p>
          <a:p>
            <a:pPr lvl="2"/>
            <a:r>
              <a:rPr lang="ja-JP" altLang="en-US" dirty="0"/>
              <a:t>クロック・サイクルにおいて</a:t>
            </a:r>
            <a:br>
              <a:rPr lang="en-US" altLang="ja-JP" dirty="0"/>
            </a:br>
            <a:r>
              <a:rPr lang="ja-JP" altLang="en-US" dirty="0"/>
              <a:t>何個の命令を発行可能か、どの命令を発行可能かを判定</a:t>
            </a:r>
            <a:endParaRPr lang="en-US" altLang="ja-JP" dirty="0"/>
          </a:p>
          <a:p>
            <a:pPr lvl="2"/>
            <a:r>
              <a:rPr lang="ja-JP" altLang="en-US" dirty="0"/>
              <a:t>静的</a:t>
            </a:r>
            <a:r>
              <a:rPr lang="en-US" altLang="ja-JP" dirty="0"/>
              <a:t>:</a:t>
            </a:r>
            <a:r>
              <a:rPr lang="ja-JP" altLang="en-US" dirty="0"/>
              <a:t>部分的にはコンパラが担当</a:t>
            </a:r>
            <a:endParaRPr lang="en-US" altLang="ja-JP" dirty="0"/>
          </a:p>
          <a:p>
            <a:pPr lvl="2"/>
            <a:r>
              <a:rPr lang="ja-JP" altLang="en-US" dirty="0"/>
              <a:t>動的</a:t>
            </a:r>
            <a:r>
              <a:rPr lang="en-US" altLang="ja-JP" dirty="0"/>
              <a:t>:</a:t>
            </a:r>
            <a:r>
              <a:rPr lang="ja-JP" altLang="en-US" dirty="0"/>
              <a:t>実行時にプロセッサが担当</a:t>
            </a:r>
            <a:endParaRPr lang="en-US" altLang="ja-JP" dirty="0"/>
          </a:p>
          <a:p>
            <a:pPr marL="914400" lvl="1" indent="-457200">
              <a:buFont typeface="+mj-lt"/>
              <a:buAutoNum type="arabicPeriod"/>
            </a:pPr>
            <a:r>
              <a:rPr lang="ja-JP" altLang="en-US" dirty="0"/>
              <a:t>データ・ハザードおよび制御ハザードに対処</a:t>
            </a:r>
            <a:endParaRPr lang="en-US" altLang="ja-JP" dirty="0"/>
          </a:p>
          <a:p>
            <a:pPr lvl="2"/>
            <a:r>
              <a:rPr kumimoji="1" lang="ja-JP" altLang="en-US" dirty="0"/>
              <a:t>静的</a:t>
            </a:r>
            <a:r>
              <a:rPr kumimoji="1" lang="en-US" altLang="ja-JP" dirty="0"/>
              <a:t>:</a:t>
            </a:r>
            <a:r>
              <a:rPr lang="ja-JP" altLang="en-US" dirty="0"/>
              <a:t>すべて、もしくは一部がコンパイラ</a:t>
            </a:r>
            <a:endParaRPr lang="en-US" altLang="ja-JP" dirty="0"/>
          </a:p>
          <a:p>
            <a:pPr lvl="2"/>
            <a:r>
              <a:rPr kumimoji="1" lang="ja-JP" altLang="en-US" dirty="0"/>
              <a:t>動的</a:t>
            </a:r>
            <a:r>
              <a:rPr kumimoji="1" lang="en-US" altLang="ja-JP" dirty="0"/>
              <a:t>:</a:t>
            </a:r>
            <a:r>
              <a:rPr kumimoji="1" lang="ja-JP" altLang="en-US" dirty="0"/>
              <a:t>ハードウェアが少なくとも一部の種類のハザードを軽減</a:t>
            </a:r>
          </a:p>
        </p:txBody>
      </p:sp>
    </p:spTree>
    <p:extLst>
      <p:ext uri="{BB962C8B-B14F-4D97-AF65-F5344CB8AC3E}">
        <p14:creationId xmlns:p14="http://schemas.microsoft.com/office/powerpoint/2010/main" val="2726167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9DDAB40C-C39F-79E4-1808-D4704F5B0748}"/>
              </a:ext>
            </a:extLst>
          </p:cNvPr>
          <p:cNvSpPr>
            <a:spLocks noGrp="1"/>
          </p:cNvSpPr>
          <p:nvPr>
            <p:ph type="dt" sz="half" idx="10"/>
          </p:nvPr>
        </p:nvSpPr>
        <p:spPr/>
        <p:txBody>
          <a:bodyPr/>
          <a:lstStyle/>
          <a:p>
            <a:fld id="{225E85A4-204B-4DE5-9EFF-878841F276E8}"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89B57CF0-6EE9-9027-E922-1E23B05AA64D}"/>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23F3E0D4-EC87-0354-A322-16F78E121306}"/>
              </a:ext>
            </a:extLst>
          </p:cNvPr>
          <p:cNvSpPr>
            <a:spLocks noGrp="1"/>
          </p:cNvSpPr>
          <p:nvPr>
            <p:ph type="sldNum" sz="quarter" idx="12"/>
          </p:nvPr>
        </p:nvSpPr>
        <p:spPr/>
        <p:txBody>
          <a:bodyPr/>
          <a:lstStyle/>
          <a:p>
            <a:fld id="{D424D12C-9692-4086-B843-0896D3A9ECC1}" type="slidenum">
              <a:rPr lang="ja-JP" altLang="en-US" smtClean="0"/>
              <a:pPr/>
              <a:t>5</a:t>
            </a:fld>
            <a:endParaRPr lang="ja-JP" altLang="en-US" dirty="0"/>
          </a:p>
        </p:txBody>
      </p:sp>
      <p:sp>
        <p:nvSpPr>
          <p:cNvPr id="7" name="タイトル 1">
            <a:extLst>
              <a:ext uri="{FF2B5EF4-FFF2-40B4-BE49-F238E27FC236}">
                <a16:creationId xmlns:a16="http://schemas.microsoft.com/office/drawing/2014/main" id="{1510B52B-734B-8A60-C67C-EBFAF8B3C808}"/>
              </a:ext>
            </a:extLst>
          </p:cNvPr>
          <p:cNvSpPr>
            <a:spLocks noGrp="1"/>
          </p:cNvSpPr>
          <p:nvPr>
            <p:ph type="title"/>
          </p:nvPr>
        </p:nvSpPr>
        <p:spPr>
          <a:xfrm>
            <a:off x="341313" y="136525"/>
            <a:ext cx="11518900" cy="727075"/>
          </a:xfrm>
          <a:prstGeom prst="rect">
            <a:avLst/>
          </a:prstGeom>
        </p:spPr>
        <p:txBody>
          <a:bodyPr/>
          <a:lstStyle/>
          <a:p>
            <a:r>
              <a:rPr lang="ja-JP" altLang="en-US" dirty="0"/>
              <a:t>投機実行</a:t>
            </a:r>
            <a:r>
              <a:rPr lang="en-US" altLang="ja-JP" dirty="0"/>
              <a:t>(1/3)</a:t>
            </a:r>
            <a:endParaRPr kumimoji="1" lang="ja-JP" altLang="en-US" dirty="0"/>
          </a:p>
        </p:txBody>
      </p:sp>
      <p:sp>
        <p:nvSpPr>
          <p:cNvPr id="8" name="コンテンツ プレースホルダー 2">
            <a:extLst>
              <a:ext uri="{FF2B5EF4-FFF2-40B4-BE49-F238E27FC236}">
                <a16:creationId xmlns:a16="http://schemas.microsoft.com/office/drawing/2014/main" id="{DF5259CE-2912-75C7-A66A-9CCFD0E8E587}"/>
              </a:ext>
            </a:extLst>
          </p:cNvPr>
          <p:cNvSpPr>
            <a:spLocks noGrp="1"/>
          </p:cNvSpPr>
          <p:nvPr>
            <p:ph idx="1"/>
          </p:nvPr>
        </p:nvSpPr>
        <p:spPr>
          <a:xfrm>
            <a:off x="341313" y="1050925"/>
            <a:ext cx="11518900" cy="5118100"/>
          </a:xfrm>
          <a:prstGeom prst="rect">
            <a:avLst/>
          </a:prstGeom>
        </p:spPr>
        <p:txBody>
          <a:bodyPr/>
          <a:lstStyle/>
          <a:p>
            <a:r>
              <a:rPr kumimoji="1" lang="ja-JP" altLang="en-US" dirty="0"/>
              <a:t>コンパイラまたはプロセッサが命令の実行結果を事前に予想し、</a:t>
            </a:r>
            <a:br>
              <a:rPr kumimoji="1" lang="en-US" altLang="ja-JP" dirty="0"/>
            </a:br>
            <a:r>
              <a:rPr kumimoji="1" lang="ja-JP" altLang="en-US" dirty="0"/>
              <a:t>他の命令の実行の障害になるような依存関係を早期に排除できる方法</a:t>
            </a:r>
            <a:endParaRPr kumimoji="1" lang="en-US" altLang="ja-JP" dirty="0"/>
          </a:p>
          <a:p>
            <a:pPr lvl="1"/>
            <a:r>
              <a:rPr kumimoji="1" lang="ja-JP" altLang="en-US" dirty="0"/>
              <a:t>見込みに基づいて分岐を跨いで命令を移動、</a:t>
            </a:r>
            <a:br>
              <a:rPr kumimoji="1" lang="en-US" altLang="ja-JP" dirty="0"/>
            </a:br>
            <a:r>
              <a:rPr kumimoji="1" lang="ja-JP" altLang="en-US" dirty="0"/>
              <a:t>ストア命令の前にロード命令を移動して、命令の順序を変更</a:t>
            </a:r>
            <a:endParaRPr kumimoji="1" lang="en-US" altLang="ja-JP" dirty="0"/>
          </a:p>
          <a:p>
            <a:pPr marL="0" indent="0">
              <a:buNone/>
            </a:pPr>
            <a:r>
              <a:rPr kumimoji="1" lang="ja-JP" altLang="en-US" dirty="0"/>
              <a:t>課題</a:t>
            </a:r>
            <a:endParaRPr kumimoji="1" lang="en-US" altLang="ja-JP" dirty="0"/>
          </a:p>
          <a:p>
            <a:pPr lvl="1"/>
            <a:r>
              <a:rPr lang="ja-JP" altLang="en-US" dirty="0"/>
              <a:t>見込みが外れた場合の処理</a:t>
            </a:r>
            <a:endParaRPr lang="en-US" altLang="ja-JP" dirty="0"/>
          </a:p>
          <a:p>
            <a:pPr marL="0" indent="0">
              <a:buNone/>
            </a:pPr>
            <a:r>
              <a:rPr kumimoji="1" lang="ja-JP" altLang="en-US" dirty="0"/>
              <a:t>解決策</a:t>
            </a:r>
            <a:endParaRPr lang="en-US" altLang="ja-JP" dirty="0"/>
          </a:p>
          <a:p>
            <a:pPr lvl="1"/>
            <a:r>
              <a:rPr lang="ja-JP" altLang="en-US" dirty="0"/>
              <a:t>チェック機能と実行した命令の効果を基に戻す機能の追加</a:t>
            </a:r>
            <a:endParaRPr lang="en-US" altLang="ja-JP" dirty="0"/>
          </a:p>
          <a:p>
            <a:endParaRPr lang="en-US" altLang="ja-JP" dirty="0"/>
          </a:p>
        </p:txBody>
      </p:sp>
    </p:spTree>
    <p:extLst>
      <p:ext uri="{BB962C8B-B14F-4D97-AF65-F5344CB8AC3E}">
        <p14:creationId xmlns:p14="http://schemas.microsoft.com/office/powerpoint/2010/main" val="956523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C886ADB4-771D-D6F0-F24D-F71A9F3774B9}"/>
              </a:ext>
            </a:extLst>
          </p:cNvPr>
          <p:cNvSpPr>
            <a:spLocks noGrp="1"/>
          </p:cNvSpPr>
          <p:nvPr>
            <p:ph type="dt" sz="half" idx="10"/>
          </p:nvPr>
        </p:nvSpPr>
        <p:spPr/>
        <p:txBody>
          <a:bodyPr/>
          <a:lstStyle/>
          <a:p>
            <a:fld id="{C584CC27-7B00-4DEB-AB9D-B86F4F743557}"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15C343F1-D09F-B19F-F804-AD0999D9C81E}"/>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F533536D-A5D8-260D-E0AC-E2AD251844B0}"/>
              </a:ext>
            </a:extLst>
          </p:cNvPr>
          <p:cNvSpPr>
            <a:spLocks noGrp="1"/>
          </p:cNvSpPr>
          <p:nvPr>
            <p:ph type="sldNum" sz="quarter" idx="12"/>
          </p:nvPr>
        </p:nvSpPr>
        <p:spPr/>
        <p:txBody>
          <a:bodyPr/>
          <a:lstStyle/>
          <a:p>
            <a:fld id="{D424D12C-9692-4086-B843-0896D3A9ECC1}" type="slidenum">
              <a:rPr lang="ja-JP" altLang="en-US" smtClean="0"/>
              <a:pPr/>
              <a:t>6</a:t>
            </a:fld>
            <a:endParaRPr lang="ja-JP" altLang="en-US" dirty="0"/>
          </a:p>
        </p:txBody>
      </p:sp>
      <p:sp>
        <p:nvSpPr>
          <p:cNvPr id="7" name="タイトル 1">
            <a:extLst>
              <a:ext uri="{FF2B5EF4-FFF2-40B4-BE49-F238E27FC236}">
                <a16:creationId xmlns:a16="http://schemas.microsoft.com/office/drawing/2014/main" id="{C808314C-6627-A2F1-ADB6-16A0F0471A52}"/>
              </a:ext>
            </a:extLst>
          </p:cNvPr>
          <p:cNvSpPr>
            <a:spLocks noGrp="1"/>
          </p:cNvSpPr>
          <p:nvPr>
            <p:ph type="title"/>
          </p:nvPr>
        </p:nvSpPr>
        <p:spPr>
          <a:xfrm>
            <a:off x="341313" y="136525"/>
            <a:ext cx="11518900" cy="727075"/>
          </a:xfrm>
          <a:prstGeom prst="rect">
            <a:avLst/>
          </a:prstGeom>
        </p:spPr>
        <p:txBody>
          <a:bodyPr/>
          <a:lstStyle/>
          <a:p>
            <a:r>
              <a:rPr kumimoji="1" lang="ja-JP" altLang="en-US" dirty="0"/>
              <a:t>投機実行</a:t>
            </a:r>
            <a:r>
              <a:rPr kumimoji="1" lang="en-US" altLang="ja-JP" dirty="0"/>
              <a:t>(2/3)</a:t>
            </a:r>
            <a:endParaRPr kumimoji="1" lang="ja-JP" altLang="en-US" dirty="0"/>
          </a:p>
        </p:txBody>
      </p:sp>
      <p:sp>
        <p:nvSpPr>
          <p:cNvPr id="10" name="コンテンツ プレースホルダー 2">
            <a:extLst>
              <a:ext uri="{FF2B5EF4-FFF2-40B4-BE49-F238E27FC236}">
                <a16:creationId xmlns:a16="http://schemas.microsoft.com/office/drawing/2014/main" id="{DC770B67-6E08-FBE5-5DFD-93DD8E465BF0}"/>
              </a:ext>
            </a:extLst>
          </p:cNvPr>
          <p:cNvSpPr>
            <a:spLocks noGrp="1"/>
          </p:cNvSpPr>
          <p:nvPr>
            <p:ph idx="1"/>
          </p:nvPr>
        </p:nvSpPr>
        <p:spPr>
          <a:xfrm>
            <a:off x="341313" y="1050925"/>
            <a:ext cx="11518900" cy="5118100"/>
          </a:xfrm>
          <a:prstGeom prst="rect">
            <a:avLst/>
          </a:prstGeom>
        </p:spPr>
        <p:txBody>
          <a:bodyPr/>
          <a:lstStyle/>
          <a:p>
            <a:r>
              <a:rPr kumimoji="1" lang="ja-JP" altLang="en-US" dirty="0"/>
              <a:t>復元方法</a:t>
            </a:r>
            <a:endParaRPr kumimoji="1" lang="en-US" altLang="ja-JP" dirty="0"/>
          </a:p>
          <a:p>
            <a:pPr lvl="1"/>
            <a:r>
              <a:rPr kumimoji="1" lang="ja-JP" altLang="en-US" dirty="0"/>
              <a:t>ソフトウェア</a:t>
            </a:r>
            <a:endParaRPr kumimoji="1" lang="en-US" altLang="ja-JP" dirty="0"/>
          </a:p>
          <a:p>
            <a:pPr lvl="2"/>
            <a:r>
              <a:rPr lang="ja-JP" altLang="en-US" dirty="0"/>
              <a:t>見込みが当たっていたかチェックする追加の命令と、修復ルーチンの組み込み</a:t>
            </a:r>
            <a:endParaRPr lang="en-US" altLang="ja-JP" dirty="0"/>
          </a:p>
          <a:p>
            <a:pPr lvl="1"/>
            <a:r>
              <a:rPr kumimoji="1" lang="ja-JP" altLang="en-US" dirty="0"/>
              <a:t>ハードウェア</a:t>
            </a:r>
            <a:endParaRPr kumimoji="1" lang="en-US" altLang="ja-JP" dirty="0"/>
          </a:p>
          <a:p>
            <a:pPr lvl="2"/>
            <a:r>
              <a:rPr lang="ja-JP" altLang="en-US" dirty="0"/>
              <a:t>処理が終了するまでバッファに結果を保存</a:t>
            </a:r>
            <a:endParaRPr lang="en-US" altLang="ja-JP" dirty="0"/>
          </a:p>
          <a:p>
            <a:pPr lvl="2"/>
            <a:r>
              <a:rPr lang="ja-JP" altLang="en-US" dirty="0"/>
              <a:t>当たり</a:t>
            </a:r>
            <a:r>
              <a:rPr lang="en-US" altLang="ja-JP" dirty="0"/>
              <a:t>:</a:t>
            </a:r>
            <a:r>
              <a:rPr lang="ja-JP" altLang="en-US" dirty="0"/>
              <a:t>バッファの命令をレジスタまたはメモリに書き込んで命令を実行</a:t>
            </a:r>
            <a:endParaRPr lang="en-US" altLang="ja-JP" dirty="0"/>
          </a:p>
          <a:p>
            <a:pPr lvl="2"/>
            <a:r>
              <a:rPr kumimoji="1" lang="ja-JP" altLang="en-US" dirty="0"/>
              <a:t>はずれ</a:t>
            </a:r>
            <a:r>
              <a:rPr kumimoji="1" lang="en-US" altLang="ja-JP" dirty="0"/>
              <a:t>:</a:t>
            </a:r>
            <a:r>
              <a:rPr kumimoji="1" lang="ja-JP" altLang="en-US" dirty="0"/>
              <a:t>バッファをフラッシュし、正しい命令列を再実行</a:t>
            </a:r>
          </a:p>
        </p:txBody>
      </p:sp>
    </p:spTree>
    <p:extLst>
      <p:ext uri="{BB962C8B-B14F-4D97-AF65-F5344CB8AC3E}">
        <p14:creationId xmlns:p14="http://schemas.microsoft.com/office/powerpoint/2010/main" val="3707060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DC879BF2-9E54-E10D-2BF6-6556DD8C5A22}"/>
              </a:ext>
            </a:extLst>
          </p:cNvPr>
          <p:cNvSpPr>
            <a:spLocks noGrp="1"/>
          </p:cNvSpPr>
          <p:nvPr>
            <p:ph type="dt" sz="half" idx="10"/>
          </p:nvPr>
        </p:nvSpPr>
        <p:spPr/>
        <p:txBody>
          <a:bodyPr/>
          <a:lstStyle/>
          <a:p>
            <a:fld id="{714AD54A-6AF8-4D07-958C-08EB90CDADD2}"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1B809E0C-6E0A-E3AE-E25F-3D7017EF3408}"/>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E52CB05F-C904-90E1-DC38-DE2779E05499}"/>
              </a:ext>
            </a:extLst>
          </p:cNvPr>
          <p:cNvSpPr>
            <a:spLocks noGrp="1"/>
          </p:cNvSpPr>
          <p:nvPr>
            <p:ph type="sldNum" sz="quarter" idx="12"/>
          </p:nvPr>
        </p:nvSpPr>
        <p:spPr/>
        <p:txBody>
          <a:bodyPr/>
          <a:lstStyle/>
          <a:p>
            <a:fld id="{D424D12C-9692-4086-B843-0896D3A9ECC1}" type="slidenum">
              <a:rPr lang="ja-JP" altLang="en-US" smtClean="0"/>
              <a:pPr/>
              <a:t>7</a:t>
            </a:fld>
            <a:endParaRPr lang="ja-JP" altLang="en-US" dirty="0"/>
          </a:p>
        </p:txBody>
      </p:sp>
      <p:sp>
        <p:nvSpPr>
          <p:cNvPr id="7" name="タイトル 1">
            <a:extLst>
              <a:ext uri="{FF2B5EF4-FFF2-40B4-BE49-F238E27FC236}">
                <a16:creationId xmlns:a16="http://schemas.microsoft.com/office/drawing/2014/main" id="{6FE0F1D1-19A2-F5C4-FD5C-E208FA09B6B1}"/>
              </a:ext>
            </a:extLst>
          </p:cNvPr>
          <p:cNvSpPr>
            <a:spLocks noGrp="1"/>
          </p:cNvSpPr>
          <p:nvPr>
            <p:ph type="title"/>
          </p:nvPr>
        </p:nvSpPr>
        <p:spPr>
          <a:xfrm>
            <a:off x="341313" y="136525"/>
            <a:ext cx="11518900" cy="727075"/>
          </a:xfrm>
          <a:prstGeom prst="rect">
            <a:avLst/>
          </a:prstGeom>
        </p:spPr>
        <p:txBody>
          <a:bodyPr/>
          <a:lstStyle/>
          <a:p>
            <a:r>
              <a:rPr kumimoji="1" lang="ja-JP" altLang="en-US" dirty="0"/>
              <a:t>投機実行</a:t>
            </a:r>
            <a:r>
              <a:rPr kumimoji="1" lang="en-US" altLang="ja-JP" dirty="0"/>
              <a:t>(3/3)</a:t>
            </a:r>
            <a:endParaRPr kumimoji="1" lang="ja-JP" altLang="en-US" dirty="0"/>
          </a:p>
        </p:txBody>
      </p:sp>
      <p:sp>
        <p:nvSpPr>
          <p:cNvPr id="8" name="コンテンツ プレースホルダー 2">
            <a:extLst>
              <a:ext uri="{FF2B5EF4-FFF2-40B4-BE49-F238E27FC236}">
                <a16:creationId xmlns:a16="http://schemas.microsoft.com/office/drawing/2014/main" id="{840151C4-8606-D500-3855-F887ACE00ABC}"/>
              </a:ext>
            </a:extLst>
          </p:cNvPr>
          <p:cNvSpPr>
            <a:spLocks noGrp="1"/>
          </p:cNvSpPr>
          <p:nvPr>
            <p:ph idx="1"/>
          </p:nvPr>
        </p:nvSpPr>
        <p:spPr>
          <a:xfrm>
            <a:off x="341313" y="1050925"/>
            <a:ext cx="11518900" cy="5118100"/>
          </a:xfrm>
          <a:prstGeom prst="rect">
            <a:avLst/>
          </a:prstGeom>
        </p:spPr>
        <p:txBody>
          <a:bodyPr/>
          <a:lstStyle/>
          <a:p>
            <a:r>
              <a:rPr kumimoji="1" lang="ja-JP" altLang="en-US" dirty="0"/>
              <a:t>例外処理</a:t>
            </a:r>
            <a:endParaRPr kumimoji="1" lang="en-US" altLang="ja-JP" dirty="0"/>
          </a:p>
          <a:p>
            <a:pPr lvl="1"/>
            <a:r>
              <a:rPr lang="ja-JP" altLang="en-US" dirty="0"/>
              <a:t>コンパイラ</a:t>
            </a:r>
            <a:endParaRPr kumimoji="1" lang="en-US" altLang="ja-JP" dirty="0"/>
          </a:p>
          <a:p>
            <a:pPr lvl="2"/>
            <a:r>
              <a:rPr lang="ja-JP" altLang="en-US" dirty="0"/>
              <a:t>問題回避のための専用のサポート機能の追加</a:t>
            </a:r>
            <a:endParaRPr lang="en-US" altLang="ja-JP" dirty="0"/>
          </a:p>
          <a:p>
            <a:pPr lvl="2"/>
            <a:r>
              <a:rPr kumimoji="1" lang="ja-JP" altLang="en-US" dirty="0"/>
              <a:t>例外が起こるべきものであると判明するまで、本来起こらない例外を無視する</a:t>
            </a:r>
            <a:endParaRPr kumimoji="1" lang="en-US" altLang="ja-JP" dirty="0"/>
          </a:p>
          <a:p>
            <a:pPr lvl="1"/>
            <a:r>
              <a:rPr kumimoji="1" lang="ja-JP" altLang="en-US" dirty="0"/>
              <a:t>ハードウェア</a:t>
            </a:r>
            <a:endParaRPr kumimoji="1" lang="en-US" altLang="ja-JP" dirty="0"/>
          </a:p>
          <a:p>
            <a:pPr lvl="2"/>
            <a:r>
              <a:rPr lang="ja-JP" altLang="en-US" dirty="0"/>
              <a:t>例外をバッファに蓄える</a:t>
            </a:r>
            <a:endParaRPr lang="en-US" altLang="ja-JP" dirty="0"/>
          </a:p>
          <a:p>
            <a:pPr lvl="2"/>
            <a:r>
              <a:rPr kumimoji="1" lang="ja-JP" altLang="en-US" dirty="0"/>
              <a:t>見込みが正しかったことが判明して実行を完了する段階で、保留していた例外を引き出して、普通の例外処理を行う</a:t>
            </a:r>
            <a:endParaRPr kumimoji="1" lang="en-US" altLang="ja-JP" dirty="0"/>
          </a:p>
          <a:p>
            <a:pPr lvl="2"/>
            <a:endParaRPr lang="en-US" altLang="ja-JP" dirty="0"/>
          </a:p>
        </p:txBody>
      </p:sp>
    </p:spTree>
    <p:extLst>
      <p:ext uri="{BB962C8B-B14F-4D97-AF65-F5344CB8AC3E}">
        <p14:creationId xmlns:p14="http://schemas.microsoft.com/office/powerpoint/2010/main" val="3601467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64644C-A440-EFD0-6B5E-E6260203ADA8}"/>
              </a:ext>
            </a:extLst>
          </p:cNvPr>
          <p:cNvSpPr>
            <a:spLocks noGrp="1"/>
          </p:cNvSpPr>
          <p:nvPr>
            <p:ph type="title"/>
          </p:nvPr>
        </p:nvSpPr>
        <p:spPr>
          <a:xfrm>
            <a:off x="838200" y="365125"/>
            <a:ext cx="10515600" cy="1325563"/>
          </a:xfrm>
          <a:prstGeom prst="rect">
            <a:avLst/>
          </a:prstGeom>
        </p:spPr>
        <p:txBody>
          <a:bodyPr/>
          <a:lstStyle/>
          <a:p>
            <a:r>
              <a:rPr kumimoji="1" lang="ja-JP" altLang="en-US" dirty="0"/>
              <a:t>投機実行</a:t>
            </a:r>
            <a:r>
              <a:rPr kumimoji="1" lang="en-US" altLang="ja-JP" dirty="0"/>
              <a:t>(3/3)</a:t>
            </a:r>
            <a:endParaRPr kumimoji="1" lang="ja-JP" altLang="en-US" dirty="0"/>
          </a:p>
        </p:txBody>
      </p:sp>
      <p:sp>
        <p:nvSpPr>
          <p:cNvPr id="3" name="コンテンツ プレースホルダー 2">
            <a:extLst>
              <a:ext uri="{FF2B5EF4-FFF2-40B4-BE49-F238E27FC236}">
                <a16:creationId xmlns:a16="http://schemas.microsoft.com/office/drawing/2014/main" id="{98BE5779-3E46-4B7C-DAE4-9F80F8372144}"/>
              </a:ext>
            </a:extLst>
          </p:cNvPr>
          <p:cNvSpPr>
            <a:spLocks noGrp="1"/>
          </p:cNvSpPr>
          <p:nvPr>
            <p:ph idx="4294967295"/>
          </p:nvPr>
        </p:nvSpPr>
        <p:spPr>
          <a:xfrm>
            <a:off x="838200" y="1825625"/>
            <a:ext cx="10515600" cy="4351338"/>
          </a:xfrm>
          <a:prstGeom prst="rect">
            <a:avLst/>
          </a:prstGeom>
        </p:spPr>
        <p:txBody>
          <a:bodyPr/>
          <a:lstStyle/>
          <a:p>
            <a:r>
              <a:rPr kumimoji="1" lang="ja-JP" altLang="en-US" dirty="0"/>
              <a:t>例外処理</a:t>
            </a:r>
            <a:endParaRPr kumimoji="1" lang="en-US" altLang="ja-JP" dirty="0"/>
          </a:p>
          <a:p>
            <a:pPr lvl="1"/>
            <a:r>
              <a:rPr lang="ja-JP" altLang="en-US" dirty="0"/>
              <a:t>コンパイラ</a:t>
            </a:r>
            <a:endParaRPr kumimoji="1" lang="en-US" altLang="ja-JP" dirty="0"/>
          </a:p>
          <a:p>
            <a:pPr lvl="2"/>
            <a:r>
              <a:rPr lang="ja-JP" altLang="en-US" dirty="0"/>
              <a:t>問題回避のための専用のサポート機能の追加</a:t>
            </a:r>
            <a:endParaRPr lang="en-US" altLang="ja-JP" dirty="0"/>
          </a:p>
          <a:p>
            <a:pPr lvl="2"/>
            <a:r>
              <a:rPr kumimoji="1" lang="ja-JP" altLang="en-US" dirty="0"/>
              <a:t>例外が起こるべきものであると判明するまで、本来起こらない例外を無視する</a:t>
            </a:r>
            <a:endParaRPr kumimoji="1" lang="en-US" altLang="ja-JP" dirty="0"/>
          </a:p>
          <a:p>
            <a:pPr lvl="1"/>
            <a:r>
              <a:rPr kumimoji="1" lang="ja-JP" altLang="en-US" dirty="0"/>
              <a:t>ハードウェア</a:t>
            </a:r>
            <a:endParaRPr kumimoji="1" lang="en-US" altLang="ja-JP" dirty="0"/>
          </a:p>
          <a:p>
            <a:pPr lvl="2"/>
            <a:r>
              <a:rPr lang="ja-JP" altLang="en-US" dirty="0"/>
              <a:t>例外をバッファに蓄える</a:t>
            </a:r>
            <a:endParaRPr lang="en-US" altLang="ja-JP" dirty="0"/>
          </a:p>
          <a:p>
            <a:pPr lvl="2"/>
            <a:r>
              <a:rPr kumimoji="1" lang="ja-JP" altLang="en-US" dirty="0"/>
              <a:t>見込みが正しかったことが判明して実行を完了する段階で、保留していた例外を引き出して、普通の例外処理を行う</a:t>
            </a:r>
            <a:endParaRPr kumimoji="1" lang="en-US" altLang="ja-JP" dirty="0"/>
          </a:p>
          <a:p>
            <a:pPr lvl="2"/>
            <a:endParaRPr lang="en-US" altLang="ja-JP" dirty="0"/>
          </a:p>
          <a:p>
            <a:r>
              <a:rPr kumimoji="1" lang="ja-JP" altLang="en-US" dirty="0"/>
              <a:t>適切な処理</a:t>
            </a:r>
            <a:r>
              <a:rPr kumimoji="1" lang="en-US" altLang="ja-JP" dirty="0"/>
              <a:t>:</a:t>
            </a:r>
            <a:r>
              <a:rPr kumimoji="1" lang="ja-JP" altLang="en-US" dirty="0"/>
              <a:t>性能を改善</a:t>
            </a:r>
            <a:endParaRPr kumimoji="1" lang="en-US" altLang="ja-JP" dirty="0"/>
          </a:p>
          <a:p>
            <a:r>
              <a:rPr lang="ja-JP" altLang="en-US" dirty="0"/>
              <a:t>不適切な処理</a:t>
            </a:r>
            <a:r>
              <a:rPr lang="en-US" altLang="ja-JP" dirty="0"/>
              <a:t>:</a:t>
            </a:r>
            <a:r>
              <a:rPr lang="ja-JP" altLang="en-US" dirty="0"/>
              <a:t>性能上の手痛い損失</a:t>
            </a:r>
            <a:endParaRPr kumimoji="1" lang="en-US" altLang="ja-JP" dirty="0"/>
          </a:p>
        </p:txBody>
      </p:sp>
      <p:sp>
        <p:nvSpPr>
          <p:cNvPr id="4" name="日付プレースホルダー 3">
            <a:extLst>
              <a:ext uri="{FF2B5EF4-FFF2-40B4-BE49-F238E27FC236}">
                <a16:creationId xmlns:a16="http://schemas.microsoft.com/office/drawing/2014/main" id="{FF203488-B87C-674D-5268-EDB47A57516D}"/>
              </a:ext>
            </a:extLst>
          </p:cNvPr>
          <p:cNvSpPr>
            <a:spLocks noGrp="1"/>
          </p:cNvSpPr>
          <p:nvPr>
            <p:ph type="dt" sz="half" idx="10"/>
          </p:nvPr>
        </p:nvSpPr>
        <p:spPr>
          <a:xfrm>
            <a:off x="838200" y="6356350"/>
            <a:ext cx="2743200" cy="365125"/>
          </a:xfrm>
        </p:spPr>
        <p:txBody>
          <a:bodyPr/>
          <a:lstStyle/>
          <a:p>
            <a:fld id="{7D3D8643-31CB-4F79-A1C2-EDB545F16BD7}"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504EE52B-2694-F787-549F-EF0683107ADA}"/>
              </a:ext>
            </a:extLst>
          </p:cNvPr>
          <p:cNvSpPr>
            <a:spLocks noGrp="1"/>
          </p:cNvSpPr>
          <p:nvPr>
            <p:ph type="ftr" sz="quarter" idx="11"/>
          </p:nvPr>
        </p:nvSpPr>
        <p:spPr>
          <a:xfrm>
            <a:off x="4038600" y="6356350"/>
            <a:ext cx="4114800" cy="365125"/>
          </a:xfrm>
        </p:spPr>
        <p:txBody>
          <a:body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B7657A86-53E7-2574-A394-7CCB37F4A408}"/>
              </a:ext>
            </a:extLst>
          </p:cNvPr>
          <p:cNvSpPr>
            <a:spLocks noGrp="1"/>
          </p:cNvSpPr>
          <p:nvPr>
            <p:ph type="sldNum" sz="quarter" idx="12"/>
          </p:nvPr>
        </p:nvSpPr>
        <p:spPr>
          <a:xfrm>
            <a:off x="8610600" y="6356350"/>
            <a:ext cx="2743200" cy="365125"/>
          </a:xfrm>
        </p:spPr>
        <p:txBody>
          <a:bodyPr/>
          <a:lstStyle/>
          <a:p>
            <a:fld id="{273F27D2-06B6-4999-B31F-B875E94682A2}" type="slidenum">
              <a:rPr kumimoji="1" lang="ja-JP" altLang="en-US" smtClean="0"/>
              <a:t>8</a:t>
            </a:fld>
            <a:endParaRPr kumimoji="1" lang="ja-JP" altLang="en-US"/>
          </a:p>
        </p:txBody>
      </p:sp>
    </p:spTree>
    <p:extLst>
      <p:ext uri="{BB962C8B-B14F-4D97-AF65-F5344CB8AC3E}">
        <p14:creationId xmlns:p14="http://schemas.microsoft.com/office/powerpoint/2010/main" val="2427242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207FAB4C-5576-E0DC-6D30-5FB5A90E8AF4}"/>
              </a:ext>
            </a:extLst>
          </p:cNvPr>
          <p:cNvSpPr>
            <a:spLocks noGrp="1"/>
          </p:cNvSpPr>
          <p:nvPr>
            <p:ph type="dt" sz="half" idx="10"/>
          </p:nvPr>
        </p:nvSpPr>
        <p:spPr/>
        <p:txBody>
          <a:bodyPr/>
          <a:lstStyle/>
          <a:p>
            <a:fld id="{FDAE892B-6701-4D36-8F56-F1B19DF0292D}"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99EC6C83-282B-AAE9-E497-FD27C9B49221}"/>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997F15A0-4FA5-6744-445A-CDF27996EB6B}"/>
              </a:ext>
            </a:extLst>
          </p:cNvPr>
          <p:cNvSpPr>
            <a:spLocks noGrp="1"/>
          </p:cNvSpPr>
          <p:nvPr>
            <p:ph type="sldNum" sz="quarter" idx="12"/>
          </p:nvPr>
        </p:nvSpPr>
        <p:spPr/>
        <p:txBody>
          <a:bodyPr/>
          <a:lstStyle/>
          <a:p>
            <a:fld id="{D424D12C-9692-4086-B843-0896D3A9ECC1}" type="slidenum">
              <a:rPr lang="ja-JP" altLang="en-US" smtClean="0"/>
              <a:pPr/>
              <a:t>9</a:t>
            </a:fld>
            <a:endParaRPr lang="ja-JP" altLang="en-US" dirty="0"/>
          </a:p>
        </p:txBody>
      </p:sp>
      <p:sp>
        <p:nvSpPr>
          <p:cNvPr id="7" name="タイトル 1">
            <a:extLst>
              <a:ext uri="{FF2B5EF4-FFF2-40B4-BE49-F238E27FC236}">
                <a16:creationId xmlns:a16="http://schemas.microsoft.com/office/drawing/2014/main" id="{55B57179-D88C-AFA3-1377-A466BBC6AA85}"/>
              </a:ext>
            </a:extLst>
          </p:cNvPr>
          <p:cNvSpPr>
            <a:spLocks noGrp="1"/>
          </p:cNvSpPr>
          <p:nvPr>
            <p:ph type="title"/>
          </p:nvPr>
        </p:nvSpPr>
        <p:spPr>
          <a:xfrm>
            <a:off x="341313" y="136525"/>
            <a:ext cx="11518900" cy="727075"/>
          </a:xfrm>
          <a:prstGeom prst="rect">
            <a:avLst/>
          </a:prstGeom>
        </p:spPr>
        <p:txBody>
          <a:bodyPr/>
          <a:lstStyle/>
          <a:p>
            <a:r>
              <a:rPr kumimoji="1" lang="ja-JP" altLang="en-US" dirty="0"/>
              <a:t>静的な複数命令発行</a:t>
            </a:r>
          </a:p>
        </p:txBody>
      </p:sp>
      <p:sp>
        <p:nvSpPr>
          <p:cNvPr id="8" name="コンテンツ プレースホルダー 2">
            <a:extLst>
              <a:ext uri="{FF2B5EF4-FFF2-40B4-BE49-F238E27FC236}">
                <a16:creationId xmlns:a16="http://schemas.microsoft.com/office/drawing/2014/main" id="{41C709CD-8D17-CE8A-8D99-E93B87921182}"/>
              </a:ext>
            </a:extLst>
          </p:cNvPr>
          <p:cNvSpPr>
            <a:spLocks noGrp="1"/>
          </p:cNvSpPr>
          <p:nvPr>
            <p:ph idx="1"/>
          </p:nvPr>
        </p:nvSpPr>
        <p:spPr>
          <a:xfrm>
            <a:off x="341313" y="1050925"/>
            <a:ext cx="11518900" cy="5118100"/>
          </a:xfrm>
          <a:prstGeom prst="rect">
            <a:avLst/>
          </a:prstGeom>
        </p:spPr>
        <p:txBody>
          <a:bodyPr/>
          <a:lstStyle/>
          <a:p>
            <a:r>
              <a:rPr kumimoji="1" lang="ja-JP" altLang="en-US" dirty="0"/>
              <a:t>発行パケット</a:t>
            </a:r>
            <a:endParaRPr kumimoji="1" lang="en-US" altLang="ja-JP" dirty="0"/>
          </a:p>
          <a:p>
            <a:pPr lvl="1"/>
            <a:r>
              <a:rPr lang="ja-JP" altLang="en-US" dirty="0"/>
              <a:t>クロック・サイクルで発行される</a:t>
            </a:r>
            <a:r>
              <a:rPr lang="en-US" altLang="ja-JP" dirty="0"/>
              <a:t>1</a:t>
            </a:r>
            <a:r>
              <a:rPr lang="ja-JP" altLang="en-US" dirty="0"/>
              <a:t>組の命令</a:t>
            </a:r>
            <a:endParaRPr lang="en-US" altLang="ja-JP" dirty="0"/>
          </a:p>
          <a:p>
            <a:pPr lvl="1"/>
            <a:r>
              <a:rPr kumimoji="1" lang="ja-JP" altLang="en-US" dirty="0"/>
              <a:t>超長形式機械命令</a:t>
            </a:r>
            <a:r>
              <a:rPr kumimoji="1" lang="en-US" altLang="ja-JP" dirty="0"/>
              <a:t>(VLIW)</a:t>
            </a:r>
          </a:p>
          <a:p>
            <a:pPr lvl="2"/>
            <a:r>
              <a:rPr kumimoji="1" lang="ja-JP" altLang="en-US" dirty="0"/>
              <a:t>複数の命令操作を一緒にした</a:t>
            </a:r>
            <a:r>
              <a:rPr kumimoji="1" lang="en-US" altLang="ja-JP" dirty="0"/>
              <a:t>1</a:t>
            </a:r>
            <a:r>
              <a:rPr kumimoji="1" lang="ja-JP" altLang="en-US" dirty="0"/>
              <a:t>つの大きな命令とみなす</a:t>
            </a:r>
            <a:endParaRPr kumimoji="1" lang="en-US" altLang="ja-JP" dirty="0"/>
          </a:p>
          <a:p>
            <a:r>
              <a:rPr kumimoji="1" lang="ja-JP" altLang="en-US" dirty="0"/>
              <a:t>コンパイラ</a:t>
            </a:r>
            <a:endParaRPr kumimoji="1" lang="en-US" altLang="ja-JP" dirty="0"/>
          </a:p>
          <a:p>
            <a:pPr lvl="1"/>
            <a:r>
              <a:rPr kumimoji="1" lang="ja-JP" altLang="en-US" dirty="0"/>
              <a:t>静的分岐予測</a:t>
            </a:r>
            <a:endParaRPr kumimoji="1" lang="en-US" altLang="ja-JP" dirty="0"/>
          </a:p>
          <a:p>
            <a:pPr lvl="1"/>
            <a:r>
              <a:rPr lang="ja-JP" altLang="en-US" dirty="0"/>
              <a:t>コードスケジューリング</a:t>
            </a:r>
            <a:endParaRPr kumimoji="1" lang="en-US" altLang="ja-JP" dirty="0"/>
          </a:p>
        </p:txBody>
      </p:sp>
    </p:spTree>
    <p:extLst>
      <p:ext uri="{BB962C8B-B14F-4D97-AF65-F5344CB8AC3E}">
        <p14:creationId xmlns:p14="http://schemas.microsoft.com/office/powerpoint/2010/main" val="3180556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AC5DBCC4-9CFA-45C5-2776-80BB7AC18E40}"/>
              </a:ext>
            </a:extLst>
          </p:cNvPr>
          <p:cNvSpPr>
            <a:spLocks noGrp="1"/>
          </p:cNvSpPr>
          <p:nvPr>
            <p:ph type="dt" sz="half" idx="10"/>
          </p:nvPr>
        </p:nvSpPr>
        <p:spPr/>
        <p:txBody>
          <a:bodyPr/>
          <a:lstStyle/>
          <a:p>
            <a:fld id="{8E57E988-180F-4EB0-9B18-5B432F17C35F}"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874C4D1A-51FE-DBFB-A7EA-81A72A135911}"/>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4F3FB0FC-A7F2-DF8D-33FB-E677DB25DC42}"/>
              </a:ext>
            </a:extLst>
          </p:cNvPr>
          <p:cNvSpPr>
            <a:spLocks noGrp="1"/>
          </p:cNvSpPr>
          <p:nvPr>
            <p:ph type="sldNum" sz="quarter" idx="12"/>
          </p:nvPr>
        </p:nvSpPr>
        <p:spPr/>
        <p:txBody>
          <a:bodyPr/>
          <a:lstStyle/>
          <a:p>
            <a:fld id="{D424D12C-9692-4086-B843-0896D3A9ECC1}" type="slidenum">
              <a:rPr lang="ja-JP" altLang="en-US" smtClean="0"/>
              <a:pPr/>
              <a:t>10</a:t>
            </a:fld>
            <a:endParaRPr lang="ja-JP" altLang="en-US" dirty="0"/>
          </a:p>
        </p:txBody>
      </p:sp>
      <p:sp>
        <p:nvSpPr>
          <p:cNvPr id="7" name="タイトル 1">
            <a:extLst>
              <a:ext uri="{FF2B5EF4-FFF2-40B4-BE49-F238E27FC236}">
                <a16:creationId xmlns:a16="http://schemas.microsoft.com/office/drawing/2014/main" id="{D177922D-A4B5-405F-ABB9-69284994917F}"/>
              </a:ext>
            </a:extLst>
          </p:cNvPr>
          <p:cNvSpPr>
            <a:spLocks noGrp="1"/>
          </p:cNvSpPr>
          <p:nvPr>
            <p:ph type="title"/>
          </p:nvPr>
        </p:nvSpPr>
        <p:spPr>
          <a:xfrm>
            <a:off x="341313" y="136525"/>
            <a:ext cx="11518900" cy="727075"/>
          </a:xfrm>
          <a:prstGeom prst="rect">
            <a:avLst/>
          </a:prstGeom>
        </p:spPr>
        <p:txBody>
          <a:bodyPr/>
          <a:lstStyle/>
          <a:p>
            <a:r>
              <a:rPr kumimoji="1" lang="ja-JP" altLang="en-US" dirty="0"/>
              <a:t>スーパースカラ</a:t>
            </a:r>
            <a:r>
              <a:rPr kumimoji="1" lang="en-US" altLang="ja-JP" dirty="0"/>
              <a:t>(1/2)</a:t>
            </a:r>
            <a:endParaRPr kumimoji="1" lang="ja-JP" altLang="en-US" dirty="0"/>
          </a:p>
        </p:txBody>
      </p:sp>
      <p:sp>
        <p:nvSpPr>
          <p:cNvPr id="8" name="コンテンツ プレースホルダー 2">
            <a:extLst>
              <a:ext uri="{FF2B5EF4-FFF2-40B4-BE49-F238E27FC236}">
                <a16:creationId xmlns:a16="http://schemas.microsoft.com/office/drawing/2014/main" id="{21C8FABF-6423-B40B-745C-9B3ADCCB67EB}"/>
              </a:ext>
            </a:extLst>
          </p:cNvPr>
          <p:cNvSpPr>
            <a:spLocks noGrp="1"/>
          </p:cNvSpPr>
          <p:nvPr>
            <p:ph idx="1"/>
          </p:nvPr>
        </p:nvSpPr>
        <p:spPr>
          <a:xfrm>
            <a:off x="341313" y="1050925"/>
            <a:ext cx="11518900" cy="5118100"/>
          </a:xfrm>
          <a:prstGeom prst="rect">
            <a:avLst/>
          </a:prstGeom>
        </p:spPr>
        <p:txBody>
          <a:bodyPr/>
          <a:lstStyle/>
          <a:p>
            <a:r>
              <a:rPr kumimoji="1" lang="ja-JP" altLang="en-US" dirty="0"/>
              <a:t>動的な複数命令発行プロセッサ</a:t>
            </a:r>
            <a:endParaRPr kumimoji="1" lang="en-US" altLang="ja-JP" dirty="0"/>
          </a:p>
          <a:p>
            <a:pPr lvl="1"/>
            <a:r>
              <a:rPr lang="ja-JP" altLang="en-US" dirty="0"/>
              <a:t>発行できる命令をプロセッサにて判断</a:t>
            </a:r>
            <a:endParaRPr lang="en-US" altLang="ja-JP" dirty="0"/>
          </a:p>
          <a:p>
            <a:pPr lvl="1"/>
            <a:r>
              <a:rPr kumimoji="1" lang="ja-JP" altLang="en-US" dirty="0"/>
              <a:t>コンパイラで命令をスケジューリング</a:t>
            </a:r>
            <a:r>
              <a:rPr kumimoji="1" lang="en-US" altLang="ja-JP" dirty="0"/>
              <a:t>(</a:t>
            </a:r>
            <a:r>
              <a:rPr kumimoji="1" lang="ja-JP" altLang="en-US" dirty="0"/>
              <a:t>依存関係をなくす</a:t>
            </a:r>
            <a:r>
              <a:rPr kumimoji="1" lang="en-US" altLang="ja-JP" dirty="0"/>
              <a:t>)</a:t>
            </a:r>
          </a:p>
          <a:p>
            <a:pPr lvl="2"/>
            <a:r>
              <a:rPr lang="ja-JP" altLang="en-US" dirty="0"/>
              <a:t>命令発行率の向上</a:t>
            </a:r>
            <a:endParaRPr lang="en-US" altLang="ja-JP" dirty="0"/>
          </a:p>
        </p:txBody>
      </p:sp>
    </p:spTree>
    <p:extLst>
      <p:ext uri="{BB962C8B-B14F-4D97-AF65-F5344CB8AC3E}">
        <p14:creationId xmlns:p14="http://schemas.microsoft.com/office/powerpoint/2010/main" val="4246647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F2D1444F-B7A0-4BEC-FC18-C1A2B1E2CCC6}"/>
              </a:ext>
            </a:extLst>
          </p:cNvPr>
          <p:cNvSpPr>
            <a:spLocks noGrp="1"/>
          </p:cNvSpPr>
          <p:nvPr>
            <p:ph type="dt" sz="half" idx="10"/>
          </p:nvPr>
        </p:nvSpPr>
        <p:spPr/>
        <p:txBody>
          <a:bodyPr/>
          <a:lstStyle/>
          <a:p>
            <a:fld id="{B5C49D23-D6FA-46D9-95BF-9DAC331B746A}"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2641474B-B430-599D-6679-BF3A75E02EDE}"/>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3886512C-86B6-D42F-46F2-A1828325ED40}"/>
              </a:ext>
            </a:extLst>
          </p:cNvPr>
          <p:cNvSpPr>
            <a:spLocks noGrp="1"/>
          </p:cNvSpPr>
          <p:nvPr>
            <p:ph type="sldNum" sz="quarter" idx="12"/>
          </p:nvPr>
        </p:nvSpPr>
        <p:spPr/>
        <p:txBody>
          <a:bodyPr/>
          <a:lstStyle/>
          <a:p>
            <a:fld id="{D424D12C-9692-4086-B843-0896D3A9ECC1}" type="slidenum">
              <a:rPr lang="ja-JP" altLang="en-US" smtClean="0"/>
              <a:pPr/>
              <a:t>11</a:t>
            </a:fld>
            <a:endParaRPr lang="ja-JP" altLang="en-US" dirty="0"/>
          </a:p>
        </p:txBody>
      </p:sp>
      <p:sp>
        <p:nvSpPr>
          <p:cNvPr id="7" name="タイトル 1">
            <a:extLst>
              <a:ext uri="{FF2B5EF4-FFF2-40B4-BE49-F238E27FC236}">
                <a16:creationId xmlns:a16="http://schemas.microsoft.com/office/drawing/2014/main" id="{D24D8DAD-95E4-2917-3B0E-B3797CEAA991}"/>
              </a:ext>
            </a:extLst>
          </p:cNvPr>
          <p:cNvSpPr>
            <a:spLocks noGrp="1"/>
          </p:cNvSpPr>
          <p:nvPr>
            <p:ph type="title"/>
          </p:nvPr>
        </p:nvSpPr>
        <p:spPr>
          <a:xfrm>
            <a:off x="341313" y="136525"/>
            <a:ext cx="11518900" cy="727075"/>
          </a:xfrm>
          <a:prstGeom prst="rect">
            <a:avLst/>
          </a:prstGeom>
        </p:spPr>
        <p:txBody>
          <a:bodyPr/>
          <a:lstStyle/>
          <a:p>
            <a:r>
              <a:rPr kumimoji="1" lang="ja-JP" altLang="en-US" dirty="0"/>
              <a:t>スーパースカラ</a:t>
            </a:r>
            <a:r>
              <a:rPr kumimoji="1" lang="en-US" altLang="ja-JP" dirty="0"/>
              <a:t>(2/2)</a:t>
            </a:r>
            <a:endParaRPr kumimoji="1" lang="ja-JP" altLang="en-US" dirty="0"/>
          </a:p>
        </p:txBody>
      </p:sp>
      <p:sp>
        <p:nvSpPr>
          <p:cNvPr id="8" name="コンテンツ プレースホルダー 2">
            <a:extLst>
              <a:ext uri="{FF2B5EF4-FFF2-40B4-BE49-F238E27FC236}">
                <a16:creationId xmlns:a16="http://schemas.microsoft.com/office/drawing/2014/main" id="{A060572D-9678-E26E-FE55-E5AD08EB14E0}"/>
              </a:ext>
            </a:extLst>
          </p:cNvPr>
          <p:cNvSpPr>
            <a:spLocks noGrp="1"/>
          </p:cNvSpPr>
          <p:nvPr>
            <p:ph idx="1"/>
          </p:nvPr>
        </p:nvSpPr>
        <p:spPr>
          <a:xfrm>
            <a:off x="341313" y="1050925"/>
            <a:ext cx="11518900" cy="5118100"/>
          </a:xfrm>
          <a:prstGeom prst="rect">
            <a:avLst/>
          </a:prstGeom>
        </p:spPr>
        <p:txBody>
          <a:bodyPr>
            <a:normAutofit/>
          </a:bodyPr>
          <a:lstStyle/>
          <a:p>
            <a:r>
              <a:rPr kumimoji="1" lang="ja-JP" altLang="en-US" dirty="0"/>
              <a:t>単純なスーパースカラ</a:t>
            </a:r>
            <a:endParaRPr kumimoji="1" lang="en-US" altLang="ja-JP" dirty="0"/>
          </a:p>
          <a:p>
            <a:pPr lvl="1"/>
            <a:r>
              <a:rPr lang="ja-JP" altLang="en-US" dirty="0"/>
              <a:t>スケジューリングの有無にかかわらず、</a:t>
            </a:r>
            <a:br>
              <a:rPr lang="en-US" altLang="ja-JP" dirty="0"/>
            </a:br>
            <a:r>
              <a:rPr lang="ja-JP" altLang="en-US" dirty="0"/>
              <a:t>コードがハードウェアによって正しく実行</a:t>
            </a:r>
            <a:endParaRPr lang="en-US" altLang="ja-JP" dirty="0"/>
          </a:p>
          <a:p>
            <a:pPr lvl="1"/>
            <a:r>
              <a:rPr kumimoji="1" lang="ja-JP" altLang="en-US" dirty="0"/>
              <a:t>コンパイルされたコードは常に正しく実行</a:t>
            </a:r>
          </a:p>
          <a:p>
            <a:r>
              <a:rPr kumimoji="1" lang="en-US" altLang="ja-JP" dirty="0"/>
              <a:t>VLIW</a:t>
            </a:r>
            <a:r>
              <a:rPr kumimoji="1" lang="ja-JP" altLang="en-US" dirty="0"/>
              <a:t>プロセッサ</a:t>
            </a:r>
            <a:endParaRPr kumimoji="1" lang="en-US" altLang="ja-JP" dirty="0"/>
          </a:p>
          <a:p>
            <a:pPr lvl="1"/>
            <a:r>
              <a:rPr lang="ja-JP" altLang="en-US" dirty="0"/>
              <a:t>別のプロセッサ・モデルに移植するにはコードを再コンパイル</a:t>
            </a:r>
            <a:endParaRPr lang="en-US" altLang="ja-JP" dirty="0"/>
          </a:p>
          <a:p>
            <a:pPr lvl="1"/>
            <a:endParaRPr lang="en-US" altLang="ja-JP" dirty="0"/>
          </a:p>
          <a:p>
            <a:r>
              <a:rPr kumimoji="1" lang="ja-JP" altLang="en-US" dirty="0"/>
              <a:t>動的パイプライン・スケジューリング</a:t>
            </a:r>
            <a:endParaRPr lang="en-US" altLang="ja-JP" dirty="0"/>
          </a:p>
          <a:p>
            <a:pPr lvl="1"/>
            <a:r>
              <a:rPr kumimoji="1" lang="ja-JP" altLang="en-US" dirty="0"/>
              <a:t>動的命令発行の判定機能を拡張</a:t>
            </a:r>
            <a:endParaRPr kumimoji="1" lang="en-US" altLang="ja-JP" dirty="0"/>
          </a:p>
          <a:p>
            <a:pPr lvl="1"/>
            <a:r>
              <a:rPr lang="ja-JP" altLang="en-US" dirty="0"/>
              <a:t>ハザードとストールを回避しながら、</a:t>
            </a:r>
            <a:br>
              <a:rPr lang="en-US" altLang="ja-JP" dirty="0"/>
            </a:br>
            <a:r>
              <a:rPr lang="ja-JP" altLang="en-US" dirty="0"/>
              <a:t>あるクロック・サイクルでどの命令を実行するか選択</a:t>
            </a:r>
            <a:endParaRPr lang="en-US" altLang="ja-JP" dirty="0"/>
          </a:p>
          <a:p>
            <a:pPr lvl="1"/>
            <a:endParaRPr kumimoji="1" lang="ja-JP" altLang="en-US" dirty="0"/>
          </a:p>
        </p:txBody>
      </p:sp>
    </p:spTree>
    <p:extLst>
      <p:ext uri="{BB962C8B-B14F-4D97-AF65-F5344CB8AC3E}">
        <p14:creationId xmlns:p14="http://schemas.microsoft.com/office/powerpoint/2010/main" val="2498312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255C2C76-B5BD-0B5A-E4CE-85D1D0ACDDC1}"/>
              </a:ext>
            </a:extLst>
          </p:cNvPr>
          <p:cNvSpPr>
            <a:spLocks noGrp="1"/>
          </p:cNvSpPr>
          <p:nvPr>
            <p:ph type="dt" sz="half" idx="10"/>
          </p:nvPr>
        </p:nvSpPr>
        <p:spPr/>
        <p:txBody>
          <a:bodyPr/>
          <a:lstStyle/>
          <a:p>
            <a:fld id="{EF990907-D32D-4DA3-8392-8377CE05E0FF}"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892235F7-DB87-B5B8-B6FE-992EB514BD7E}"/>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ABE5391F-B1D4-FE87-91D6-B341FB6D1783}"/>
              </a:ext>
            </a:extLst>
          </p:cNvPr>
          <p:cNvSpPr>
            <a:spLocks noGrp="1"/>
          </p:cNvSpPr>
          <p:nvPr>
            <p:ph type="sldNum" sz="quarter" idx="12"/>
          </p:nvPr>
        </p:nvSpPr>
        <p:spPr/>
        <p:txBody>
          <a:bodyPr/>
          <a:lstStyle/>
          <a:p>
            <a:fld id="{D424D12C-9692-4086-B843-0896D3A9ECC1}" type="slidenum">
              <a:rPr lang="ja-JP" altLang="en-US" smtClean="0"/>
              <a:pPr/>
              <a:t>12</a:t>
            </a:fld>
            <a:endParaRPr lang="ja-JP" altLang="en-US" dirty="0"/>
          </a:p>
        </p:txBody>
      </p:sp>
      <p:sp>
        <p:nvSpPr>
          <p:cNvPr id="7" name="タイトル 1">
            <a:extLst>
              <a:ext uri="{FF2B5EF4-FFF2-40B4-BE49-F238E27FC236}">
                <a16:creationId xmlns:a16="http://schemas.microsoft.com/office/drawing/2014/main" id="{6D175E8E-7E90-3A13-B11C-CC6AA2EE9323}"/>
              </a:ext>
            </a:extLst>
          </p:cNvPr>
          <p:cNvSpPr>
            <a:spLocks noGrp="1"/>
          </p:cNvSpPr>
          <p:nvPr>
            <p:ph type="title"/>
          </p:nvPr>
        </p:nvSpPr>
        <p:spPr>
          <a:xfrm>
            <a:off x="341313" y="136525"/>
            <a:ext cx="11518900" cy="727075"/>
          </a:xfrm>
          <a:prstGeom prst="rect">
            <a:avLst/>
          </a:prstGeom>
        </p:spPr>
        <p:txBody>
          <a:bodyPr/>
          <a:lstStyle/>
          <a:p>
            <a:r>
              <a:rPr kumimoji="1" lang="ja-JP" altLang="en-US" dirty="0"/>
              <a:t>データ依存</a:t>
            </a:r>
          </a:p>
        </p:txBody>
      </p:sp>
      <p:sp>
        <p:nvSpPr>
          <p:cNvPr id="8" name="コンテンツ プレースホルダー 2">
            <a:extLst>
              <a:ext uri="{FF2B5EF4-FFF2-40B4-BE49-F238E27FC236}">
                <a16:creationId xmlns:a16="http://schemas.microsoft.com/office/drawing/2014/main" id="{92572633-A1E6-36C8-E783-00CA71FCA124}"/>
              </a:ext>
            </a:extLst>
          </p:cNvPr>
          <p:cNvSpPr>
            <a:spLocks noGrp="1"/>
          </p:cNvSpPr>
          <p:nvPr>
            <p:ph idx="1"/>
          </p:nvPr>
        </p:nvSpPr>
        <p:spPr>
          <a:xfrm>
            <a:off x="341313" y="1050925"/>
            <a:ext cx="11518900" cy="5118100"/>
          </a:xfrm>
          <a:prstGeom prst="rect">
            <a:avLst/>
          </a:prstGeom>
        </p:spPr>
        <p:txBody>
          <a:bodyPr>
            <a:normAutofit/>
          </a:bodyPr>
          <a:lstStyle/>
          <a:p>
            <a:r>
              <a:rPr kumimoji="1" lang="ja-JP" altLang="en-US" dirty="0"/>
              <a:t>フロー依存</a:t>
            </a:r>
            <a:endParaRPr kumimoji="1" lang="en-US" altLang="ja-JP" dirty="0"/>
          </a:p>
          <a:p>
            <a:pPr lvl="1"/>
            <a:r>
              <a:rPr kumimoji="1" lang="ja-JP" altLang="en-US" dirty="0"/>
              <a:t>命令</a:t>
            </a:r>
            <a:r>
              <a:rPr kumimoji="1" lang="en-US" altLang="ja-JP" dirty="0"/>
              <a:t>A</a:t>
            </a:r>
            <a:r>
              <a:rPr kumimoji="1" lang="ja-JP" altLang="en-US" dirty="0"/>
              <a:t>で書き込んだ値を</a:t>
            </a:r>
            <a:br>
              <a:rPr kumimoji="1" lang="en-US" altLang="ja-JP" dirty="0"/>
            </a:br>
            <a:r>
              <a:rPr kumimoji="1" lang="ja-JP" altLang="en-US" dirty="0"/>
              <a:t>後続の命令</a:t>
            </a:r>
            <a:r>
              <a:rPr kumimoji="1" lang="en-US" altLang="ja-JP" dirty="0"/>
              <a:t>B</a:t>
            </a:r>
            <a:r>
              <a:rPr kumimoji="1" lang="ja-JP" altLang="en-US" dirty="0"/>
              <a:t>で読み出すことで起こる</a:t>
            </a:r>
            <a:r>
              <a:rPr lang="ja-JP" altLang="en-US" dirty="0"/>
              <a:t>依存関係</a:t>
            </a:r>
            <a:r>
              <a:rPr lang="en-US" altLang="ja-JP" dirty="0"/>
              <a:t>(</a:t>
            </a:r>
            <a:r>
              <a:rPr lang="ja-JP" altLang="en-US" dirty="0"/>
              <a:t>真の依存関係</a:t>
            </a:r>
            <a:r>
              <a:rPr lang="en-US" altLang="ja-JP" dirty="0"/>
              <a:t>)</a:t>
            </a:r>
          </a:p>
          <a:p>
            <a:r>
              <a:rPr kumimoji="1" lang="ja-JP" altLang="en-US" dirty="0"/>
              <a:t>逆依存</a:t>
            </a:r>
            <a:endParaRPr kumimoji="1" lang="en-US" altLang="ja-JP" dirty="0"/>
          </a:p>
          <a:p>
            <a:pPr lvl="1"/>
            <a:r>
              <a:rPr lang="ja-JP" altLang="en-US" dirty="0"/>
              <a:t>命令</a:t>
            </a:r>
            <a:r>
              <a:rPr lang="en-US" altLang="ja-JP" dirty="0"/>
              <a:t>A</a:t>
            </a:r>
            <a:r>
              <a:rPr lang="ja-JP" altLang="en-US" dirty="0"/>
              <a:t>で読み出したレジスタに</a:t>
            </a:r>
            <a:br>
              <a:rPr lang="en-US" altLang="ja-JP" dirty="0"/>
            </a:br>
            <a:r>
              <a:rPr lang="ja-JP" altLang="en-US" dirty="0"/>
              <a:t>後続の命令</a:t>
            </a:r>
            <a:r>
              <a:rPr lang="en-US" altLang="ja-JP" dirty="0"/>
              <a:t>B</a:t>
            </a:r>
            <a:r>
              <a:rPr lang="ja-JP" altLang="en-US" dirty="0"/>
              <a:t>が書き込みを行うことで起こる依存関係</a:t>
            </a:r>
            <a:endParaRPr lang="en-US" altLang="ja-JP" dirty="0"/>
          </a:p>
          <a:p>
            <a:r>
              <a:rPr kumimoji="1" lang="ja-JP" altLang="en-US" dirty="0"/>
              <a:t>出力依存</a:t>
            </a:r>
            <a:endParaRPr kumimoji="1" lang="en-US" altLang="ja-JP" dirty="0"/>
          </a:p>
          <a:p>
            <a:pPr lvl="1"/>
            <a:r>
              <a:rPr kumimoji="1" lang="ja-JP" altLang="en-US" dirty="0"/>
              <a:t>命令</a:t>
            </a:r>
            <a:r>
              <a:rPr kumimoji="1" lang="en-US" altLang="ja-JP" dirty="0"/>
              <a:t>A</a:t>
            </a:r>
            <a:r>
              <a:rPr kumimoji="1" lang="ja-JP" altLang="en-US" dirty="0"/>
              <a:t>で書き込んだレジスタに</a:t>
            </a:r>
            <a:br>
              <a:rPr kumimoji="1" lang="en-US" altLang="ja-JP" dirty="0"/>
            </a:br>
            <a:r>
              <a:rPr kumimoji="1" lang="ja-JP" altLang="en-US" dirty="0"/>
              <a:t>後続の命令</a:t>
            </a:r>
            <a:r>
              <a:rPr kumimoji="1" lang="en-US" altLang="ja-JP" dirty="0"/>
              <a:t>B</a:t>
            </a:r>
            <a:r>
              <a:rPr kumimoji="1" lang="ja-JP" altLang="en-US" dirty="0"/>
              <a:t>が再度書き込みを行うことで起こる依存関係</a:t>
            </a:r>
            <a:endParaRPr kumimoji="1" lang="en-US" altLang="ja-JP" dirty="0"/>
          </a:p>
          <a:p>
            <a:pPr lvl="1"/>
            <a:endParaRPr lang="en-US" altLang="ja-JP" dirty="0"/>
          </a:p>
          <a:p>
            <a:pPr marL="0" indent="0">
              <a:buNone/>
            </a:pPr>
            <a:r>
              <a:rPr kumimoji="1" lang="ja-JP" altLang="en-US" dirty="0"/>
              <a:t>逆依存と出力依存は、主に</a:t>
            </a:r>
            <a:r>
              <a:rPr kumimoji="1" lang="ja-JP" altLang="en-US" dirty="0">
                <a:solidFill>
                  <a:srgbClr val="FF0000"/>
                </a:solidFill>
              </a:rPr>
              <a:t>レジスタ数の不足</a:t>
            </a:r>
            <a:r>
              <a:rPr kumimoji="1" lang="ja-JP" altLang="en-US" dirty="0"/>
              <a:t>からくる依存</a:t>
            </a:r>
            <a:br>
              <a:rPr kumimoji="1" lang="en-US" altLang="ja-JP" dirty="0"/>
            </a:br>
            <a:r>
              <a:rPr kumimoji="1" lang="ja-JP" altLang="en-US" dirty="0"/>
              <a:t>解決法</a:t>
            </a:r>
            <a:r>
              <a:rPr kumimoji="1" lang="en-US" altLang="ja-JP" dirty="0"/>
              <a:t>:</a:t>
            </a:r>
            <a:r>
              <a:rPr kumimoji="1" lang="ja-JP" altLang="en-US" dirty="0"/>
              <a:t>レジスタリネーミング</a:t>
            </a:r>
            <a:endParaRPr kumimoji="1" lang="en-US" altLang="ja-JP" dirty="0"/>
          </a:p>
        </p:txBody>
      </p:sp>
    </p:spTree>
    <p:extLst>
      <p:ext uri="{BB962C8B-B14F-4D97-AF65-F5344CB8AC3E}">
        <p14:creationId xmlns:p14="http://schemas.microsoft.com/office/powerpoint/2010/main" val="3414501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89E6307-4943-5B21-582A-487FF5738353}"/>
              </a:ext>
            </a:extLst>
          </p:cNvPr>
          <p:cNvSpPr>
            <a:spLocks noGrp="1"/>
          </p:cNvSpPr>
          <p:nvPr>
            <p:ph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5CACC15E-7A15-60E1-7DB0-FD8989AD823B}"/>
              </a:ext>
            </a:extLst>
          </p:cNvPr>
          <p:cNvSpPr>
            <a:spLocks noGrp="1"/>
          </p:cNvSpPr>
          <p:nvPr>
            <p:ph type="dt" sz="half" idx="10"/>
          </p:nvPr>
        </p:nvSpPr>
        <p:spPr/>
        <p:txBody>
          <a:bodyPr/>
          <a:lstStyle/>
          <a:p>
            <a:fld id="{28B6398D-78F3-4E15-B2B3-856BA1B4ACA3}"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DECCC4CD-EA30-127E-25FA-E05DD56A05A8}"/>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E3D326C4-ED27-12D0-4AA3-A172CEF597D2}"/>
              </a:ext>
            </a:extLst>
          </p:cNvPr>
          <p:cNvSpPr>
            <a:spLocks noGrp="1"/>
          </p:cNvSpPr>
          <p:nvPr>
            <p:ph type="sldNum" sz="quarter" idx="12"/>
          </p:nvPr>
        </p:nvSpPr>
        <p:spPr/>
        <p:txBody>
          <a:bodyPr/>
          <a:lstStyle/>
          <a:p>
            <a:fld id="{D424D12C-9692-4086-B843-0896D3A9ECC1}" type="slidenum">
              <a:rPr lang="ja-JP" altLang="en-US" smtClean="0"/>
              <a:pPr/>
              <a:t>13</a:t>
            </a:fld>
            <a:endParaRPr lang="ja-JP" altLang="en-US" dirty="0"/>
          </a:p>
        </p:txBody>
      </p:sp>
      <p:sp>
        <p:nvSpPr>
          <p:cNvPr id="7" name="タイトル 1">
            <a:extLst>
              <a:ext uri="{FF2B5EF4-FFF2-40B4-BE49-F238E27FC236}">
                <a16:creationId xmlns:a16="http://schemas.microsoft.com/office/drawing/2014/main" id="{FD8914A4-63CF-ADD7-6B33-BC0E1E881195}"/>
              </a:ext>
            </a:extLst>
          </p:cNvPr>
          <p:cNvSpPr>
            <a:spLocks noGrp="1"/>
          </p:cNvSpPr>
          <p:nvPr>
            <p:ph type="title"/>
          </p:nvPr>
        </p:nvSpPr>
        <p:spPr>
          <a:xfrm>
            <a:off x="341313" y="136525"/>
            <a:ext cx="11518900" cy="727075"/>
          </a:xfrm>
          <a:prstGeom prst="rect">
            <a:avLst/>
          </a:prstGeom>
        </p:spPr>
        <p:txBody>
          <a:bodyPr/>
          <a:lstStyle/>
          <a:p>
            <a:r>
              <a:rPr kumimoji="1" lang="ja-JP" altLang="en-US" dirty="0"/>
              <a:t>データ依存</a:t>
            </a:r>
          </a:p>
        </p:txBody>
      </p:sp>
      <p:pic>
        <p:nvPicPr>
          <p:cNvPr id="8" name="図 7">
            <a:extLst>
              <a:ext uri="{FF2B5EF4-FFF2-40B4-BE49-F238E27FC236}">
                <a16:creationId xmlns:a16="http://schemas.microsoft.com/office/drawing/2014/main" id="{83FFB2C1-A3E1-E60D-0D6E-5776A26017A2}"/>
              </a:ext>
            </a:extLst>
          </p:cNvPr>
          <p:cNvPicPr>
            <a:picLocks noChangeAspect="1"/>
          </p:cNvPicPr>
          <p:nvPr/>
        </p:nvPicPr>
        <p:blipFill>
          <a:blip r:embed="rId2"/>
          <a:stretch>
            <a:fillRect/>
          </a:stretch>
        </p:blipFill>
        <p:spPr>
          <a:xfrm>
            <a:off x="886000" y="1858107"/>
            <a:ext cx="6431510" cy="3902195"/>
          </a:xfrm>
          <a:prstGeom prst="rect">
            <a:avLst/>
          </a:prstGeom>
        </p:spPr>
      </p:pic>
      <p:pic>
        <p:nvPicPr>
          <p:cNvPr id="9" name="図 8">
            <a:extLst>
              <a:ext uri="{FF2B5EF4-FFF2-40B4-BE49-F238E27FC236}">
                <a16:creationId xmlns:a16="http://schemas.microsoft.com/office/drawing/2014/main" id="{6A71DC58-5B05-CCE3-0201-EFE3AF2C006A}"/>
              </a:ext>
            </a:extLst>
          </p:cNvPr>
          <p:cNvPicPr>
            <a:picLocks noChangeAspect="1"/>
          </p:cNvPicPr>
          <p:nvPr/>
        </p:nvPicPr>
        <p:blipFill>
          <a:blip r:embed="rId3"/>
          <a:stretch>
            <a:fillRect/>
          </a:stretch>
        </p:blipFill>
        <p:spPr>
          <a:xfrm>
            <a:off x="7558898" y="1858107"/>
            <a:ext cx="3963526" cy="3902195"/>
          </a:xfrm>
          <a:prstGeom prst="rect">
            <a:avLst/>
          </a:prstGeom>
        </p:spPr>
      </p:pic>
    </p:spTree>
    <p:extLst>
      <p:ext uri="{BB962C8B-B14F-4D97-AF65-F5344CB8AC3E}">
        <p14:creationId xmlns:p14="http://schemas.microsoft.com/office/powerpoint/2010/main" val="1542111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983F21B5-22B7-6307-D9E0-7E1F9FBE0D0D}"/>
              </a:ext>
            </a:extLst>
          </p:cNvPr>
          <p:cNvSpPr>
            <a:spLocks noGrp="1"/>
          </p:cNvSpPr>
          <p:nvPr>
            <p:ph type="dt" sz="half" idx="10"/>
          </p:nvPr>
        </p:nvSpPr>
        <p:spPr/>
        <p:txBody>
          <a:bodyPr/>
          <a:lstStyle/>
          <a:p>
            <a:fld id="{0E95CF4F-581C-4082-A451-67FBE6C8C6B6}"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5CF2B329-47D9-3734-9946-6F34970F1D69}"/>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F87B772B-CBEA-0926-1874-CB258EB4F1F8}"/>
              </a:ext>
            </a:extLst>
          </p:cNvPr>
          <p:cNvSpPr>
            <a:spLocks noGrp="1"/>
          </p:cNvSpPr>
          <p:nvPr>
            <p:ph type="sldNum" sz="quarter" idx="12"/>
          </p:nvPr>
        </p:nvSpPr>
        <p:spPr/>
        <p:txBody>
          <a:bodyPr/>
          <a:lstStyle/>
          <a:p>
            <a:fld id="{D424D12C-9692-4086-B843-0896D3A9ECC1}" type="slidenum">
              <a:rPr lang="ja-JP" altLang="en-US" smtClean="0"/>
              <a:pPr/>
              <a:t>14</a:t>
            </a:fld>
            <a:endParaRPr lang="ja-JP" altLang="en-US" dirty="0"/>
          </a:p>
        </p:txBody>
      </p:sp>
      <p:sp>
        <p:nvSpPr>
          <p:cNvPr id="7" name="タイトル 1">
            <a:extLst>
              <a:ext uri="{FF2B5EF4-FFF2-40B4-BE49-F238E27FC236}">
                <a16:creationId xmlns:a16="http://schemas.microsoft.com/office/drawing/2014/main" id="{18BB1B17-C9BA-F48A-A9DC-F355742B9084}"/>
              </a:ext>
            </a:extLst>
          </p:cNvPr>
          <p:cNvSpPr>
            <a:spLocks noGrp="1"/>
          </p:cNvSpPr>
          <p:nvPr>
            <p:ph type="title"/>
          </p:nvPr>
        </p:nvSpPr>
        <p:spPr>
          <a:xfrm>
            <a:off x="341313" y="136525"/>
            <a:ext cx="11518900" cy="727075"/>
          </a:xfrm>
          <a:prstGeom prst="rect">
            <a:avLst/>
          </a:prstGeom>
        </p:spPr>
        <p:txBody>
          <a:bodyPr>
            <a:normAutofit/>
          </a:bodyPr>
          <a:lstStyle/>
          <a:p>
            <a:r>
              <a:rPr kumimoji="1" lang="ja-JP" altLang="en-US" sz="4000" dirty="0"/>
              <a:t>動的スケジューリングの主要ユニット</a:t>
            </a:r>
            <a:r>
              <a:rPr kumimoji="1" lang="en-US" altLang="ja-JP" sz="4000" dirty="0"/>
              <a:t>(1/2)</a:t>
            </a:r>
            <a:endParaRPr kumimoji="1" lang="ja-JP" altLang="en-US" sz="4000" dirty="0"/>
          </a:p>
        </p:txBody>
      </p:sp>
      <p:sp>
        <p:nvSpPr>
          <p:cNvPr id="8" name="コンテンツ プレースホルダー 2">
            <a:extLst>
              <a:ext uri="{FF2B5EF4-FFF2-40B4-BE49-F238E27FC236}">
                <a16:creationId xmlns:a16="http://schemas.microsoft.com/office/drawing/2014/main" id="{6585A96D-EAB3-59AB-DA03-F9DF52796707}"/>
              </a:ext>
            </a:extLst>
          </p:cNvPr>
          <p:cNvSpPr>
            <a:spLocks noGrp="1"/>
          </p:cNvSpPr>
          <p:nvPr>
            <p:ph idx="1"/>
          </p:nvPr>
        </p:nvSpPr>
        <p:spPr>
          <a:xfrm>
            <a:off x="341313" y="1050925"/>
            <a:ext cx="11518900" cy="5118100"/>
          </a:xfrm>
          <a:prstGeom prst="rect">
            <a:avLst/>
          </a:prstGeom>
        </p:spPr>
        <p:txBody>
          <a:bodyPr>
            <a:normAutofit/>
          </a:bodyPr>
          <a:lstStyle/>
          <a:p>
            <a:pPr marL="0" indent="0">
              <a:buNone/>
            </a:pPr>
            <a:r>
              <a:rPr kumimoji="1" lang="ja-JP" altLang="en-US" dirty="0"/>
              <a:t>パイプラインを以下の３種類の主要ユニットに分割</a:t>
            </a:r>
            <a:endParaRPr kumimoji="1" lang="en-US" altLang="ja-JP" dirty="0"/>
          </a:p>
          <a:p>
            <a:r>
              <a:rPr lang="ja-JP" altLang="en-US" dirty="0"/>
              <a:t>命令フェッチ</a:t>
            </a:r>
            <a:r>
              <a:rPr lang="en-US" altLang="ja-JP" dirty="0"/>
              <a:t>/</a:t>
            </a:r>
            <a:r>
              <a:rPr lang="ja-JP" altLang="en-US" dirty="0"/>
              <a:t>デコード・ユニット</a:t>
            </a:r>
            <a:endParaRPr lang="en-US" altLang="ja-JP" dirty="0"/>
          </a:p>
          <a:p>
            <a:pPr lvl="1"/>
            <a:r>
              <a:rPr kumimoji="1" lang="ja-JP" altLang="en-US" dirty="0"/>
              <a:t>命令を解読し、実行ステージの対応する機能ユニットに転送</a:t>
            </a:r>
            <a:endParaRPr kumimoji="1" lang="en-US" altLang="ja-JP" dirty="0"/>
          </a:p>
          <a:p>
            <a:r>
              <a:rPr lang="ja-JP" altLang="en-US" strike="sngStrike" dirty="0"/>
              <a:t>機能ユニット</a:t>
            </a:r>
            <a:endParaRPr lang="en-US" altLang="ja-JP" strike="sngStrike" dirty="0"/>
          </a:p>
          <a:p>
            <a:pPr lvl="1"/>
            <a:r>
              <a:rPr kumimoji="1" lang="ja-JP" altLang="en-US" strike="sngStrike" dirty="0"/>
              <a:t>リザベーション・ステーション</a:t>
            </a:r>
            <a:endParaRPr kumimoji="1" lang="en-US" altLang="ja-JP" strike="sngStrike" dirty="0"/>
          </a:p>
          <a:p>
            <a:pPr lvl="2"/>
            <a:r>
              <a:rPr lang="ja-JP" altLang="en-US" dirty="0"/>
              <a:t>命令操作とオペランドを保持</a:t>
            </a:r>
            <a:endParaRPr lang="en-US" altLang="ja-JP" dirty="0"/>
          </a:p>
          <a:p>
            <a:pPr lvl="2"/>
            <a:r>
              <a:rPr lang="ja-JP" altLang="en-US" dirty="0"/>
              <a:t>機能ユニットが利用可能になると命令操作が実行</a:t>
            </a:r>
            <a:endParaRPr lang="en-US" altLang="ja-JP" dirty="0"/>
          </a:p>
          <a:p>
            <a:pPr lvl="2"/>
            <a:r>
              <a:rPr lang="ja-JP" altLang="en-US" dirty="0"/>
              <a:t>結果は待機している該当のリザベーション・ステーションと確定ユニットに転送</a:t>
            </a:r>
            <a:endParaRPr lang="en-US" altLang="ja-JP" dirty="0"/>
          </a:p>
          <a:p>
            <a:r>
              <a:rPr lang="ja-JP" altLang="en-US" dirty="0"/>
              <a:t>確定ユニット</a:t>
            </a:r>
            <a:endParaRPr lang="en-US" altLang="ja-JP" dirty="0"/>
          </a:p>
          <a:p>
            <a:pPr lvl="1"/>
            <a:r>
              <a:rPr lang="ja-JP" altLang="en-US" dirty="0"/>
              <a:t>リオーダ・バッファ</a:t>
            </a:r>
            <a:endParaRPr lang="en-US" altLang="ja-JP" dirty="0"/>
          </a:p>
          <a:p>
            <a:pPr lvl="2"/>
            <a:r>
              <a:rPr lang="ja-JP" altLang="en-US" dirty="0"/>
              <a:t>結果がレジスタに格納されるまで保留する</a:t>
            </a:r>
            <a:endParaRPr lang="en-US" altLang="ja-JP" dirty="0"/>
          </a:p>
          <a:p>
            <a:pPr lvl="2"/>
            <a:endParaRPr lang="en-US" altLang="ja-JP" dirty="0"/>
          </a:p>
        </p:txBody>
      </p:sp>
    </p:spTree>
    <p:extLst>
      <p:ext uri="{BB962C8B-B14F-4D97-AF65-F5344CB8AC3E}">
        <p14:creationId xmlns:p14="http://schemas.microsoft.com/office/powerpoint/2010/main" val="131159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16ED69D-0D61-67C0-DD87-321EA9D6F1CD}"/>
              </a:ext>
            </a:extLst>
          </p:cNvPr>
          <p:cNvSpPr>
            <a:spLocks noGrp="1"/>
          </p:cNvSpPr>
          <p:nvPr>
            <p:ph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9C9D034B-27FC-793F-E001-9E68186045C8}"/>
              </a:ext>
            </a:extLst>
          </p:cNvPr>
          <p:cNvSpPr>
            <a:spLocks noGrp="1"/>
          </p:cNvSpPr>
          <p:nvPr>
            <p:ph type="dt" sz="half" idx="10"/>
          </p:nvPr>
        </p:nvSpPr>
        <p:spPr/>
        <p:txBody>
          <a:bodyPr/>
          <a:lstStyle/>
          <a:p>
            <a:fld id="{3BBA65F7-91C9-47A4-BD00-2AECC59453E2}"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D11555D7-7002-9897-09E1-BFA766426A18}"/>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7EF64089-C46B-0C3C-C67A-7DF8178AEBB4}"/>
              </a:ext>
            </a:extLst>
          </p:cNvPr>
          <p:cNvSpPr>
            <a:spLocks noGrp="1"/>
          </p:cNvSpPr>
          <p:nvPr>
            <p:ph type="sldNum" sz="quarter" idx="12"/>
          </p:nvPr>
        </p:nvSpPr>
        <p:spPr/>
        <p:txBody>
          <a:bodyPr/>
          <a:lstStyle/>
          <a:p>
            <a:fld id="{D424D12C-9692-4086-B843-0896D3A9ECC1}" type="slidenum">
              <a:rPr lang="ja-JP" altLang="en-US" smtClean="0"/>
              <a:pPr/>
              <a:t>15</a:t>
            </a:fld>
            <a:endParaRPr lang="ja-JP" altLang="en-US" dirty="0"/>
          </a:p>
        </p:txBody>
      </p:sp>
      <p:sp>
        <p:nvSpPr>
          <p:cNvPr id="7" name="タイトル 1">
            <a:extLst>
              <a:ext uri="{FF2B5EF4-FFF2-40B4-BE49-F238E27FC236}">
                <a16:creationId xmlns:a16="http://schemas.microsoft.com/office/drawing/2014/main" id="{2840EE3C-4BEF-D089-4C3E-2D88BD5F7FCF}"/>
              </a:ext>
            </a:extLst>
          </p:cNvPr>
          <p:cNvSpPr>
            <a:spLocks noGrp="1"/>
          </p:cNvSpPr>
          <p:nvPr>
            <p:ph type="title"/>
          </p:nvPr>
        </p:nvSpPr>
        <p:spPr>
          <a:xfrm>
            <a:off x="341313" y="136525"/>
            <a:ext cx="11518900" cy="727075"/>
          </a:xfrm>
          <a:prstGeom prst="rect">
            <a:avLst/>
          </a:prstGeom>
        </p:spPr>
        <p:txBody>
          <a:bodyPr>
            <a:normAutofit/>
          </a:bodyPr>
          <a:lstStyle/>
          <a:p>
            <a:r>
              <a:rPr kumimoji="1" lang="ja-JP" altLang="en-US" sz="4000" dirty="0"/>
              <a:t>動的スケジューリングの主要ユニット</a:t>
            </a:r>
            <a:r>
              <a:rPr kumimoji="1" lang="en-US" altLang="ja-JP" sz="4000" dirty="0"/>
              <a:t>(2/2)</a:t>
            </a:r>
            <a:endParaRPr kumimoji="1" lang="ja-JP" altLang="en-US" sz="4000" dirty="0"/>
          </a:p>
        </p:txBody>
      </p:sp>
      <p:pic>
        <p:nvPicPr>
          <p:cNvPr id="8" name="コンテンツ プレースホルダー 7">
            <a:extLst>
              <a:ext uri="{FF2B5EF4-FFF2-40B4-BE49-F238E27FC236}">
                <a16:creationId xmlns:a16="http://schemas.microsoft.com/office/drawing/2014/main" id="{729358EC-37D7-FBA6-62A5-8BBA6A3102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8362" y="1917628"/>
            <a:ext cx="7915275" cy="4019550"/>
          </a:xfrm>
          <a:prstGeom prst="rect">
            <a:avLst/>
          </a:prstGeom>
        </p:spPr>
      </p:pic>
    </p:spTree>
    <p:extLst>
      <p:ext uri="{BB962C8B-B14F-4D97-AF65-F5344CB8AC3E}">
        <p14:creationId xmlns:p14="http://schemas.microsoft.com/office/powerpoint/2010/main" val="2496615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A86DE04-31B7-1652-C5C5-C2FC1E9F5A5E}"/>
              </a:ext>
            </a:extLst>
          </p:cNvPr>
          <p:cNvSpPr>
            <a:spLocks noGrp="1"/>
          </p:cNvSpPr>
          <p:nvPr>
            <p:ph idx="1"/>
          </p:nvPr>
        </p:nvSpPr>
        <p:spPr/>
        <p:txBody>
          <a:bodyPr/>
          <a:lstStyle/>
          <a:p>
            <a:endParaRPr kumimoji="1" lang="ja-JP" altLang="en-US" dirty="0"/>
          </a:p>
        </p:txBody>
      </p:sp>
      <p:sp>
        <p:nvSpPr>
          <p:cNvPr id="4" name="日付プレースホルダー 3">
            <a:extLst>
              <a:ext uri="{FF2B5EF4-FFF2-40B4-BE49-F238E27FC236}">
                <a16:creationId xmlns:a16="http://schemas.microsoft.com/office/drawing/2014/main" id="{5BBB8394-4028-170D-470B-E5CA9EAA9B30}"/>
              </a:ext>
            </a:extLst>
          </p:cNvPr>
          <p:cNvSpPr>
            <a:spLocks noGrp="1"/>
          </p:cNvSpPr>
          <p:nvPr>
            <p:ph type="dt" sz="half" idx="10"/>
          </p:nvPr>
        </p:nvSpPr>
        <p:spPr/>
        <p:txBody>
          <a:bodyPr/>
          <a:lstStyle/>
          <a:p>
            <a:fld id="{4C9879FC-2C65-4EA3-8179-0DCB314FA1A0}"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1903D884-C04D-580B-DEEB-6983D4F81629}"/>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EBBAB342-07B4-55C9-8A23-732F122EAD6C}"/>
              </a:ext>
            </a:extLst>
          </p:cNvPr>
          <p:cNvSpPr>
            <a:spLocks noGrp="1"/>
          </p:cNvSpPr>
          <p:nvPr>
            <p:ph type="sldNum" sz="quarter" idx="12"/>
          </p:nvPr>
        </p:nvSpPr>
        <p:spPr/>
        <p:txBody>
          <a:bodyPr/>
          <a:lstStyle/>
          <a:p>
            <a:fld id="{D424D12C-9692-4086-B843-0896D3A9ECC1}" type="slidenum">
              <a:rPr lang="ja-JP" altLang="en-US" smtClean="0"/>
              <a:pPr/>
              <a:t>16</a:t>
            </a:fld>
            <a:endParaRPr lang="ja-JP" altLang="en-US" dirty="0"/>
          </a:p>
        </p:txBody>
      </p:sp>
      <p:sp>
        <p:nvSpPr>
          <p:cNvPr id="7" name="タイトル 1">
            <a:extLst>
              <a:ext uri="{FF2B5EF4-FFF2-40B4-BE49-F238E27FC236}">
                <a16:creationId xmlns:a16="http://schemas.microsoft.com/office/drawing/2014/main" id="{BCB57305-08B5-2615-8968-62099DF00151}"/>
              </a:ext>
            </a:extLst>
          </p:cNvPr>
          <p:cNvSpPr>
            <a:spLocks noGrp="1"/>
          </p:cNvSpPr>
          <p:nvPr>
            <p:ph type="title"/>
          </p:nvPr>
        </p:nvSpPr>
        <p:spPr>
          <a:xfrm>
            <a:off x="336550" y="136525"/>
            <a:ext cx="11518900" cy="727075"/>
          </a:xfrm>
          <a:prstGeom prst="rect">
            <a:avLst/>
          </a:prstGeom>
        </p:spPr>
        <p:txBody>
          <a:bodyPr>
            <a:normAutofit/>
          </a:bodyPr>
          <a:lstStyle/>
          <a:p>
            <a:r>
              <a:rPr kumimoji="1" lang="ja-JP" altLang="en-US" sz="4000" dirty="0"/>
              <a:t>アウトオブオーダー処理機構</a:t>
            </a:r>
          </a:p>
        </p:txBody>
      </p:sp>
      <p:sp>
        <p:nvSpPr>
          <p:cNvPr id="8" name="テキスト ボックス 7">
            <a:extLst>
              <a:ext uri="{FF2B5EF4-FFF2-40B4-BE49-F238E27FC236}">
                <a16:creationId xmlns:a16="http://schemas.microsoft.com/office/drawing/2014/main" id="{6A63F6F9-C6EA-7704-2530-2B7C17EFB518}"/>
              </a:ext>
            </a:extLst>
          </p:cNvPr>
          <p:cNvSpPr txBox="1"/>
          <p:nvPr/>
        </p:nvSpPr>
        <p:spPr>
          <a:xfrm>
            <a:off x="4500339" y="5565714"/>
            <a:ext cx="3191321" cy="646331"/>
          </a:xfrm>
          <a:prstGeom prst="rect">
            <a:avLst/>
          </a:prstGeom>
          <a:noFill/>
        </p:spPr>
        <p:txBody>
          <a:bodyPr wrap="square" rtlCol="0">
            <a:spAutoFit/>
          </a:bodyPr>
          <a:lstStyle/>
          <a:p>
            <a:pPr algn="ctr"/>
            <a:r>
              <a:rPr kumimoji="1" lang="ja-JP" altLang="en-US" dirty="0"/>
              <a:t>アウトオブオーダー処理機構</a:t>
            </a:r>
            <a:br>
              <a:rPr kumimoji="1" lang="en-US" altLang="ja-JP" dirty="0"/>
            </a:br>
            <a:r>
              <a:rPr kumimoji="1" lang="en-US" altLang="ja-JP" dirty="0"/>
              <a:t>(</a:t>
            </a:r>
            <a:r>
              <a:rPr kumimoji="1" lang="ja-JP" altLang="en-US" dirty="0"/>
              <a:t>左</a:t>
            </a:r>
            <a:r>
              <a:rPr kumimoji="1" lang="en-US" altLang="ja-JP" dirty="0"/>
              <a:t>:</a:t>
            </a:r>
            <a:r>
              <a:rPr kumimoji="1" lang="ja-JP" altLang="en-US" dirty="0"/>
              <a:t>集中型</a:t>
            </a:r>
            <a:r>
              <a:rPr kumimoji="1" lang="en-US" altLang="ja-JP" dirty="0"/>
              <a:t>,</a:t>
            </a:r>
            <a:r>
              <a:rPr kumimoji="1" lang="ja-JP" altLang="en-US" dirty="0"/>
              <a:t>右</a:t>
            </a:r>
            <a:r>
              <a:rPr kumimoji="1" lang="en-US" altLang="ja-JP" dirty="0"/>
              <a:t>:</a:t>
            </a:r>
            <a:r>
              <a:rPr kumimoji="1" lang="ja-JP" altLang="en-US" dirty="0"/>
              <a:t>分散型</a:t>
            </a:r>
            <a:r>
              <a:rPr kumimoji="1" lang="en-US" altLang="ja-JP" dirty="0"/>
              <a:t>)</a:t>
            </a:r>
            <a:endParaRPr kumimoji="1" lang="ja-JP" altLang="en-US" dirty="0"/>
          </a:p>
        </p:txBody>
      </p:sp>
      <p:pic>
        <p:nvPicPr>
          <p:cNvPr id="9" name="図 8">
            <a:extLst>
              <a:ext uri="{FF2B5EF4-FFF2-40B4-BE49-F238E27FC236}">
                <a16:creationId xmlns:a16="http://schemas.microsoft.com/office/drawing/2014/main" id="{315600B5-74DB-84A0-4F60-3F1D1928F4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6954" y="1966154"/>
            <a:ext cx="3760821" cy="3455255"/>
          </a:xfrm>
          <a:prstGeom prst="rect">
            <a:avLst/>
          </a:prstGeom>
        </p:spPr>
      </p:pic>
      <p:pic>
        <p:nvPicPr>
          <p:cNvPr id="10" name="図 9">
            <a:extLst>
              <a:ext uri="{FF2B5EF4-FFF2-40B4-BE49-F238E27FC236}">
                <a16:creationId xmlns:a16="http://schemas.microsoft.com/office/drawing/2014/main" id="{23B46BC9-97E4-45A3-5F1A-351A384328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0464" y="1966155"/>
            <a:ext cx="6080044" cy="3196396"/>
          </a:xfrm>
          <a:prstGeom prst="rect">
            <a:avLst/>
          </a:prstGeom>
        </p:spPr>
      </p:pic>
    </p:spTree>
    <p:extLst>
      <p:ext uri="{BB962C8B-B14F-4D97-AF65-F5344CB8AC3E}">
        <p14:creationId xmlns:p14="http://schemas.microsoft.com/office/powerpoint/2010/main" val="3512742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348AF91-1D2E-5BB5-4F8E-DD93EE8DB218}"/>
              </a:ext>
            </a:extLst>
          </p:cNvPr>
          <p:cNvSpPr>
            <a:spLocks noGrp="1"/>
          </p:cNvSpPr>
          <p:nvPr>
            <p:ph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13DAED7F-4D7E-B2FD-0571-0126E62ED021}"/>
              </a:ext>
            </a:extLst>
          </p:cNvPr>
          <p:cNvSpPr>
            <a:spLocks noGrp="1"/>
          </p:cNvSpPr>
          <p:nvPr>
            <p:ph type="dt" sz="half" idx="10"/>
          </p:nvPr>
        </p:nvSpPr>
        <p:spPr/>
        <p:txBody>
          <a:bodyPr/>
          <a:lstStyle/>
          <a:p>
            <a:fld id="{6CBEDC01-A644-41E9-AC52-B597760E2504}"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CD3A11FB-4F73-0412-7BAE-356D54A5394A}"/>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8AB7F2D2-111D-0B3D-483D-86E384F1F72E}"/>
              </a:ext>
            </a:extLst>
          </p:cNvPr>
          <p:cNvSpPr>
            <a:spLocks noGrp="1"/>
          </p:cNvSpPr>
          <p:nvPr>
            <p:ph type="sldNum" sz="quarter" idx="12"/>
          </p:nvPr>
        </p:nvSpPr>
        <p:spPr/>
        <p:txBody>
          <a:bodyPr/>
          <a:lstStyle/>
          <a:p>
            <a:fld id="{D424D12C-9692-4086-B843-0896D3A9ECC1}" type="slidenum">
              <a:rPr lang="ja-JP" altLang="en-US" smtClean="0"/>
              <a:pPr/>
              <a:t>17</a:t>
            </a:fld>
            <a:endParaRPr lang="ja-JP" altLang="en-US" dirty="0"/>
          </a:p>
        </p:txBody>
      </p:sp>
      <p:sp>
        <p:nvSpPr>
          <p:cNvPr id="7" name="タイトル 1">
            <a:extLst>
              <a:ext uri="{FF2B5EF4-FFF2-40B4-BE49-F238E27FC236}">
                <a16:creationId xmlns:a16="http://schemas.microsoft.com/office/drawing/2014/main" id="{CCF9C180-E150-F9EA-4D00-13FE3C34E61C}"/>
              </a:ext>
            </a:extLst>
          </p:cNvPr>
          <p:cNvSpPr>
            <a:spLocks noGrp="1"/>
          </p:cNvSpPr>
          <p:nvPr>
            <p:ph type="title"/>
          </p:nvPr>
        </p:nvSpPr>
        <p:spPr>
          <a:xfrm>
            <a:off x="341313" y="136525"/>
            <a:ext cx="11518900" cy="727075"/>
          </a:xfrm>
          <a:prstGeom prst="rect">
            <a:avLst/>
          </a:prstGeom>
        </p:spPr>
        <p:txBody>
          <a:bodyPr/>
          <a:lstStyle/>
          <a:p>
            <a:r>
              <a:rPr kumimoji="1" lang="ja-JP" altLang="en-US" dirty="0"/>
              <a:t>レジスタリネーミング</a:t>
            </a:r>
          </a:p>
        </p:txBody>
      </p:sp>
      <p:pic>
        <p:nvPicPr>
          <p:cNvPr id="8" name="図 7">
            <a:extLst>
              <a:ext uri="{FF2B5EF4-FFF2-40B4-BE49-F238E27FC236}">
                <a16:creationId xmlns:a16="http://schemas.microsoft.com/office/drawing/2014/main" id="{66273016-9243-5C23-5C38-C72D083EEF5B}"/>
              </a:ext>
            </a:extLst>
          </p:cNvPr>
          <p:cNvPicPr>
            <a:picLocks noChangeAspect="1"/>
          </p:cNvPicPr>
          <p:nvPr/>
        </p:nvPicPr>
        <p:blipFill>
          <a:blip r:embed="rId2"/>
          <a:srcRect t="1991"/>
          <a:stretch/>
        </p:blipFill>
        <p:spPr>
          <a:xfrm>
            <a:off x="6574535" y="1890238"/>
            <a:ext cx="4423683" cy="3517899"/>
          </a:xfrm>
          <a:prstGeom prst="rect">
            <a:avLst/>
          </a:prstGeom>
        </p:spPr>
      </p:pic>
      <p:pic>
        <p:nvPicPr>
          <p:cNvPr id="9" name="図 8">
            <a:extLst>
              <a:ext uri="{FF2B5EF4-FFF2-40B4-BE49-F238E27FC236}">
                <a16:creationId xmlns:a16="http://schemas.microsoft.com/office/drawing/2014/main" id="{3C2A1703-E174-F85F-CBE4-EDC15D921433}"/>
              </a:ext>
            </a:extLst>
          </p:cNvPr>
          <p:cNvPicPr>
            <a:picLocks noChangeAspect="1"/>
          </p:cNvPicPr>
          <p:nvPr/>
        </p:nvPicPr>
        <p:blipFill>
          <a:blip r:embed="rId3"/>
          <a:stretch>
            <a:fillRect/>
          </a:stretch>
        </p:blipFill>
        <p:spPr>
          <a:xfrm>
            <a:off x="1193782" y="2019300"/>
            <a:ext cx="4114801" cy="3259777"/>
          </a:xfrm>
          <a:prstGeom prst="rect">
            <a:avLst/>
          </a:prstGeom>
        </p:spPr>
      </p:pic>
      <p:sp>
        <p:nvSpPr>
          <p:cNvPr id="10" name="テキスト ボックス 9">
            <a:extLst>
              <a:ext uri="{FF2B5EF4-FFF2-40B4-BE49-F238E27FC236}">
                <a16:creationId xmlns:a16="http://schemas.microsoft.com/office/drawing/2014/main" id="{1F666E33-8F4F-76FD-4861-2234808A0264}"/>
              </a:ext>
            </a:extLst>
          </p:cNvPr>
          <p:cNvSpPr txBox="1"/>
          <p:nvPr/>
        </p:nvSpPr>
        <p:spPr>
          <a:xfrm>
            <a:off x="2941320" y="5634062"/>
            <a:ext cx="6309360" cy="646331"/>
          </a:xfrm>
          <a:prstGeom prst="rect">
            <a:avLst/>
          </a:prstGeom>
          <a:noFill/>
        </p:spPr>
        <p:txBody>
          <a:bodyPr wrap="square" rtlCol="0">
            <a:spAutoFit/>
          </a:bodyPr>
          <a:lstStyle/>
          <a:p>
            <a:pPr algn="ctr"/>
            <a:r>
              <a:rPr kumimoji="1" lang="ja-JP" altLang="en-US" dirty="0"/>
              <a:t>レジスタリネーミング</a:t>
            </a:r>
            <a:br>
              <a:rPr kumimoji="1" lang="en-US" altLang="ja-JP" dirty="0"/>
            </a:br>
            <a:r>
              <a:rPr kumimoji="1" lang="en-US" altLang="ja-JP" dirty="0"/>
              <a:t>(</a:t>
            </a:r>
            <a:r>
              <a:rPr kumimoji="1" lang="ja-JP" altLang="en-US" dirty="0"/>
              <a:t>右</a:t>
            </a:r>
            <a:r>
              <a:rPr kumimoji="1" lang="en-US" altLang="ja-JP" dirty="0"/>
              <a:t>:</a:t>
            </a:r>
            <a:r>
              <a:rPr kumimoji="1" lang="ja-JP" altLang="en-US" dirty="0"/>
              <a:t>マッピングテーブル</a:t>
            </a:r>
            <a:r>
              <a:rPr kumimoji="1" lang="en-US" altLang="ja-JP" dirty="0"/>
              <a:t>,</a:t>
            </a:r>
            <a:r>
              <a:rPr kumimoji="1" lang="ja-JP" altLang="en-US" dirty="0"/>
              <a:t>左</a:t>
            </a:r>
            <a:r>
              <a:rPr kumimoji="1" lang="en-US" altLang="ja-JP" dirty="0"/>
              <a:t>:</a:t>
            </a:r>
            <a:r>
              <a:rPr kumimoji="1" lang="ja-JP" altLang="en-US" dirty="0"/>
              <a:t>リオーダバッファ</a:t>
            </a:r>
            <a:r>
              <a:rPr kumimoji="1" lang="en-US" altLang="ja-JP" dirty="0"/>
              <a:t>)</a:t>
            </a:r>
            <a:endParaRPr kumimoji="1" lang="ja-JP" altLang="en-US" dirty="0"/>
          </a:p>
        </p:txBody>
      </p:sp>
    </p:spTree>
    <p:extLst>
      <p:ext uri="{BB962C8B-B14F-4D97-AF65-F5344CB8AC3E}">
        <p14:creationId xmlns:p14="http://schemas.microsoft.com/office/powerpoint/2010/main" val="4730840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F25FBAA-68DD-1278-EEF3-19AFE07148DF}"/>
              </a:ext>
            </a:extLst>
          </p:cNvPr>
          <p:cNvSpPr>
            <a:spLocks noGrp="1"/>
          </p:cNvSpPr>
          <p:nvPr>
            <p:ph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69DBFC46-67F1-1306-FC09-E6D45D8B6EA8}"/>
              </a:ext>
            </a:extLst>
          </p:cNvPr>
          <p:cNvSpPr>
            <a:spLocks noGrp="1"/>
          </p:cNvSpPr>
          <p:nvPr>
            <p:ph type="dt" sz="half" idx="10"/>
          </p:nvPr>
        </p:nvSpPr>
        <p:spPr/>
        <p:txBody>
          <a:bodyPr/>
          <a:lstStyle/>
          <a:p>
            <a:fld id="{746B6FC9-4616-4B87-95A2-32EB791C3085}"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6AE080F0-BC59-F3D5-9E9A-9CC11AE10D5F}"/>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FF6DAC01-F63D-DA6E-6C63-E48A0E6C9D38}"/>
              </a:ext>
            </a:extLst>
          </p:cNvPr>
          <p:cNvSpPr>
            <a:spLocks noGrp="1"/>
          </p:cNvSpPr>
          <p:nvPr>
            <p:ph type="sldNum" sz="quarter" idx="12"/>
          </p:nvPr>
        </p:nvSpPr>
        <p:spPr/>
        <p:txBody>
          <a:bodyPr/>
          <a:lstStyle/>
          <a:p>
            <a:fld id="{D424D12C-9692-4086-B843-0896D3A9ECC1}" type="slidenum">
              <a:rPr lang="ja-JP" altLang="en-US" smtClean="0"/>
              <a:pPr/>
              <a:t>18</a:t>
            </a:fld>
            <a:endParaRPr lang="ja-JP" altLang="en-US" dirty="0"/>
          </a:p>
        </p:txBody>
      </p:sp>
      <p:sp>
        <p:nvSpPr>
          <p:cNvPr id="7" name="タイトル 1">
            <a:extLst>
              <a:ext uri="{FF2B5EF4-FFF2-40B4-BE49-F238E27FC236}">
                <a16:creationId xmlns:a16="http://schemas.microsoft.com/office/drawing/2014/main" id="{32AFBF6A-7659-528A-D42C-63150A18996B}"/>
              </a:ext>
            </a:extLst>
          </p:cNvPr>
          <p:cNvSpPr>
            <a:spLocks noGrp="1"/>
          </p:cNvSpPr>
          <p:nvPr>
            <p:ph type="title"/>
          </p:nvPr>
        </p:nvSpPr>
        <p:spPr>
          <a:xfrm>
            <a:off x="341313" y="136525"/>
            <a:ext cx="11518900" cy="727075"/>
          </a:xfrm>
          <a:prstGeom prst="rect">
            <a:avLst/>
          </a:prstGeom>
        </p:spPr>
        <p:txBody>
          <a:bodyPr/>
          <a:lstStyle/>
          <a:p>
            <a:r>
              <a:rPr kumimoji="1" lang="ja-JP" altLang="en-US" dirty="0"/>
              <a:t>プロセッサ構成</a:t>
            </a:r>
          </a:p>
        </p:txBody>
      </p:sp>
      <p:sp>
        <p:nvSpPr>
          <p:cNvPr id="8" name="テキスト ボックス 7">
            <a:extLst>
              <a:ext uri="{FF2B5EF4-FFF2-40B4-BE49-F238E27FC236}">
                <a16:creationId xmlns:a16="http://schemas.microsoft.com/office/drawing/2014/main" id="{C611A4A8-961A-2B6A-5257-0F53951766C7}"/>
              </a:ext>
            </a:extLst>
          </p:cNvPr>
          <p:cNvSpPr txBox="1"/>
          <p:nvPr/>
        </p:nvSpPr>
        <p:spPr>
          <a:xfrm>
            <a:off x="966713" y="5784989"/>
            <a:ext cx="5229371" cy="707886"/>
          </a:xfrm>
          <a:prstGeom prst="rect">
            <a:avLst/>
          </a:prstGeom>
          <a:noFill/>
        </p:spPr>
        <p:txBody>
          <a:bodyPr wrap="square" rtlCol="0">
            <a:spAutoFit/>
          </a:bodyPr>
          <a:lstStyle/>
          <a:p>
            <a:r>
              <a:rPr kumimoji="1" lang="ja-JP" altLang="en-US" sz="2000" dirty="0">
                <a:latin typeface="メイリオ" panose="020B0604030504040204" pitchFamily="50" charset="-128"/>
                <a:ea typeface="メイリオ" panose="020B0604030504040204" pitchFamily="50" charset="-128"/>
              </a:rPr>
              <a:t>レジスタリネーミング</a:t>
            </a:r>
            <a:r>
              <a:rPr kumimoji="1" lang="en-US" altLang="ja-JP" sz="2000" dirty="0">
                <a:latin typeface="メイリオ" panose="020B0604030504040204" pitchFamily="50" charset="-128"/>
                <a:ea typeface="メイリオ" panose="020B0604030504040204" pitchFamily="50" charset="-128"/>
              </a:rPr>
              <a:t>:</a:t>
            </a:r>
            <a:r>
              <a:rPr kumimoji="1" lang="ja-JP" altLang="en-US" sz="2000" dirty="0">
                <a:latin typeface="メイリオ" panose="020B0604030504040204" pitchFamily="50" charset="-128"/>
                <a:ea typeface="メイリオ" panose="020B0604030504040204" pitchFamily="50" charset="-128"/>
              </a:rPr>
              <a:t>マッピングテーブル</a:t>
            </a:r>
            <a:br>
              <a:rPr kumimoji="1" lang="en-US" altLang="ja-JP" sz="2000" dirty="0">
                <a:latin typeface="メイリオ" panose="020B0604030504040204" pitchFamily="50" charset="-128"/>
                <a:ea typeface="メイリオ" panose="020B0604030504040204" pitchFamily="50" charset="-128"/>
              </a:rPr>
            </a:br>
            <a:r>
              <a:rPr kumimoji="1" lang="ja-JP" altLang="en-US" sz="2000" dirty="0">
                <a:latin typeface="メイリオ" panose="020B0604030504040204" pitchFamily="50" charset="-128"/>
                <a:ea typeface="メイリオ" panose="020B0604030504040204" pitchFamily="50" charset="-128"/>
              </a:rPr>
              <a:t>アウトオブオーダー機構</a:t>
            </a:r>
            <a:r>
              <a:rPr kumimoji="1" lang="en-US" altLang="ja-JP" sz="2000" dirty="0">
                <a:latin typeface="メイリオ" panose="020B0604030504040204" pitchFamily="50" charset="-128"/>
                <a:ea typeface="メイリオ" panose="020B0604030504040204" pitchFamily="50" charset="-128"/>
              </a:rPr>
              <a:t>:</a:t>
            </a:r>
            <a:r>
              <a:rPr kumimoji="1" lang="ja-JP" altLang="en-US" sz="2000" dirty="0">
                <a:latin typeface="メイリオ" panose="020B0604030504040204" pitchFamily="50" charset="-128"/>
                <a:ea typeface="メイリオ" panose="020B0604030504040204" pitchFamily="50" charset="-128"/>
              </a:rPr>
              <a:t>集中型</a:t>
            </a:r>
          </a:p>
        </p:txBody>
      </p:sp>
      <p:sp>
        <p:nvSpPr>
          <p:cNvPr id="9" name="テキスト ボックス 8">
            <a:extLst>
              <a:ext uri="{FF2B5EF4-FFF2-40B4-BE49-F238E27FC236}">
                <a16:creationId xmlns:a16="http://schemas.microsoft.com/office/drawing/2014/main" id="{80AE5F6C-CE1E-BA0B-724C-685437D20D15}"/>
              </a:ext>
            </a:extLst>
          </p:cNvPr>
          <p:cNvSpPr txBox="1"/>
          <p:nvPr/>
        </p:nvSpPr>
        <p:spPr>
          <a:xfrm>
            <a:off x="6413935" y="5784989"/>
            <a:ext cx="5229371" cy="707886"/>
          </a:xfrm>
          <a:prstGeom prst="rect">
            <a:avLst/>
          </a:prstGeom>
          <a:noFill/>
        </p:spPr>
        <p:txBody>
          <a:bodyPr wrap="square" rtlCol="0">
            <a:spAutoFit/>
          </a:bodyPr>
          <a:lstStyle/>
          <a:p>
            <a:r>
              <a:rPr kumimoji="1" lang="ja-JP" altLang="en-US" sz="2000" dirty="0">
                <a:latin typeface="メイリオ" panose="020B0604030504040204" pitchFamily="50" charset="-128"/>
                <a:ea typeface="メイリオ" panose="020B0604030504040204" pitchFamily="50" charset="-128"/>
              </a:rPr>
              <a:t>レジスタリネーミング</a:t>
            </a:r>
            <a:r>
              <a:rPr kumimoji="1" lang="en-US" altLang="ja-JP" sz="2000" dirty="0">
                <a:latin typeface="メイリオ" panose="020B0604030504040204" pitchFamily="50" charset="-128"/>
                <a:ea typeface="メイリオ" panose="020B0604030504040204" pitchFamily="50" charset="-128"/>
              </a:rPr>
              <a:t>:</a:t>
            </a:r>
            <a:r>
              <a:rPr kumimoji="1" lang="ja-JP" altLang="en-US" sz="2000" dirty="0">
                <a:latin typeface="メイリオ" panose="020B0604030504040204" pitchFamily="50" charset="-128"/>
                <a:ea typeface="メイリオ" panose="020B0604030504040204" pitchFamily="50" charset="-128"/>
              </a:rPr>
              <a:t>リオーダバッファ</a:t>
            </a:r>
            <a:br>
              <a:rPr kumimoji="1" lang="en-US" altLang="ja-JP" sz="2000" dirty="0">
                <a:latin typeface="メイリオ" panose="020B0604030504040204" pitchFamily="50" charset="-128"/>
                <a:ea typeface="メイリオ" panose="020B0604030504040204" pitchFamily="50" charset="-128"/>
              </a:rPr>
            </a:br>
            <a:r>
              <a:rPr kumimoji="1" lang="ja-JP" altLang="en-US" sz="2000" dirty="0">
                <a:latin typeface="メイリオ" panose="020B0604030504040204" pitchFamily="50" charset="-128"/>
                <a:ea typeface="メイリオ" panose="020B0604030504040204" pitchFamily="50" charset="-128"/>
              </a:rPr>
              <a:t>アウトオブオーダー機構</a:t>
            </a:r>
            <a:r>
              <a:rPr kumimoji="1" lang="en-US" altLang="ja-JP" sz="2000" dirty="0">
                <a:latin typeface="メイリオ" panose="020B0604030504040204" pitchFamily="50" charset="-128"/>
                <a:ea typeface="メイリオ" panose="020B0604030504040204" pitchFamily="50" charset="-128"/>
              </a:rPr>
              <a:t>:</a:t>
            </a:r>
            <a:r>
              <a:rPr lang="ja-JP" altLang="en-US" sz="2000" dirty="0">
                <a:latin typeface="メイリオ" panose="020B0604030504040204" pitchFamily="50" charset="-128"/>
                <a:ea typeface="メイリオ" panose="020B0604030504040204" pitchFamily="50" charset="-128"/>
              </a:rPr>
              <a:t>分散型</a:t>
            </a:r>
            <a:endParaRPr kumimoji="1" lang="ja-JP" altLang="en-US" sz="2000" dirty="0">
              <a:latin typeface="メイリオ" panose="020B0604030504040204" pitchFamily="50" charset="-128"/>
              <a:ea typeface="メイリオ" panose="020B0604030504040204" pitchFamily="50" charset="-128"/>
            </a:endParaRPr>
          </a:p>
        </p:txBody>
      </p:sp>
      <p:pic>
        <p:nvPicPr>
          <p:cNvPr id="10" name="図 9">
            <a:extLst>
              <a:ext uri="{FF2B5EF4-FFF2-40B4-BE49-F238E27FC236}">
                <a16:creationId xmlns:a16="http://schemas.microsoft.com/office/drawing/2014/main" id="{CC593E6E-0384-4251-7277-75B1EB677BA8}"/>
              </a:ext>
            </a:extLst>
          </p:cNvPr>
          <p:cNvPicPr>
            <a:picLocks noChangeAspect="1"/>
          </p:cNvPicPr>
          <p:nvPr/>
        </p:nvPicPr>
        <p:blipFill>
          <a:blip r:embed="rId3"/>
          <a:stretch>
            <a:fillRect/>
          </a:stretch>
        </p:blipFill>
        <p:spPr>
          <a:xfrm>
            <a:off x="1634401" y="1800181"/>
            <a:ext cx="3893994" cy="4000470"/>
          </a:xfrm>
          <a:prstGeom prst="rect">
            <a:avLst/>
          </a:prstGeom>
        </p:spPr>
      </p:pic>
      <p:pic>
        <p:nvPicPr>
          <p:cNvPr id="11" name="図 10">
            <a:extLst>
              <a:ext uri="{FF2B5EF4-FFF2-40B4-BE49-F238E27FC236}">
                <a16:creationId xmlns:a16="http://schemas.microsoft.com/office/drawing/2014/main" id="{3D109BE8-5F72-AA22-A899-52219E69A7DB}"/>
              </a:ext>
            </a:extLst>
          </p:cNvPr>
          <p:cNvPicPr>
            <a:picLocks noChangeAspect="1"/>
          </p:cNvPicPr>
          <p:nvPr/>
        </p:nvPicPr>
        <p:blipFill>
          <a:blip r:embed="rId4"/>
          <a:stretch>
            <a:fillRect/>
          </a:stretch>
        </p:blipFill>
        <p:spPr>
          <a:xfrm>
            <a:off x="6663607" y="1737603"/>
            <a:ext cx="4245710" cy="4000470"/>
          </a:xfrm>
          <a:prstGeom prst="rect">
            <a:avLst/>
          </a:prstGeom>
        </p:spPr>
      </p:pic>
    </p:spTree>
    <p:extLst>
      <p:ext uri="{BB962C8B-B14F-4D97-AF65-F5344CB8AC3E}">
        <p14:creationId xmlns:p14="http://schemas.microsoft.com/office/powerpoint/2010/main" val="1093296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BB7D2592-D3FD-DA34-D7E2-F993218CC230}"/>
              </a:ext>
            </a:extLst>
          </p:cNvPr>
          <p:cNvSpPr>
            <a:spLocks noGrp="1"/>
          </p:cNvSpPr>
          <p:nvPr>
            <p:ph type="dt" sz="half" idx="10"/>
          </p:nvPr>
        </p:nvSpPr>
        <p:spPr/>
        <p:txBody>
          <a:bodyPr/>
          <a:lstStyle/>
          <a:p>
            <a:fld id="{D86B7555-67BA-4F73-B520-BE99D6784985}"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5753A1D0-34C3-6CE7-5C71-075D49BA65DE}"/>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E2EDD729-30EA-7533-F273-1D8F7960EE33}"/>
              </a:ext>
            </a:extLst>
          </p:cNvPr>
          <p:cNvSpPr>
            <a:spLocks noGrp="1"/>
          </p:cNvSpPr>
          <p:nvPr>
            <p:ph type="sldNum" sz="quarter" idx="12"/>
          </p:nvPr>
        </p:nvSpPr>
        <p:spPr/>
        <p:txBody>
          <a:bodyPr/>
          <a:lstStyle/>
          <a:p>
            <a:fld id="{D424D12C-9692-4086-B843-0896D3A9ECC1}" type="slidenum">
              <a:rPr lang="ja-JP" altLang="en-US" smtClean="0"/>
              <a:pPr/>
              <a:t>19</a:t>
            </a:fld>
            <a:endParaRPr lang="ja-JP" altLang="en-US" dirty="0"/>
          </a:p>
        </p:txBody>
      </p:sp>
      <p:sp>
        <p:nvSpPr>
          <p:cNvPr id="7" name="タイトル 1">
            <a:extLst>
              <a:ext uri="{FF2B5EF4-FFF2-40B4-BE49-F238E27FC236}">
                <a16:creationId xmlns:a16="http://schemas.microsoft.com/office/drawing/2014/main" id="{6F130F6E-AE44-B9F6-A6D4-725B0643D839}"/>
              </a:ext>
            </a:extLst>
          </p:cNvPr>
          <p:cNvSpPr>
            <a:spLocks noGrp="1"/>
          </p:cNvSpPr>
          <p:nvPr>
            <p:ph type="title"/>
          </p:nvPr>
        </p:nvSpPr>
        <p:spPr>
          <a:xfrm>
            <a:off x="341313" y="136525"/>
            <a:ext cx="11518900" cy="727075"/>
          </a:xfrm>
          <a:prstGeom prst="rect">
            <a:avLst/>
          </a:prstGeom>
        </p:spPr>
        <p:txBody>
          <a:bodyPr/>
          <a:lstStyle/>
          <a:p>
            <a:r>
              <a:rPr kumimoji="1" lang="ja-JP" altLang="en-US" dirty="0"/>
              <a:t>課題点</a:t>
            </a:r>
          </a:p>
        </p:txBody>
      </p:sp>
      <p:sp>
        <p:nvSpPr>
          <p:cNvPr id="8" name="コンテンツ プレースホルダー 2">
            <a:extLst>
              <a:ext uri="{FF2B5EF4-FFF2-40B4-BE49-F238E27FC236}">
                <a16:creationId xmlns:a16="http://schemas.microsoft.com/office/drawing/2014/main" id="{E65D7462-63AA-5EAA-D0D0-4DDA0B9C31EC}"/>
              </a:ext>
            </a:extLst>
          </p:cNvPr>
          <p:cNvSpPr>
            <a:spLocks noGrp="1"/>
          </p:cNvSpPr>
          <p:nvPr>
            <p:ph idx="1"/>
          </p:nvPr>
        </p:nvSpPr>
        <p:spPr>
          <a:xfrm>
            <a:off x="341313" y="1050925"/>
            <a:ext cx="11518900" cy="5118100"/>
          </a:xfrm>
          <a:prstGeom prst="rect">
            <a:avLst/>
          </a:prstGeom>
        </p:spPr>
        <p:txBody>
          <a:bodyPr/>
          <a:lstStyle/>
          <a:p>
            <a:r>
              <a:rPr kumimoji="1" lang="ja-JP" altLang="en-US" dirty="0"/>
              <a:t>命令に依存関係があったときにパケットの依存関係を考えるのが難しい</a:t>
            </a:r>
            <a:endParaRPr kumimoji="1" lang="en-US" altLang="ja-JP" dirty="0"/>
          </a:p>
          <a:p>
            <a:endParaRPr lang="en-US" altLang="ja-JP" dirty="0"/>
          </a:p>
          <a:p>
            <a:r>
              <a:rPr kumimoji="1" lang="ja-JP" altLang="en-US" dirty="0"/>
              <a:t>とりあえず、スケジューラ手動で管理し、動くスーパースカラの作成</a:t>
            </a:r>
            <a:endParaRPr kumimoji="1" lang="en-US" altLang="ja-JP" dirty="0"/>
          </a:p>
          <a:p>
            <a:endParaRPr kumimoji="1" lang="en-US" altLang="ja-JP" dirty="0"/>
          </a:p>
          <a:p>
            <a:endParaRPr kumimoji="1" lang="ja-JP" altLang="en-US" dirty="0"/>
          </a:p>
        </p:txBody>
      </p:sp>
    </p:spTree>
    <p:extLst>
      <p:ext uri="{BB962C8B-B14F-4D97-AF65-F5344CB8AC3E}">
        <p14:creationId xmlns:p14="http://schemas.microsoft.com/office/powerpoint/2010/main" val="894408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F771B391-2BD1-7A3B-48C9-B59EE24F3A4C}"/>
              </a:ext>
            </a:extLst>
          </p:cNvPr>
          <p:cNvSpPr>
            <a:spLocks noGrp="1"/>
          </p:cNvSpPr>
          <p:nvPr>
            <p:ph type="dt" sz="half" idx="10"/>
          </p:nvPr>
        </p:nvSpPr>
        <p:spPr/>
        <p:txBody>
          <a:bodyPr/>
          <a:lstStyle/>
          <a:p>
            <a:fld id="{22F12E9E-5F4C-41FA-A531-20E860C5E560}"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AB8AF8DC-8320-F249-42B3-6D4E1A170D2F}"/>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F10D14FD-B812-E1B2-8664-58731F91CDEB}"/>
              </a:ext>
            </a:extLst>
          </p:cNvPr>
          <p:cNvSpPr>
            <a:spLocks noGrp="1"/>
          </p:cNvSpPr>
          <p:nvPr>
            <p:ph type="sldNum" sz="quarter" idx="12"/>
          </p:nvPr>
        </p:nvSpPr>
        <p:spPr/>
        <p:txBody>
          <a:bodyPr/>
          <a:lstStyle/>
          <a:p>
            <a:fld id="{D424D12C-9692-4086-B843-0896D3A9ECC1}" type="slidenum">
              <a:rPr lang="ja-JP" altLang="en-US" smtClean="0"/>
              <a:pPr/>
              <a:t>20</a:t>
            </a:fld>
            <a:endParaRPr lang="ja-JP" altLang="en-US" dirty="0"/>
          </a:p>
        </p:txBody>
      </p:sp>
      <p:sp>
        <p:nvSpPr>
          <p:cNvPr id="7" name="タイトル 1">
            <a:extLst>
              <a:ext uri="{FF2B5EF4-FFF2-40B4-BE49-F238E27FC236}">
                <a16:creationId xmlns:a16="http://schemas.microsoft.com/office/drawing/2014/main" id="{F00BA230-44F0-D6C8-30A5-79DA91E4C88D}"/>
              </a:ext>
            </a:extLst>
          </p:cNvPr>
          <p:cNvSpPr>
            <a:spLocks noGrp="1"/>
          </p:cNvSpPr>
          <p:nvPr>
            <p:ph type="title"/>
          </p:nvPr>
        </p:nvSpPr>
        <p:spPr>
          <a:xfrm>
            <a:off x="341313" y="136525"/>
            <a:ext cx="11518900" cy="727075"/>
          </a:xfrm>
          <a:prstGeom prst="rect">
            <a:avLst/>
          </a:prstGeom>
        </p:spPr>
        <p:txBody>
          <a:bodyPr/>
          <a:lstStyle/>
          <a:p>
            <a:r>
              <a:rPr kumimoji="1" lang="en-US" altLang="ja-JP" dirty="0"/>
              <a:t>7/30</a:t>
            </a:r>
            <a:endParaRPr kumimoji="1" lang="ja-JP" altLang="en-US" dirty="0"/>
          </a:p>
        </p:txBody>
      </p:sp>
      <p:sp>
        <p:nvSpPr>
          <p:cNvPr id="9" name="コンテンツ プレースホルダー 2">
            <a:extLst>
              <a:ext uri="{FF2B5EF4-FFF2-40B4-BE49-F238E27FC236}">
                <a16:creationId xmlns:a16="http://schemas.microsoft.com/office/drawing/2014/main" id="{8A02004F-CAA7-DC9B-9CAF-465A1BC708E8}"/>
              </a:ext>
            </a:extLst>
          </p:cNvPr>
          <p:cNvSpPr>
            <a:spLocks noGrp="1"/>
          </p:cNvSpPr>
          <p:nvPr>
            <p:ph idx="1"/>
          </p:nvPr>
        </p:nvSpPr>
        <p:spPr>
          <a:xfrm>
            <a:off x="341313" y="1050925"/>
            <a:ext cx="11518900" cy="5118100"/>
          </a:xfrm>
          <a:prstGeom prst="rect">
            <a:avLst/>
          </a:prstGeom>
        </p:spPr>
        <p:txBody>
          <a:bodyPr/>
          <a:lstStyle/>
          <a:p>
            <a:endParaRPr kumimoji="1" lang="en-US" altLang="ja-JP" dirty="0"/>
          </a:p>
          <a:p>
            <a:r>
              <a:rPr kumimoji="1" lang="en-US" altLang="ja-JP" dirty="0"/>
              <a:t>Matching </a:t>
            </a:r>
            <a:r>
              <a:rPr kumimoji="1" lang="ja-JP" altLang="en-US" dirty="0"/>
              <a:t>と </a:t>
            </a:r>
            <a:r>
              <a:rPr kumimoji="1" lang="en-US" altLang="ja-JP" dirty="0"/>
              <a:t>MA</a:t>
            </a:r>
            <a:r>
              <a:rPr kumimoji="1" lang="ja-JP" altLang="en-US" dirty="0"/>
              <a:t>の構成</a:t>
            </a:r>
            <a:endParaRPr kumimoji="1" lang="en-US" altLang="ja-JP" dirty="0"/>
          </a:p>
          <a:p>
            <a:r>
              <a:rPr kumimoji="1" lang="ja-JP" altLang="en-US" dirty="0"/>
              <a:t>ステージごとのパケットフォーマット</a:t>
            </a:r>
            <a:endParaRPr kumimoji="1" lang="en-US" altLang="ja-JP" dirty="0"/>
          </a:p>
          <a:p>
            <a:endParaRPr kumimoji="1" lang="en-US" altLang="ja-JP" dirty="0"/>
          </a:p>
          <a:p>
            <a:r>
              <a:rPr kumimoji="1" lang="ja-JP" altLang="en-US" dirty="0"/>
              <a:t>ベンチマーク：？</a:t>
            </a:r>
            <a:r>
              <a:rPr kumimoji="1" lang="en-US" altLang="ja-JP" dirty="0"/>
              <a:t>(FIR</a:t>
            </a:r>
            <a:r>
              <a:rPr kumimoji="1" lang="ja-JP" altLang="en-US" dirty="0"/>
              <a:t>プログラム：</a:t>
            </a:r>
            <a:r>
              <a:rPr lang="ja-JP" altLang="en-US" dirty="0"/>
              <a:t>松坂</a:t>
            </a:r>
            <a:r>
              <a:rPr kumimoji="1" lang="ja-JP" altLang="en-US" dirty="0"/>
              <a:t>さん</a:t>
            </a:r>
            <a:r>
              <a:rPr kumimoji="1" lang="en-US" altLang="ja-JP" dirty="0"/>
              <a:t>)</a:t>
            </a:r>
          </a:p>
          <a:p>
            <a:endParaRPr kumimoji="1" lang="ja-JP" altLang="en-US" dirty="0"/>
          </a:p>
        </p:txBody>
      </p:sp>
    </p:spTree>
    <p:extLst>
      <p:ext uri="{BB962C8B-B14F-4D97-AF65-F5344CB8AC3E}">
        <p14:creationId xmlns:p14="http://schemas.microsoft.com/office/powerpoint/2010/main" val="40269963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4919D456-42F0-8F66-6140-CBE29DAA7A2F}"/>
              </a:ext>
            </a:extLst>
          </p:cNvPr>
          <p:cNvSpPr>
            <a:spLocks noGrp="1"/>
          </p:cNvSpPr>
          <p:nvPr>
            <p:ph type="dt" sz="half" idx="10"/>
          </p:nvPr>
        </p:nvSpPr>
        <p:spPr/>
        <p:txBody>
          <a:bodyPr/>
          <a:lstStyle/>
          <a:p>
            <a:fld id="{93ECB7F3-C878-4E49-AFBB-84C4D576BFB9}"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FDA3A2BC-1A4C-F205-AC91-4EFAB8B01AF3}"/>
              </a:ext>
            </a:extLst>
          </p:cNvPr>
          <p:cNvSpPr>
            <a:spLocks noGrp="1"/>
          </p:cNvSpPr>
          <p:nvPr>
            <p:ph type="ftr" sz="quarter" idx="11"/>
          </p:nvPr>
        </p:nvSpPr>
        <p:spPr/>
        <p:txBody>
          <a:body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E66ADCEE-0878-F189-A536-E6CE67E52395}"/>
              </a:ext>
            </a:extLst>
          </p:cNvPr>
          <p:cNvSpPr>
            <a:spLocks noGrp="1"/>
          </p:cNvSpPr>
          <p:nvPr>
            <p:ph type="sldNum" sz="quarter" idx="12"/>
          </p:nvPr>
        </p:nvSpPr>
        <p:spPr/>
        <p:txBody>
          <a:bodyPr/>
          <a:lstStyle/>
          <a:p>
            <a:fld id="{273F27D2-06B6-4999-B31F-B875E94682A2}" type="slidenum">
              <a:rPr kumimoji="1" lang="ja-JP" altLang="en-US" smtClean="0"/>
              <a:t>21</a:t>
            </a:fld>
            <a:endParaRPr kumimoji="1" lang="ja-JP" altLang="en-US"/>
          </a:p>
        </p:txBody>
      </p:sp>
      <p:pic>
        <p:nvPicPr>
          <p:cNvPr id="10" name="図 9">
            <a:extLst>
              <a:ext uri="{FF2B5EF4-FFF2-40B4-BE49-F238E27FC236}">
                <a16:creationId xmlns:a16="http://schemas.microsoft.com/office/drawing/2014/main" id="{27080D27-3AF2-BE50-AF72-6BE338A82C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479" y="92295"/>
            <a:ext cx="11785042" cy="6264055"/>
          </a:xfrm>
          <a:prstGeom prst="rect">
            <a:avLst/>
          </a:prstGeom>
        </p:spPr>
      </p:pic>
    </p:spTree>
    <p:extLst>
      <p:ext uri="{BB962C8B-B14F-4D97-AF65-F5344CB8AC3E}">
        <p14:creationId xmlns:p14="http://schemas.microsoft.com/office/powerpoint/2010/main" val="1454211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418106-405A-FF6C-F9A7-DAB179E286EC}"/>
              </a:ext>
            </a:extLst>
          </p:cNvPr>
          <p:cNvSpPr>
            <a:spLocks noGrp="1"/>
          </p:cNvSpPr>
          <p:nvPr>
            <p:ph type="title"/>
          </p:nvPr>
        </p:nvSpPr>
        <p:spPr>
          <a:xfrm>
            <a:off x="838200" y="365125"/>
            <a:ext cx="10515600" cy="1325563"/>
          </a:xfrm>
          <a:prstGeom prst="rect">
            <a:avLst/>
          </a:prstGeom>
        </p:spPr>
        <p:txBody>
          <a:bodyPr/>
          <a:lstStyle/>
          <a:p>
            <a:r>
              <a:rPr kumimoji="1" lang="ja-JP" altLang="en-US" dirty="0"/>
              <a:t>パケットフォーマット</a:t>
            </a:r>
            <a:r>
              <a:rPr kumimoji="1" lang="en-US" altLang="ja-JP" dirty="0"/>
              <a:t>(1/)</a:t>
            </a:r>
            <a:endParaRPr kumimoji="1" lang="ja-JP" altLang="en-US" dirty="0"/>
          </a:p>
        </p:txBody>
      </p:sp>
      <p:sp>
        <p:nvSpPr>
          <p:cNvPr id="3" name="コンテンツ プレースホルダー 2">
            <a:extLst>
              <a:ext uri="{FF2B5EF4-FFF2-40B4-BE49-F238E27FC236}">
                <a16:creationId xmlns:a16="http://schemas.microsoft.com/office/drawing/2014/main" id="{4E92E8FD-6C93-0E81-A261-E79948CAA691}"/>
              </a:ext>
            </a:extLst>
          </p:cNvPr>
          <p:cNvSpPr>
            <a:spLocks noGrp="1"/>
          </p:cNvSpPr>
          <p:nvPr>
            <p:ph idx="4294967295"/>
          </p:nvPr>
        </p:nvSpPr>
        <p:spPr>
          <a:xfrm>
            <a:off x="838200" y="1825625"/>
            <a:ext cx="10515600" cy="527050"/>
          </a:xfrm>
          <a:prstGeom prst="rect">
            <a:avLst/>
          </a:prstGeom>
        </p:spPr>
        <p:txBody>
          <a:bodyPr/>
          <a:lstStyle/>
          <a:p>
            <a:r>
              <a:rPr kumimoji="1" lang="ja-JP" altLang="en-US" dirty="0"/>
              <a:t>入力パケットフォーマット</a:t>
            </a:r>
          </a:p>
        </p:txBody>
      </p:sp>
      <p:sp>
        <p:nvSpPr>
          <p:cNvPr id="4" name="日付プレースホルダー 3">
            <a:extLst>
              <a:ext uri="{FF2B5EF4-FFF2-40B4-BE49-F238E27FC236}">
                <a16:creationId xmlns:a16="http://schemas.microsoft.com/office/drawing/2014/main" id="{EC57AFAA-4FB5-83A8-735D-A3A435D84A3B}"/>
              </a:ext>
            </a:extLst>
          </p:cNvPr>
          <p:cNvSpPr>
            <a:spLocks noGrp="1"/>
          </p:cNvSpPr>
          <p:nvPr>
            <p:ph type="dt" sz="half" idx="10"/>
          </p:nvPr>
        </p:nvSpPr>
        <p:spPr>
          <a:xfrm>
            <a:off x="838200" y="6356350"/>
            <a:ext cx="2743200" cy="365125"/>
          </a:xfrm>
        </p:spPr>
        <p:txBody>
          <a:bodyPr/>
          <a:lstStyle/>
          <a:p>
            <a:fld id="{09FF3B11-206F-4FA8-B0D4-9D800B789FFE}"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585A191D-7075-6F92-BED5-BD0CF6D17B85}"/>
              </a:ext>
            </a:extLst>
          </p:cNvPr>
          <p:cNvSpPr>
            <a:spLocks noGrp="1"/>
          </p:cNvSpPr>
          <p:nvPr>
            <p:ph type="ftr" sz="quarter" idx="11"/>
          </p:nvPr>
        </p:nvSpPr>
        <p:spPr>
          <a:xfrm>
            <a:off x="4038600" y="6356350"/>
            <a:ext cx="4114800" cy="365125"/>
          </a:xfrm>
        </p:spPr>
        <p:txBody>
          <a:body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9BD1460B-79EF-AA70-3BEB-2E321B063E4D}"/>
              </a:ext>
            </a:extLst>
          </p:cNvPr>
          <p:cNvSpPr>
            <a:spLocks noGrp="1"/>
          </p:cNvSpPr>
          <p:nvPr>
            <p:ph type="sldNum" sz="quarter" idx="12"/>
          </p:nvPr>
        </p:nvSpPr>
        <p:spPr>
          <a:xfrm>
            <a:off x="8610600" y="6356350"/>
            <a:ext cx="2743200" cy="365125"/>
          </a:xfrm>
        </p:spPr>
        <p:txBody>
          <a:bodyPr/>
          <a:lstStyle/>
          <a:p>
            <a:fld id="{273F27D2-06B6-4999-B31F-B875E94682A2}" type="slidenum">
              <a:rPr kumimoji="1" lang="ja-JP" altLang="en-US" smtClean="0"/>
              <a:t>22</a:t>
            </a:fld>
            <a:endParaRPr kumimoji="1" lang="ja-JP" altLang="en-US" dirty="0"/>
          </a:p>
        </p:txBody>
      </p:sp>
      <p:grpSp>
        <p:nvGrpSpPr>
          <p:cNvPr id="30" name="グループ化 29">
            <a:extLst>
              <a:ext uri="{FF2B5EF4-FFF2-40B4-BE49-F238E27FC236}">
                <a16:creationId xmlns:a16="http://schemas.microsoft.com/office/drawing/2014/main" id="{BC864B16-2D77-339E-D840-B21ACC1AD158}"/>
              </a:ext>
            </a:extLst>
          </p:cNvPr>
          <p:cNvGrpSpPr/>
          <p:nvPr/>
        </p:nvGrpSpPr>
        <p:grpSpPr>
          <a:xfrm>
            <a:off x="1056032" y="2487604"/>
            <a:ext cx="7660793" cy="822572"/>
            <a:chOff x="1056032" y="2487604"/>
            <a:chExt cx="7660793" cy="822572"/>
          </a:xfrm>
        </p:grpSpPr>
        <p:grpSp>
          <p:nvGrpSpPr>
            <p:cNvPr id="16" name="グループ化 15">
              <a:extLst>
                <a:ext uri="{FF2B5EF4-FFF2-40B4-BE49-F238E27FC236}">
                  <a16:creationId xmlns:a16="http://schemas.microsoft.com/office/drawing/2014/main" id="{1492171D-72BC-8ADD-C4D0-C3B53D5BFE98}"/>
                </a:ext>
              </a:extLst>
            </p:cNvPr>
            <p:cNvGrpSpPr/>
            <p:nvPr/>
          </p:nvGrpSpPr>
          <p:grpSpPr>
            <a:xfrm>
              <a:off x="1309636" y="2487604"/>
              <a:ext cx="7153586" cy="390643"/>
              <a:chOff x="928636" y="2807245"/>
              <a:chExt cx="7153586" cy="390643"/>
            </a:xfrm>
          </p:grpSpPr>
          <p:sp>
            <p:nvSpPr>
              <p:cNvPr id="8" name="正方形/長方形 7">
                <a:extLst>
                  <a:ext uri="{FF2B5EF4-FFF2-40B4-BE49-F238E27FC236}">
                    <a16:creationId xmlns:a16="http://schemas.microsoft.com/office/drawing/2014/main" id="{20758699-3446-8481-4946-7AFFEA807945}"/>
                  </a:ext>
                </a:extLst>
              </p:cNvPr>
              <p:cNvSpPr/>
              <p:nvPr/>
            </p:nvSpPr>
            <p:spPr>
              <a:xfrm>
                <a:off x="928636" y="2807257"/>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color</a:t>
                </a:r>
                <a:endParaRPr kumimoji="1" lang="ja-JP" altLang="en-US" sz="2000" dirty="0">
                  <a:solidFill>
                    <a:schemeClr val="tx1"/>
                  </a:solidFill>
                </a:endParaRPr>
              </a:p>
            </p:txBody>
          </p:sp>
          <p:sp>
            <p:nvSpPr>
              <p:cNvPr id="9" name="正方形/長方形 8">
                <a:extLst>
                  <a:ext uri="{FF2B5EF4-FFF2-40B4-BE49-F238E27FC236}">
                    <a16:creationId xmlns:a16="http://schemas.microsoft.com/office/drawing/2014/main" id="{6AD73DB1-E567-803D-DC56-D7A5C15A9669}"/>
                  </a:ext>
                </a:extLst>
              </p:cNvPr>
              <p:cNvSpPr/>
              <p:nvPr/>
            </p:nvSpPr>
            <p:spPr>
              <a:xfrm>
                <a:off x="2080010"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gen</a:t>
                </a:r>
                <a:endParaRPr kumimoji="1" lang="ja-JP" altLang="en-US" sz="2000" dirty="0">
                  <a:solidFill>
                    <a:schemeClr val="tx1"/>
                  </a:solidFill>
                </a:endParaRPr>
              </a:p>
            </p:txBody>
          </p:sp>
          <p:sp>
            <p:nvSpPr>
              <p:cNvPr id="10" name="正方形/長方形 9">
                <a:extLst>
                  <a:ext uri="{FF2B5EF4-FFF2-40B4-BE49-F238E27FC236}">
                    <a16:creationId xmlns:a16="http://schemas.microsoft.com/office/drawing/2014/main" id="{5A19FBB7-99EF-B56D-2A1F-24BDD3264B4B}"/>
                  </a:ext>
                </a:extLst>
              </p:cNvPr>
              <p:cNvSpPr/>
              <p:nvPr/>
            </p:nvSpPr>
            <p:spPr>
              <a:xfrm>
                <a:off x="3231384"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err="1">
                    <a:solidFill>
                      <a:schemeClr val="tx1"/>
                    </a:solidFill>
                  </a:rPr>
                  <a:t>dest</a:t>
                </a:r>
                <a:endParaRPr kumimoji="1" lang="ja-JP" altLang="en-US" sz="2000" dirty="0">
                  <a:solidFill>
                    <a:schemeClr val="tx1"/>
                  </a:solidFill>
                </a:endParaRPr>
              </a:p>
            </p:txBody>
          </p:sp>
          <p:sp>
            <p:nvSpPr>
              <p:cNvPr id="11" name="正方形/長方形 10">
                <a:extLst>
                  <a:ext uri="{FF2B5EF4-FFF2-40B4-BE49-F238E27FC236}">
                    <a16:creationId xmlns:a16="http://schemas.microsoft.com/office/drawing/2014/main" id="{BD63B994-A598-D804-939B-7B2F2B2E530E}"/>
                  </a:ext>
                </a:extLst>
              </p:cNvPr>
              <p:cNvSpPr/>
              <p:nvPr/>
            </p:nvSpPr>
            <p:spPr>
              <a:xfrm>
                <a:off x="4382758" y="2807256"/>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a:t>
                </a:r>
                <a:endParaRPr kumimoji="1" lang="ja-JP" altLang="en-US" sz="2000" dirty="0">
                  <a:solidFill>
                    <a:schemeClr val="tx1"/>
                  </a:solidFill>
                </a:endParaRPr>
              </a:p>
            </p:txBody>
          </p:sp>
          <p:sp>
            <p:nvSpPr>
              <p:cNvPr id="12" name="正方形/長方形 11">
                <a:extLst>
                  <a:ext uri="{FF2B5EF4-FFF2-40B4-BE49-F238E27FC236}">
                    <a16:creationId xmlns:a16="http://schemas.microsoft.com/office/drawing/2014/main" id="{F06328F2-5B14-212A-C9AA-6FEAA243C967}"/>
                  </a:ext>
                </a:extLst>
              </p:cNvPr>
              <p:cNvSpPr/>
              <p:nvPr/>
            </p:nvSpPr>
            <p:spPr>
              <a:xfrm>
                <a:off x="4922044" y="2807255"/>
                <a:ext cx="583207"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MF</a:t>
                </a:r>
                <a:endParaRPr kumimoji="1" lang="ja-JP" altLang="en-US" sz="2000" dirty="0">
                  <a:solidFill>
                    <a:schemeClr val="tx1"/>
                  </a:solidFill>
                </a:endParaRPr>
              </a:p>
            </p:txBody>
          </p:sp>
          <p:sp>
            <p:nvSpPr>
              <p:cNvPr id="13" name="正方形/長方形 12">
                <a:extLst>
                  <a:ext uri="{FF2B5EF4-FFF2-40B4-BE49-F238E27FC236}">
                    <a16:creationId xmlns:a16="http://schemas.microsoft.com/office/drawing/2014/main" id="{68F80848-5CC1-529B-085A-790A3A072C8F}"/>
                  </a:ext>
                </a:extLst>
              </p:cNvPr>
              <p:cNvSpPr/>
              <p:nvPr/>
            </p:nvSpPr>
            <p:spPr>
              <a:xfrm>
                <a:off x="5502870" y="2807245"/>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C</a:t>
                </a:r>
                <a:endParaRPr kumimoji="1" lang="ja-JP" altLang="en-US" sz="2000" dirty="0">
                  <a:solidFill>
                    <a:schemeClr val="tx1"/>
                  </a:solidFill>
                </a:endParaRPr>
              </a:p>
            </p:txBody>
          </p:sp>
          <p:sp>
            <p:nvSpPr>
              <p:cNvPr id="14" name="正方形/長方形 13">
                <a:extLst>
                  <a:ext uri="{FF2B5EF4-FFF2-40B4-BE49-F238E27FC236}">
                    <a16:creationId xmlns:a16="http://schemas.microsoft.com/office/drawing/2014/main" id="{ECE83C70-8C66-5E53-1FAD-60A8DF54B095}"/>
                  </a:ext>
                </a:extLst>
              </p:cNvPr>
              <p:cNvSpPr/>
              <p:nvPr/>
            </p:nvSpPr>
            <p:spPr>
              <a:xfrm>
                <a:off x="6042156" y="2807245"/>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a:t>
                </a:r>
                <a:endParaRPr kumimoji="1" lang="ja-JP" altLang="en-US" sz="2000" dirty="0">
                  <a:solidFill>
                    <a:schemeClr val="tx1"/>
                  </a:solidFill>
                </a:endParaRPr>
              </a:p>
            </p:txBody>
          </p:sp>
          <p:sp>
            <p:nvSpPr>
              <p:cNvPr id="15" name="正方形/長方形 14">
                <a:extLst>
                  <a:ext uri="{FF2B5EF4-FFF2-40B4-BE49-F238E27FC236}">
                    <a16:creationId xmlns:a16="http://schemas.microsoft.com/office/drawing/2014/main" id="{B72007A4-6748-4CD2-8155-A1E44CC55AE4}"/>
                  </a:ext>
                </a:extLst>
              </p:cNvPr>
              <p:cNvSpPr/>
              <p:nvPr/>
            </p:nvSpPr>
            <p:spPr>
              <a:xfrm>
                <a:off x="6579061" y="2807245"/>
                <a:ext cx="150316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Data</a:t>
                </a:r>
                <a:endParaRPr kumimoji="1" lang="ja-JP" altLang="en-US" sz="2000" dirty="0">
                  <a:solidFill>
                    <a:schemeClr val="tx1"/>
                  </a:solidFill>
                </a:endParaRPr>
              </a:p>
            </p:txBody>
          </p:sp>
        </p:grpSp>
        <p:sp>
          <p:nvSpPr>
            <p:cNvPr id="18" name="テキスト ボックス 17">
              <a:extLst>
                <a:ext uri="{FF2B5EF4-FFF2-40B4-BE49-F238E27FC236}">
                  <a16:creationId xmlns:a16="http://schemas.microsoft.com/office/drawing/2014/main" id="{A68CC69B-02D5-AEF5-70E5-7D665C4E9B04}"/>
                </a:ext>
              </a:extLst>
            </p:cNvPr>
            <p:cNvSpPr txBox="1"/>
            <p:nvPr/>
          </p:nvSpPr>
          <p:spPr>
            <a:xfrm>
              <a:off x="1056032" y="2910066"/>
              <a:ext cx="507207" cy="400110"/>
            </a:xfrm>
            <a:prstGeom prst="rect">
              <a:avLst/>
            </a:prstGeom>
            <a:noFill/>
          </p:spPr>
          <p:txBody>
            <a:bodyPr wrap="square" rtlCol="0">
              <a:spAutoFit/>
            </a:bodyPr>
            <a:lstStyle/>
            <a:p>
              <a:pPr algn="ctr"/>
              <a:r>
                <a:rPr kumimoji="1" lang="en-US" altLang="ja-JP" sz="2000" dirty="0"/>
                <a:t>37</a:t>
              </a:r>
              <a:endParaRPr kumimoji="1" lang="ja-JP" altLang="en-US" sz="2000" dirty="0"/>
            </a:p>
          </p:txBody>
        </p:sp>
        <p:sp>
          <p:nvSpPr>
            <p:cNvPr id="19" name="テキスト ボックス 18">
              <a:extLst>
                <a:ext uri="{FF2B5EF4-FFF2-40B4-BE49-F238E27FC236}">
                  <a16:creationId xmlns:a16="http://schemas.microsoft.com/office/drawing/2014/main" id="{FA6C951B-5F4B-B84C-770D-CC01C64C9734}"/>
                </a:ext>
              </a:extLst>
            </p:cNvPr>
            <p:cNvSpPr txBox="1"/>
            <p:nvPr/>
          </p:nvSpPr>
          <p:spPr>
            <a:xfrm>
              <a:off x="2049618" y="2910065"/>
              <a:ext cx="507207" cy="400110"/>
            </a:xfrm>
            <a:prstGeom prst="rect">
              <a:avLst/>
            </a:prstGeom>
            <a:noFill/>
          </p:spPr>
          <p:txBody>
            <a:bodyPr wrap="square" rtlCol="0">
              <a:spAutoFit/>
            </a:bodyPr>
            <a:lstStyle/>
            <a:p>
              <a:pPr algn="ctr"/>
              <a:r>
                <a:rPr kumimoji="1" lang="en-US" altLang="ja-JP" sz="2000" dirty="0"/>
                <a:t>35</a:t>
              </a:r>
              <a:endParaRPr kumimoji="1" lang="ja-JP" altLang="en-US" sz="2000" dirty="0"/>
            </a:p>
          </p:txBody>
        </p:sp>
        <p:sp>
          <p:nvSpPr>
            <p:cNvPr id="20" name="テキスト ボックス 19">
              <a:extLst>
                <a:ext uri="{FF2B5EF4-FFF2-40B4-BE49-F238E27FC236}">
                  <a16:creationId xmlns:a16="http://schemas.microsoft.com/office/drawing/2014/main" id="{7B0273F0-0613-DC82-A920-03470B2236CD}"/>
                </a:ext>
              </a:extLst>
            </p:cNvPr>
            <p:cNvSpPr txBox="1"/>
            <p:nvPr/>
          </p:nvSpPr>
          <p:spPr>
            <a:xfrm>
              <a:off x="3190612" y="2896255"/>
              <a:ext cx="507207" cy="400110"/>
            </a:xfrm>
            <a:prstGeom prst="rect">
              <a:avLst/>
            </a:prstGeom>
            <a:noFill/>
          </p:spPr>
          <p:txBody>
            <a:bodyPr wrap="square" rtlCol="0">
              <a:spAutoFit/>
            </a:bodyPr>
            <a:lstStyle/>
            <a:p>
              <a:pPr algn="ctr"/>
              <a:r>
                <a:rPr lang="en-US" altLang="ja-JP" sz="2000" dirty="0"/>
                <a:t>2</a:t>
              </a:r>
              <a:r>
                <a:rPr kumimoji="1" lang="en-US" altLang="ja-JP" sz="2000" dirty="0"/>
                <a:t>7</a:t>
              </a:r>
              <a:endParaRPr kumimoji="1" lang="ja-JP" altLang="en-US" sz="2000" dirty="0"/>
            </a:p>
          </p:txBody>
        </p:sp>
        <p:sp>
          <p:nvSpPr>
            <p:cNvPr id="21" name="テキスト ボックス 20">
              <a:extLst>
                <a:ext uri="{FF2B5EF4-FFF2-40B4-BE49-F238E27FC236}">
                  <a16:creationId xmlns:a16="http://schemas.microsoft.com/office/drawing/2014/main" id="{EE79CC32-7902-E6D1-4401-26D86ED971C6}"/>
                </a:ext>
              </a:extLst>
            </p:cNvPr>
            <p:cNvSpPr txBox="1"/>
            <p:nvPr/>
          </p:nvSpPr>
          <p:spPr>
            <a:xfrm>
              <a:off x="4379381" y="2894707"/>
              <a:ext cx="507207" cy="400110"/>
            </a:xfrm>
            <a:prstGeom prst="rect">
              <a:avLst/>
            </a:prstGeom>
            <a:noFill/>
          </p:spPr>
          <p:txBody>
            <a:bodyPr wrap="square" rtlCol="0">
              <a:spAutoFit/>
            </a:bodyPr>
            <a:lstStyle/>
            <a:p>
              <a:pPr algn="ctr"/>
              <a:r>
                <a:rPr lang="en-US" altLang="ja-JP" sz="2000" dirty="0"/>
                <a:t>20</a:t>
              </a:r>
              <a:endParaRPr kumimoji="1" lang="ja-JP" altLang="en-US" sz="2000" dirty="0"/>
            </a:p>
          </p:txBody>
        </p:sp>
        <p:sp>
          <p:nvSpPr>
            <p:cNvPr id="22" name="テキスト ボックス 21">
              <a:extLst>
                <a:ext uri="{FF2B5EF4-FFF2-40B4-BE49-F238E27FC236}">
                  <a16:creationId xmlns:a16="http://schemas.microsoft.com/office/drawing/2014/main" id="{CFDB0FA2-9015-EF69-1AAF-F9E13ACA8D67}"/>
                </a:ext>
              </a:extLst>
            </p:cNvPr>
            <p:cNvSpPr txBox="1"/>
            <p:nvPr/>
          </p:nvSpPr>
          <p:spPr>
            <a:xfrm>
              <a:off x="3531393" y="2894707"/>
              <a:ext cx="507207" cy="400110"/>
            </a:xfrm>
            <a:prstGeom prst="rect">
              <a:avLst/>
            </a:prstGeom>
            <a:noFill/>
          </p:spPr>
          <p:txBody>
            <a:bodyPr wrap="square" rtlCol="0">
              <a:spAutoFit/>
            </a:bodyPr>
            <a:lstStyle/>
            <a:p>
              <a:pPr algn="ctr"/>
              <a:r>
                <a:rPr lang="en-US" altLang="ja-JP" sz="2000" dirty="0"/>
                <a:t>26</a:t>
              </a:r>
              <a:endParaRPr kumimoji="1" lang="ja-JP" altLang="en-US" sz="2000" dirty="0"/>
            </a:p>
          </p:txBody>
        </p:sp>
        <p:sp>
          <p:nvSpPr>
            <p:cNvPr id="23" name="テキスト ボックス 22">
              <a:extLst>
                <a:ext uri="{FF2B5EF4-FFF2-40B4-BE49-F238E27FC236}">
                  <a16:creationId xmlns:a16="http://schemas.microsoft.com/office/drawing/2014/main" id="{1E4EA7C6-346C-DEAA-1062-620DFC25C3D4}"/>
                </a:ext>
              </a:extLst>
            </p:cNvPr>
            <p:cNvSpPr txBox="1"/>
            <p:nvPr/>
          </p:nvSpPr>
          <p:spPr>
            <a:xfrm>
              <a:off x="2378279" y="2910065"/>
              <a:ext cx="507207" cy="400110"/>
            </a:xfrm>
            <a:prstGeom prst="rect">
              <a:avLst/>
            </a:prstGeom>
            <a:noFill/>
          </p:spPr>
          <p:txBody>
            <a:bodyPr wrap="square" rtlCol="0">
              <a:spAutoFit/>
            </a:bodyPr>
            <a:lstStyle/>
            <a:p>
              <a:pPr algn="ctr"/>
              <a:r>
                <a:rPr kumimoji="1" lang="en-US" altLang="ja-JP" sz="2000" dirty="0"/>
                <a:t>34</a:t>
              </a:r>
              <a:endParaRPr kumimoji="1" lang="ja-JP" altLang="en-US" sz="2000" dirty="0"/>
            </a:p>
          </p:txBody>
        </p:sp>
        <p:sp>
          <p:nvSpPr>
            <p:cNvPr id="24" name="テキスト ボックス 23">
              <a:extLst>
                <a:ext uri="{FF2B5EF4-FFF2-40B4-BE49-F238E27FC236}">
                  <a16:creationId xmlns:a16="http://schemas.microsoft.com/office/drawing/2014/main" id="{C04EECB1-4553-847B-740B-24B65ECE51F8}"/>
                </a:ext>
              </a:extLst>
            </p:cNvPr>
            <p:cNvSpPr txBox="1"/>
            <p:nvPr/>
          </p:nvSpPr>
          <p:spPr>
            <a:xfrm>
              <a:off x="4795837" y="2894707"/>
              <a:ext cx="507207" cy="400110"/>
            </a:xfrm>
            <a:prstGeom prst="rect">
              <a:avLst/>
            </a:prstGeom>
            <a:noFill/>
          </p:spPr>
          <p:txBody>
            <a:bodyPr wrap="square" rtlCol="0">
              <a:spAutoFit/>
            </a:bodyPr>
            <a:lstStyle/>
            <a:p>
              <a:pPr algn="ctr"/>
              <a:r>
                <a:rPr kumimoji="1" lang="en-US" altLang="ja-JP" sz="2000" dirty="0"/>
                <a:t>19</a:t>
              </a:r>
              <a:endParaRPr kumimoji="1" lang="ja-JP" altLang="en-US" sz="2000" dirty="0"/>
            </a:p>
          </p:txBody>
        </p:sp>
        <p:sp>
          <p:nvSpPr>
            <p:cNvPr id="25" name="テキスト ボックス 24">
              <a:extLst>
                <a:ext uri="{FF2B5EF4-FFF2-40B4-BE49-F238E27FC236}">
                  <a16:creationId xmlns:a16="http://schemas.microsoft.com/office/drawing/2014/main" id="{E3D257A0-B035-0DC3-026A-79BB00ADF09D}"/>
                </a:ext>
              </a:extLst>
            </p:cNvPr>
            <p:cNvSpPr txBox="1"/>
            <p:nvPr/>
          </p:nvSpPr>
          <p:spPr>
            <a:xfrm>
              <a:off x="5325192" y="2894707"/>
              <a:ext cx="507207" cy="400110"/>
            </a:xfrm>
            <a:prstGeom prst="rect">
              <a:avLst/>
            </a:prstGeom>
            <a:noFill/>
          </p:spPr>
          <p:txBody>
            <a:bodyPr wrap="square" rtlCol="0">
              <a:spAutoFit/>
            </a:bodyPr>
            <a:lstStyle/>
            <a:p>
              <a:pPr algn="ctr"/>
              <a:r>
                <a:rPr kumimoji="1" lang="en-US" altLang="ja-JP" sz="2000" dirty="0"/>
                <a:t>1</a:t>
              </a:r>
              <a:r>
                <a:rPr lang="en-US" altLang="ja-JP" sz="2000" dirty="0"/>
                <a:t>8</a:t>
              </a:r>
              <a:endParaRPr kumimoji="1" lang="ja-JP" altLang="en-US" sz="2000" dirty="0"/>
            </a:p>
          </p:txBody>
        </p:sp>
        <p:sp>
          <p:nvSpPr>
            <p:cNvPr id="26" name="テキスト ボックス 25">
              <a:extLst>
                <a:ext uri="{FF2B5EF4-FFF2-40B4-BE49-F238E27FC236}">
                  <a16:creationId xmlns:a16="http://schemas.microsoft.com/office/drawing/2014/main" id="{27CAE139-F770-DA96-DB47-5BC19F7E5D8B}"/>
                </a:ext>
              </a:extLst>
            </p:cNvPr>
            <p:cNvSpPr txBox="1"/>
            <p:nvPr/>
          </p:nvSpPr>
          <p:spPr>
            <a:xfrm>
              <a:off x="5898963" y="2878235"/>
              <a:ext cx="507207" cy="400110"/>
            </a:xfrm>
            <a:prstGeom prst="rect">
              <a:avLst/>
            </a:prstGeom>
            <a:noFill/>
          </p:spPr>
          <p:txBody>
            <a:bodyPr wrap="square" rtlCol="0">
              <a:spAutoFit/>
            </a:bodyPr>
            <a:lstStyle/>
            <a:p>
              <a:pPr algn="ctr"/>
              <a:r>
                <a:rPr kumimoji="1" lang="en-US" altLang="ja-JP" sz="2000" dirty="0"/>
                <a:t>17</a:t>
              </a:r>
              <a:endParaRPr kumimoji="1" lang="ja-JP" altLang="en-US" sz="2000" dirty="0"/>
            </a:p>
          </p:txBody>
        </p:sp>
        <p:sp>
          <p:nvSpPr>
            <p:cNvPr id="27" name="テキスト ボックス 26">
              <a:extLst>
                <a:ext uri="{FF2B5EF4-FFF2-40B4-BE49-F238E27FC236}">
                  <a16:creationId xmlns:a16="http://schemas.microsoft.com/office/drawing/2014/main" id="{4424F7F3-E04C-7E02-8AD6-4E5BB6610661}"/>
                </a:ext>
              </a:extLst>
            </p:cNvPr>
            <p:cNvSpPr txBox="1"/>
            <p:nvPr/>
          </p:nvSpPr>
          <p:spPr>
            <a:xfrm>
              <a:off x="6439195" y="2878235"/>
              <a:ext cx="507207" cy="400110"/>
            </a:xfrm>
            <a:prstGeom prst="rect">
              <a:avLst/>
            </a:prstGeom>
            <a:noFill/>
          </p:spPr>
          <p:txBody>
            <a:bodyPr wrap="square" rtlCol="0">
              <a:spAutoFit/>
            </a:bodyPr>
            <a:lstStyle/>
            <a:p>
              <a:pPr algn="ctr"/>
              <a:r>
                <a:rPr kumimoji="1" lang="en-US" altLang="ja-JP" sz="2000" dirty="0"/>
                <a:t>1</a:t>
              </a:r>
              <a:r>
                <a:rPr lang="en-US" altLang="ja-JP" sz="2000" dirty="0"/>
                <a:t>6</a:t>
              </a:r>
              <a:endParaRPr kumimoji="1" lang="ja-JP" altLang="en-US" sz="2000" dirty="0"/>
            </a:p>
          </p:txBody>
        </p:sp>
        <p:sp>
          <p:nvSpPr>
            <p:cNvPr id="28" name="テキスト ボックス 27">
              <a:extLst>
                <a:ext uri="{FF2B5EF4-FFF2-40B4-BE49-F238E27FC236}">
                  <a16:creationId xmlns:a16="http://schemas.microsoft.com/office/drawing/2014/main" id="{26485CF0-B37A-1708-C7EC-FCB201641C21}"/>
                </a:ext>
              </a:extLst>
            </p:cNvPr>
            <p:cNvSpPr txBox="1"/>
            <p:nvPr/>
          </p:nvSpPr>
          <p:spPr>
            <a:xfrm>
              <a:off x="6867075" y="2878235"/>
              <a:ext cx="507207" cy="400110"/>
            </a:xfrm>
            <a:prstGeom prst="rect">
              <a:avLst/>
            </a:prstGeom>
            <a:noFill/>
          </p:spPr>
          <p:txBody>
            <a:bodyPr wrap="square" rtlCol="0">
              <a:spAutoFit/>
            </a:bodyPr>
            <a:lstStyle/>
            <a:p>
              <a:pPr algn="ctr"/>
              <a:r>
                <a:rPr kumimoji="1" lang="en-US" altLang="ja-JP" sz="2000" dirty="0"/>
                <a:t>1</a:t>
              </a:r>
              <a:r>
                <a:rPr lang="en-US" altLang="ja-JP" sz="2000" dirty="0"/>
                <a:t>5</a:t>
              </a:r>
              <a:endParaRPr kumimoji="1" lang="ja-JP" altLang="en-US" sz="2000" dirty="0"/>
            </a:p>
          </p:txBody>
        </p:sp>
        <p:sp>
          <p:nvSpPr>
            <p:cNvPr id="29" name="テキスト ボックス 28">
              <a:extLst>
                <a:ext uri="{FF2B5EF4-FFF2-40B4-BE49-F238E27FC236}">
                  <a16:creationId xmlns:a16="http://schemas.microsoft.com/office/drawing/2014/main" id="{98F5BFFE-4495-151D-7D2A-E9E1DE78CB0D}"/>
                </a:ext>
              </a:extLst>
            </p:cNvPr>
            <p:cNvSpPr txBox="1"/>
            <p:nvPr/>
          </p:nvSpPr>
          <p:spPr>
            <a:xfrm>
              <a:off x="8209618" y="2878235"/>
              <a:ext cx="507207" cy="400110"/>
            </a:xfrm>
            <a:prstGeom prst="rect">
              <a:avLst/>
            </a:prstGeom>
            <a:noFill/>
          </p:spPr>
          <p:txBody>
            <a:bodyPr wrap="square" rtlCol="0">
              <a:spAutoFit/>
            </a:bodyPr>
            <a:lstStyle/>
            <a:p>
              <a:pPr algn="ctr"/>
              <a:r>
                <a:rPr lang="en-US" altLang="ja-JP" sz="2000" dirty="0"/>
                <a:t>0</a:t>
              </a:r>
              <a:endParaRPr kumimoji="1" lang="ja-JP" altLang="en-US" sz="2000" dirty="0"/>
            </a:p>
          </p:txBody>
        </p:sp>
      </p:grpSp>
      <p:sp>
        <p:nvSpPr>
          <p:cNvPr id="31" name="コンテンツ プレースホルダー 2">
            <a:extLst>
              <a:ext uri="{FF2B5EF4-FFF2-40B4-BE49-F238E27FC236}">
                <a16:creationId xmlns:a16="http://schemas.microsoft.com/office/drawing/2014/main" id="{1769297F-6EFD-1235-5C26-FFECBD5F6DA1}"/>
              </a:ext>
            </a:extLst>
          </p:cNvPr>
          <p:cNvSpPr txBox="1">
            <a:spLocks/>
          </p:cNvSpPr>
          <p:nvPr/>
        </p:nvSpPr>
        <p:spPr>
          <a:xfrm>
            <a:off x="838200" y="3316131"/>
            <a:ext cx="10515600" cy="5270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ü"/>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err="1"/>
              <a:t>M_Stage</a:t>
            </a:r>
            <a:r>
              <a:rPr lang="ja-JP" altLang="en-US" dirty="0"/>
              <a:t>パケットフォーマット</a:t>
            </a:r>
          </a:p>
        </p:txBody>
      </p:sp>
      <p:grpSp>
        <p:nvGrpSpPr>
          <p:cNvPr id="86" name="グループ化 85">
            <a:extLst>
              <a:ext uri="{FF2B5EF4-FFF2-40B4-BE49-F238E27FC236}">
                <a16:creationId xmlns:a16="http://schemas.microsoft.com/office/drawing/2014/main" id="{E988DC1B-39A3-D4C7-8F49-6BDFF27E29B7}"/>
              </a:ext>
            </a:extLst>
          </p:cNvPr>
          <p:cNvGrpSpPr/>
          <p:nvPr/>
        </p:nvGrpSpPr>
        <p:grpSpPr>
          <a:xfrm>
            <a:off x="1056032" y="3860999"/>
            <a:ext cx="10194430" cy="823918"/>
            <a:chOff x="1056032" y="3860999"/>
            <a:chExt cx="10194430" cy="823918"/>
          </a:xfrm>
        </p:grpSpPr>
        <p:grpSp>
          <p:nvGrpSpPr>
            <p:cNvPr id="32" name="グループ化 31">
              <a:extLst>
                <a:ext uri="{FF2B5EF4-FFF2-40B4-BE49-F238E27FC236}">
                  <a16:creationId xmlns:a16="http://schemas.microsoft.com/office/drawing/2014/main" id="{FDC2C797-E745-87A8-E3C2-F3F047BF6968}"/>
                </a:ext>
              </a:extLst>
            </p:cNvPr>
            <p:cNvGrpSpPr/>
            <p:nvPr/>
          </p:nvGrpSpPr>
          <p:grpSpPr>
            <a:xfrm>
              <a:off x="1056032" y="3862356"/>
              <a:ext cx="4247012" cy="822561"/>
              <a:chOff x="1056032" y="2487615"/>
              <a:chExt cx="4247012" cy="822561"/>
            </a:xfrm>
          </p:grpSpPr>
          <p:grpSp>
            <p:nvGrpSpPr>
              <p:cNvPr id="33" name="グループ化 32">
                <a:extLst>
                  <a:ext uri="{FF2B5EF4-FFF2-40B4-BE49-F238E27FC236}">
                    <a16:creationId xmlns:a16="http://schemas.microsoft.com/office/drawing/2014/main" id="{3C818694-4D56-1DD0-6026-D54DDF7107F4}"/>
                  </a:ext>
                </a:extLst>
              </p:cNvPr>
              <p:cNvGrpSpPr/>
              <p:nvPr/>
            </p:nvGrpSpPr>
            <p:grpSpPr>
              <a:xfrm>
                <a:off x="1309636" y="2487615"/>
                <a:ext cx="3454122" cy="390632"/>
                <a:chOff x="928636" y="2807256"/>
                <a:chExt cx="3454122" cy="390632"/>
              </a:xfrm>
            </p:grpSpPr>
            <p:sp>
              <p:nvSpPr>
                <p:cNvPr id="46" name="正方形/長方形 45">
                  <a:extLst>
                    <a:ext uri="{FF2B5EF4-FFF2-40B4-BE49-F238E27FC236}">
                      <a16:creationId xmlns:a16="http://schemas.microsoft.com/office/drawing/2014/main" id="{41D7BA67-3B29-FEA8-E27E-CDD62255BCAF}"/>
                    </a:ext>
                  </a:extLst>
                </p:cNvPr>
                <p:cNvSpPr/>
                <p:nvPr/>
              </p:nvSpPr>
              <p:spPr>
                <a:xfrm>
                  <a:off x="928636" y="2807257"/>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color</a:t>
                  </a:r>
                  <a:endParaRPr kumimoji="1" lang="ja-JP" altLang="en-US" sz="2000" dirty="0">
                    <a:solidFill>
                      <a:schemeClr val="tx1"/>
                    </a:solidFill>
                  </a:endParaRPr>
                </a:p>
              </p:txBody>
            </p:sp>
            <p:sp>
              <p:nvSpPr>
                <p:cNvPr id="47" name="正方形/長方形 46">
                  <a:extLst>
                    <a:ext uri="{FF2B5EF4-FFF2-40B4-BE49-F238E27FC236}">
                      <a16:creationId xmlns:a16="http://schemas.microsoft.com/office/drawing/2014/main" id="{DE59E9BF-D1F1-0AA8-FDF5-43F746A4E959}"/>
                    </a:ext>
                  </a:extLst>
                </p:cNvPr>
                <p:cNvSpPr/>
                <p:nvPr/>
              </p:nvSpPr>
              <p:spPr>
                <a:xfrm>
                  <a:off x="2080010"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gen</a:t>
                  </a:r>
                  <a:endParaRPr kumimoji="1" lang="ja-JP" altLang="en-US" sz="2000" dirty="0">
                    <a:solidFill>
                      <a:schemeClr val="tx1"/>
                    </a:solidFill>
                  </a:endParaRPr>
                </a:p>
              </p:txBody>
            </p:sp>
            <p:sp>
              <p:nvSpPr>
                <p:cNvPr id="48" name="正方形/長方形 47">
                  <a:extLst>
                    <a:ext uri="{FF2B5EF4-FFF2-40B4-BE49-F238E27FC236}">
                      <a16:creationId xmlns:a16="http://schemas.microsoft.com/office/drawing/2014/main" id="{D6A8CE9C-5FF2-6050-629F-22C5BB236009}"/>
                    </a:ext>
                  </a:extLst>
                </p:cNvPr>
                <p:cNvSpPr/>
                <p:nvPr/>
              </p:nvSpPr>
              <p:spPr>
                <a:xfrm>
                  <a:off x="3231384"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DAST</a:t>
                  </a:r>
                  <a:endParaRPr kumimoji="1" lang="ja-JP" altLang="en-US" sz="2000" dirty="0">
                    <a:solidFill>
                      <a:schemeClr val="tx1"/>
                    </a:solidFill>
                  </a:endParaRPr>
                </a:p>
              </p:txBody>
            </p:sp>
          </p:grpSp>
          <p:sp>
            <p:nvSpPr>
              <p:cNvPr id="34" name="テキスト ボックス 33">
                <a:extLst>
                  <a:ext uri="{FF2B5EF4-FFF2-40B4-BE49-F238E27FC236}">
                    <a16:creationId xmlns:a16="http://schemas.microsoft.com/office/drawing/2014/main" id="{5255512E-9E11-45EC-09B1-BBA3F9FFB156}"/>
                  </a:ext>
                </a:extLst>
              </p:cNvPr>
              <p:cNvSpPr txBox="1"/>
              <p:nvPr/>
            </p:nvSpPr>
            <p:spPr>
              <a:xfrm>
                <a:off x="1056032" y="2910066"/>
                <a:ext cx="507207" cy="400110"/>
              </a:xfrm>
              <a:prstGeom prst="rect">
                <a:avLst/>
              </a:prstGeom>
              <a:noFill/>
            </p:spPr>
            <p:txBody>
              <a:bodyPr wrap="square" rtlCol="0">
                <a:spAutoFit/>
              </a:bodyPr>
              <a:lstStyle/>
              <a:p>
                <a:pPr algn="ctr"/>
                <a:r>
                  <a:rPr lang="en-US" altLang="ja-JP" sz="2000" dirty="0"/>
                  <a:t>55</a:t>
                </a:r>
                <a:endParaRPr kumimoji="1" lang="ja-JP" altLang="en-US" sz="2000" dirty="0"/>
              </a:p>
            </p:txBody>
          </p:sp>
          <p:sp>
            <p:nvSpPr>
              <p:cNvPr id="35" name="テキスト ボックス 34">
                <a:extLst>
                  <a:ext uri="{FF2B5EF4-FFF2-40B4-BE49-F238E27FC236}">
                    <a16:creationId xmlns:a16="http://schemas.microsoft.com/office/drawing/2014/main" id="{69196A96-3E28-34AB-F45C-B161C6E0F753}"/>
                  </a:ext>
                </a:extLst>
              </p:cNvPr>
              <p:cNvSpPr txBox="1"/>
              <p:nvPr/>
            </p:nvSpPr>
            <p:spPr>
              <a:xfrm>
                <a:off x="2049618" y="2910065"/>
                <a:ext cx="507207" cy="400110"/>
              </a:xfrm>
              <a:prstGeom prst="rect">
                <a:avLst/>
              </a:prstGeom>
              <a:noFill/>
            </p:spPr>
            <p:txBody>
              <a:bodyPr wrap="square" rtlCol="0">
                <a:spAutoFit/>
              </a:bodyPr>
              <a:lstStyle/>
              <a:p>
                <a:pPr algn="ctr"/>
                <a:r>
                  <a:rPr kumimoji="1" lang="en-US" altLang="ja-JP" sz="2000" dirty="0"/>
                  <a:t>53</a:t>
                </a:r>
                <a:endParaRPr kumimoji="1" lang="ja-JP" altLang="en-US" sz="2000" dirty="0"/>
              </a:p>
            </p:txBody>
          </p:sp>
          <p:sp>
            <p:nvSpPr>
              <p:cNvPr id="36" name="テキスト ボックス 35">
                <a:extLst>
                  <a:ext uri="{FF2B5EF4-FFF2-40B4-BE49-F238E27FC236}">
                    <a16:creationId xmlns:a16="http://schemas.microsoft.com/office/drawing/2014/main" id="{C21543FA-CCC6-D50E-6353-8DB32D6AAFF1}"/>
                  </a:ext>
                </a:extLst>
              </p:cNvPr>
              <p:cNvSpPr txBox="1"/>
              <p:nvPr/>
            </p:nvSpPr>
            <p:spPr>
              <a:xfrm>
                <a:off x="3190612" y="2896255"/>
                <a:ext cx="507207" cy="400110"/>
              </a:xfrm>
              <a:prstGeom prst="rect">
                <a:avLst/>
              </a:prstGeom>
              <a:noFill/>
            </p:spPr>
            <p:txBody>
              <a:bodyPr wrap="square" rtlCol="0">
                <a:spAutoFit/>
              </a:bodyPr>
              <a:lstStyle/>
              <a:p>
                <a:pPr algn="ctr"/>
                <a:r>
                  <a:rPr kumimoji="1" lang="en-US" altLang="ja-JP" sz="2000" dirty="0"/>
                  <a:t>4</a:t>
                </a:r>
                <a:r>
                  <a:rPr lang="en-US" altLang="ja-JP" sz="2000" dirty="0"/>
                  <a:t>5</a:t>
                </a:r>
                <a:endParaRPr kumimoji="1" lang="ja-JP" altLang="en-US" sz="2000" dirty="0"/>
              </a:p>
            </p:txBody>
          </p:sp>
          <p:sp>
            <p:nvSpPr>
              <p:cNvPr id="37" name="テキスト ボックス 36">
                <a:extLst>
                  <a:ext uri="{FF2B5EF4-FFF2-40B4-BE49-F238E27FC236}">
                    <a16:creationId xmlns:a16="http://schemas.microsoft.com/office/drawing/2014/main" id="{49CA49C0-8E6C-90A0-891C-FA0ADF8638B9}"/>
                  </a:ext>
                </a:extLst>
              </p:cNvPr>
              <p:cNvSpPr txBox="1"/>
              <p:nvPr/>
            </p:nvSpPr>
            <p:spPr>
              <a:xfrm>
                <a:off x="4379381" y="2894707"/>
                <a:ext cx="507207" cy="400110"/>
              </a:xfrm>
              <a:prstGeom prst="rect">
                <a:avLst/>
              </a:prstGeom>
              <a:noFill/>
            </p:spPr>
            <p:txBody>
              <a:bodyPr wrap="square" rtlCol="0">
                <a:spAutoFit/>
              </a:bodyPr>
              <a:lstStyle/>
              <a:p>
                <a:pPr algn="ctr"/>
                <a:r>
                  <a:rPr kumimoji="1" lang="en-US" altLang="ja-JP" sz="2000" dirty="0"/>
                  <a:t>3</a:t>
                </a:r>
                <a:r>
                  <a:rPr lang="en-US" altLang="ja-JP" sz="2000" dirty="0"/>
                  <a:t>8</a:t>
                </a:r>
                <a:endParaRPr kumimoji="1" lang="ja-JP" altLang="en-US" sz="2000" dirty="0"/>
              </a:p>
            </p:txBody>
          </p:sp>
          <p:sp>
            <p:nvSpPr>
              <p:cNvPr id="38" name="テキスト ボックス 37">
                <a:extLst>
                  <a:ext uri="{FF2B5EF4-FFF2-40B4-BE49-F238E27FC236}">
                    <a16:creationId xmlns:a16="http://schemas.microsoft.com/office/drawing/2014/main" id="{7B118E70-C5C3-804C-0470-70028E0ECA0B}"/>
                  </a:ext>
                </a:extLst>
              </p:cNvPr>
              <p:cNvSpPr txBox="1"/>
              <p:nvPr/>
            </p:nvSpPr>
            <p:spPr>
              <a:xfrm>
                <a:off x="3531393" y="2894707"/>
                <a:ext cx="507207" cy="400110"/>
              </a:xfrm>
              <a:prstGeom prst="rect">
                <a:avLst/>
              </a:prstGeom>
              <a:noFill/>
            </p:spPr>
            <p:txBody>
              <a:bodyPr wrap="square" rtlCol="0">
                <a:spAutoFit/>
              </a:bodyPr>
              <a:lstStyle/>
              <a:p>
                <a:pPr algn="ctr"/>
                <a:r>
                  <a:rPr kumimoji="1" lang="en-US" altLang="ja-JP" sz="2000" dirty="0"/>
                  <a:t>4</a:t>
                </a:r>
                <a:r>
                  <a:rPr lang="en-US" altLang="ja-JP" sz="2000" dirty="0"/>
                  <a:t>4</a:t>
                </a:r>
                <a:endParaRPr kumimoji="1" lang="ja-JP" altLang="en-US" sz="2000" dirty="0"/>
              </a:p>
            </p:txBody>
          </p:sp>
          <p:sp>
            <p:nvSpPr>
              <p:cNvPr id="39" name="テキスト ボックス 38">
                <a:extLst>
                  <a:ext uri="{FF2B5EF4-FFF2-40B4-BE49-F238E27FC236}">
                    <a16:creationId xmlns:a16="http://schemas.microsoft.com/office/drawing/2014/main" id="{843A1E7D-E8C5-0979-A1CD-F38858C58A96}"/>
                  </a:ext>
                </a:extLst>
              </p:cNvPr>
              <p:cNvSpPr txBox="1"/>
              <p:nvPr/>
            </p:nvSpPr>
            <p:spPr>
              <a:xfrm>
                <a:off x="2378279" y="2910065"/>
                <a:ext cx="507207" cy="400110"/>
              </a:xfrm>
              <a:prstGeom prst="rect">
                <a:avLst/>
              </a:prstGeom>
              <a:noFill/>
            </p:spPr>
            <p:txBody>
              <a:bodyPr wrap="square" rtlCol="0">
                <a:spAutoFit/>
              </a:bodyPr>
              <a:lstStyle/>
              <a:p>
                <a:pPr algn="ctr"/>
                <a:r>
                  <a:rPr lang="en-US" altLang="ja-JP" sz="2000" dirty="0"/>
                  <a:t>52</a:t>
                </a:r>
                <a:endParaRPr kumimoji="1" lang="ja-JP" altLang="en-US" sz="2000" dirty="0"/>
              </a:p>
            </p:txBody>
          </p:sp>
          <p:sp>
            <p:nvSpPr>
              <p:cNvPr id="40" name="テキスト ボックス 39">
                <a:extLst>
                  <a:ext uri="{FF2B5EF4-FFF2-40B4-BE49-F238E27FC236}">
                    <a16:creationId xmlns:a16="http://schemas.microsoft.com/office/drawing/2014/main" id="{F4E4254C-623E-DEA8-CD2E-30DC39E5B890}"/>
                  </a:ext>
                </a:extLst>
              </p:cNvPr>
              <p:cNvSpPr txBox="1"/>
              <p:nvPr/>
            </p:nvSpPr>
            <p:spPr>
              <a:xfrm>
                <a:off x="4795837" y="2894707"/>
                <a:ext cx="507207" cy="400110"/>
              </a:xfrm>
              <a:prstGeom prst="rect">
                <a:avLst/>
              </a:prstGeom>
              <a:noFill/>
            </p:spPr>
            <p:txBody>
              <a:bodyPr wrap="square" rtlCol="0">
                <a:spAutoFit/>
              </a:bodyPr>
              <a:lstStyle/>
              <a:p>
                <a:pPr algn="ctr"/>
                <a:r>
                  <a:rPr lang="en-US" altLang="ja-JP" sz="2000" dirty="0"/>
                  <a:t>37</a:t>
                </a:r>
                <a:endParaRPr kumimoji="1" lang="ja-JP" altLang="en-US" sz="2000" dirty="0"/>
              </a:p>
            </p:txBody>
          </p:sp>
        </p:grpSp>
        <p:sp>
          <p:nvSpPr>
            <p:cNvPr id="64" name="正方形/長方形 63">
              <a:extLst>
                <a:ext uri="{FF2B5EF4-FFF2-40B4-BE49-F238E27FC236}">
                  <a16:creationId xmlns:a16="http://schemas.microsoft.com/office/drawing/2014/main" id="{374F9273-A6FD-B2A7-6E1D-AA37018F5AE4}"/>
                </a:ext>
              </a:extLst>
            </p:cNvPr>
            <p:cNvSpPr/>
            <p:nvPr/>
          </p:nvSpPr>
          <p:spPr>
            <a:xfrm>
              <a:off x="4764021" y="3862356"/>
              <a:ext cx="66349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LR2</a:t>
              </a:r>
              <a:endParaRPr kumimoji="1" lang="ja-JP" altLang="en-US" sz="2000" dirty="0">
                <a:solidFill>
                  <a:schemeClr val="tx1"/>
                </a:solidFill>
              </a:endParaRPr>
            </a:p>
          </p:txBody>
        </p:sp>
        <p:sp>
          <p:nvSpPr>
            <p:cNvPr id="65" name="正方形/長方形 64">
              <a:extLst>
                <a:ext uri="{FF2B5EF4-FFF2-40B4-BE49-F238E27FC236}">
                  <a16:creationId xmlns:a16="http://schemas.microsoft.com/office/drawing/2014/main" id="{616BE542-87B7-23CD-528E-0FFAD71E4768}"/>
                </a:ext>
              </a:extLst>
            </p:cNvPr>
            <p:cNvSpPr/>
            <p:nvPr/>
          </p:nvSpPr>
          <p:spPr>
            <a:xfrm>
              <a:off x="5427519" y="3862356"/>
              <a:ext cx="66349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LR1</a:t>
              </a:r>
              <a:endParaRPr kumimoji="1" lang="ja-JP" altLang="en-US" sz="2000" dirty="0">
                <a:solidFill>
                  <a:schemeClr val="tx1"/>
                </a:solidFill>
              </a:endParaRPr>
            </a:p>
          </p:txBody>
        </p:sp>
        <p:sp>
          <p:nvSpPr>
            <p:cNvPr id="66" name="テキスト ボックス 65">
              <a:extLst>
                <a:ext uri="{FF2B5EF4-FFF2-40B4-BE49-F238E27FC236}">
                  <a16:creationId xmlns:a16="http://schemas.microsoft.com/office/drawing/2014/main" id="{58764757-7795-95A1-7D66-BE566B37C0D7}"/>
                </a:ext>
              </a:extLst>
            </p:cNvPr>
            <p:cNvSpPr txBox="1"/>
            <p:nvPr/>
          </p:nvSpPr>
          <p:spPr>
            <a:xfrm>
              <a:off x="5505664" y="4268052"/>
              <a:ext cx="507207" cy="400110"/>
            </a:xfrm>
            <a:prstGeom prst="rect">
              <a:avLst/>
            </a:prstGeom>
            <a:noFill/>
          </p:spPr>
          <p:txBody>
            <a:bodyPr wrap="square" rtlCol="0">
              <a:spAutoFit/>
            </a:bodyPr>
            <a:lstStyle/>
            <a:p>
              <a:pPr algn="ctr"/>
              <a:r>
                <a:rPr kumimoji="1" lang="en-US" altLang="ja-JP" sz="2000" dirty="0"/>
                <a:t>3</a:t>
              </a:r>
              <a:r>
                <a:rPr lang="en-US" altLang="ja-JP" sz="2000" dirty="0"/>
                <a:t>6</a:t>
              </a:r>
              <a:endParaRPr kumimoji="1" lang="ja-JP" altLang="en-US" sz="2000" dirty="0"/>
            </a:p>
          </p:txBody>
        </p:sp>
        <p:sp>
          <p:nvSpPr>
            <p:cNvPr id="68" name="正方形/長方形 67">
              <a:extLst>
                <a:ext uri="{FF2B5EF4-FFF2-40B4-BE49-F238E27FC236}">
                  <a16:creationId xmlns:a16="http://schemas.microsoft.com/office/drawing/2014/main" id="{A62D5ED4-7501-14EB-823D-1B251B41CD67}"/>
                </a:ext>
              </a:extLst>
            </p:cNvPr>
            <p:cNvSpPr/>
            <p:nvPr/>
          </p:nvSpPr>
          <p:spPr>
            <a:xfrm>
              <a:off x="6091017" y="3862356"/>
              <a:ext cx="71935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MF</a:t>
              </a:r>
              <a:endParaRPr kumimoji="1" lang="ja-JP" altLang="en-US" sz="2000" dirty="0">
                <a:solidFill>
                  <a:schemeClr val="tx1"/>
                </a:solidFill>
              </a:endParaRPr>
            </a:p>
          </p:txBody>
        </p:sp>
        <p:sp>
          <p:nvSpPr>
            <p:cNvPr id="69" name="正方形/長方形 68">
              <a:extLst>
                <a:ext uri="{FF2B5EF4-FFF2-40B4-BE49-F238E27FC236}">
                  <a16:creationId xmlns:a16="http://schemas.microsoft.com/office/drawing/2014/main" id="{EDD592EA-A877-B735-0E66-91CF591B7E34}"/>
                </a:ext>
              </a:extLst>
            </p:cNvPr>
            <p:cNvSpPr/>
            <p:nvPr/>
          </p:nvSpPr>
          <p:spPr>
            <a:xfrm>
              <a:off x="6810375" y="3862356"/>
              <a:ext cx="57128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C</a:t>
              </a:r>
              <a:r>
                <a:rPr lang="en-US" altLang="ja-JP" sz="2000" dirty="0">
                  <a:solidFill>
                    <a:schemeClr val="tx1"/>
                  </a:solidFill>
                </a:rPr>
                <a:t>2</a:t>
              </a:r>
              <a:endParaRPr kumimoji="1" lang="ja-JP" altLang="en-US" sz="2000" dirty="0">
                <a:solidFill>
                  <a:schemeClr val="tx1"/>
                </a:solidFill>
              </a:endParaRPr>
            </a:p>
          </p:txBody>
        </p:sp>
        <p:sp>
          <p:nvSpPr>
            <p:cNvPr id="70" name="正方形/長方形 69">
              <a:extLst>
                <a:ext uri="{FF2B5EF4-FFF2-40B4-BE49-F238E27FC236}">
                  <a16:creationId xmlns:a16="http://schemas.microsoft.com/office/drawing/2014/main" id="{DCA97394-A6DE-4A1C-EA6F-9027715D86CB}"/>
                </a:ext>
              </a:extLst>
            </p:cNvPr>
            <p:cNvSpPr/>
            <p:nvPr/>
          </p:nvSpPr>
          <p:spPr>
            <a:xfrm>
              <a:off x="7381655" y="3862356"/>
              <a:ext cx="57128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C1</a:t>
              </a:r>
              <a:endParaRPr kumimoji="1" lang="ja-JP" altLang="en-US" sz="2000" dirty="0">
                <a:solidFill>
                  <a:schemeClr val="tx1"/>
                </a:solidFill>
              </a:endParaRPr>
            </a:p>
          </p:txBody>
        </p:sp>
        <p:sp>
          <p:nvSpPr>
            <p:cNvPr id="71" name="正方形/長方形 70">
              <a:extLst>
                <a:ext uri="{FF2B5EF4-FFF2-40B4-BE49-F238E27FC236}">
                  <a16:creationId xmlns:a16="http://schemas.microsoft.com/office/drawing/2014/main" id="{FCAC5319-8CFF-4B13-BB92-5DFC9CCFCEB9}"/>
                </a:ext>
              </a:extLst>
            </p:cNvPr>
            <p:cNvSpPr/>
            <p:nvPr/>
          </p:nvSpPr>
          <p:spPr>
            <a:xfrm>
              <a:off x="7952935" y="3862356"/>
              <a:ext cx="57128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Z2</a:t>
              </a:r>
              <a:endParaRPr kumimoji="1" lang="ja-JP" altLang="en-US" sz="2000" dirty="0">
                <a:solidFill>
                  <a:schemeClr val="tx1"/>
                </a:solidFill>
              </a:endParaRPr>
            </a:p>
          </p:txBody>
        </p:sp>
        <p:sp>
          <p:nvSpPr>
            <p:cNvPr id="72" name="正方形/長方形 71">
              <a:extLst>
                <a:ext uri="{FF2B5EF4-FFF2-40B4-BE49-F238E27FC236}">
                  <a16:creationId xmlns:a16="http://schemas.microsoft.com/office/drawing/2014/main" id="{AE664CEE-66D9-EE8C-A47A-711BD6620171}"/>
                </a:ext>
              </a:extLst>
            </p:cNvPr>
            <p:cNvSpPr/>
            <p:nvPr/>
          </p:nvSpPr>
          <p:spPr>
            <a:xfrm>
              <a:off x="8524215" y="3860999"/>
              <a:ext cx="57128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a:t>
              </a:r>
              <a:r>
                <a:rPr kumimoji="1" lang="en-US" altLang="ja-JP" sz="2000" dirty="0">
                  <a:solidFill>
                    <a:schemeClr val="tx1"/>
                  </a:solidFill>
                </a:rPr>
                <a:t>1</a:t>
              </a:r>
              <a:endParaRPr kumimoji="1" lang="ja-JP" altLang="en-US" sz="2000" dirty="0">
                <a:solidFill>
                  <a:schemeClr val="tx1"/>
                </a:solidFill>
              </a:endParaRPr>
            </a:p>
          </p:txBody>
        </p:sp>
        <p:sp>
          <p:nvSpPr>
            <p:cNvPr id="73" name="正方形/長方形 72">
              <a:extLst>
                <a:ext uri="{FF2B5EF4-FFF2-40B4-BE49-F238E27FC236}">
                  <a16:creationId xmlns:a16="http://schemas.microsoft.com/office/drawing/2014/main" id="{21A80855-2DCD-F601-B18F-C8C5D569A1A0}"/>
                </a:ext>
              </a:extLst>
            </p:cNvPr>
            <p:cNvSpPr/>
            <p:nvPr/>
          </p:nvSpPr>
          <p:spPr>
            <a:xfrm>
              <a:off x="9095495" y="3864495"/>
              <a:ext cx="94990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Data2</a:t>
              </a:r>
              <a:endParaRPr kumimoji="1" lang="ja-JP" altLang="en-US" sz="2000" dirty="0">
                <a:solidFill>
                  <a:schemeClr val="tx1"/>
                </a:solidFill>
              </a:endParaRPr>
            </a:p>
          </p:txBody>
        </p:sp>
        <p:sp>
          <p:nvSpPr>
            <p:cNvPr id="75" name="正方形/長方形 74">
              <a:extLst>
                <a:ext uri="{FF2B5EF4-FFF2-40B4-BE49-F238E27FC236}">
                  <a16:creationId xmlns:a16="http://schemas.microsoft.com/office/drawing/2014/main" id="{E2B73617-046F-B1E9-786D-9F588109B2F4}"/>
                </a:ext>
              </a:extLst>
            </p:cNvPr>
            <p:cNvSpPr/>
            <p:nvPr/>
          </p:nvSpPr>
          <p:spPr>
            <a:xfrm>
              <a:off x="10045316" y="3863354"/>
              <a:ext cx="94990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Data1</a:t>
              </a:r>
              <a:endParaRPr kumimoji="1" lang="ja-JP" altLang="en-US" sz="2000" dirty="0">
                <a:solidFill>
                  <a:schemeClr val="tx1"/>
                </a:solidFill>
              </a:endParaRPr>
            </a:p>
          </p:txBody>
        </p:sp>
        <p:sp>
          <p:nvSpPr>
            <p:cNvPr id="76" name="テキスト ボックス 75">
              <a:extLst>
                <a:ext uri="{FF2B5EF4-FFF2-40B4-BE49-F238E27FC236}">
                  <a16:creationId xmlns:a16="http://schemas.microsoft.com/office/drawing/2014/main" id="{2AF36197-41CA-D8B1-C8B0-682DDD93967D}"/>
                </a:ext>
              </a:extLst>
            </p:cNvPr>
            <p:cNvSpPr txBox="1"/>
            <p:nvPr/>
          </p:nvSpPr>
          <p:spPr>
            <a:xfrm>
              <a:off x="9961271" y="4250273"/>
              <a:ext cx="507207" cy="400110"/>
            </a:xfrm>
            <a:prstGeom prst="rect">
              <a:avLst/>
            </a:prstGeom>
            <a:noFill/>
          </p:spPr>
          <p:txBody>
            <a:bodyPr wrap="square" rtlCol="0">
              <a:spAutoFit/>
            </a:bodyPr>
            <a:lstStyle/>
            <a:p>
              <a:pPr algn="ctr"/>
              <a:r>
                <a:rPr kumimoji="1" lang="en-US" altLang="ja-JP" sz="2000" dirty="0"/>
                <a:t>1</a:t>
              </a:r>
              <a:r>
                <a:rPr lang="en-US" altLang="ja-JP" sz="2000" dirty="0"/>
                <a:t>5</a:t>
              </a:r>
              <a:endParaRPr kumimoji="1" lang="ja-JP" altLang="en-US" sz="2000" dirty="0"/>
            </a:p>
          </p:txBody>
        </p:sp>
        <p:sp>
          <p:nvSpPr>
            <p:cNvPr id="77" name="テキスト ボックス 76">
              <a:extLst>
                <a:ext uri="{FF2B5EF4-FFF2-40B4-BE49-F238E27FC236}">
                  <a16:creationId xmlns:a16="http://schemas.microsoft.com/office/drawing/2014/main" id="{D5152E53-20F5-0541-0AB2-7A5D92E3B6D8}"/>
                </a:ext>
              </a:extLst>
            </p:cNvPr>
            <p:cNvSpPr txBox="1"/>
            <p:nvPr/>
          </p:nvSpPr>
          <p:spPr>
            <a:xfrm>
              <a:off x="10743255" y="4284806"/>
              <a:ext cx="507207" cy="400110"/>
            </a:xfrm>
            <a:prstGeom prst="rect">
              <a:avLst/>
            </a:prstGeom>
            <a:noFill/>
          </p:spPr>
          <p:txBody>
            <a:bodyPr wrap="square" rtlCol="0">
              <a:spAutoFit/>
            </a:bodyPr>
            <a:lstStyle/>
            <a:p>
              <a:pPr algn="ctr"/>
              <a:r>
                <a:rPr lang="en-US" altLang="ja-JP" sz="2000" dirty="0"/>
                <a:t>0</a:t>
              </a:r>
              <a:endParaRPr kumimoji="1" lang="ja-JP" altLang="en-US" sz="2000" dirty="0"/>
            </a:p>
          </p:txBody>
        </p:sp>
        <p:sp>
          <p:nvSpPr>
            <p:cNvPr id="78" name="テキスト ボックス 77">
              <a:extLst>
                <a:ext uri="{FF2B5EF4-FFF2-40B4-BE49-F238E27FC236}">
                  <a16:creationId xmlns:a16="http://schemas.microsoft.com/office/drawing/2014/main" id="{71E7033F-0E1B-2A86-03BF-946832738A15}"/>
                </a:ext>
              </a:extLst>
            </p:cNvPr>
            <p:cNvSpPr txBox="1"/>
            <p:nvPr/>
          </p:nvSpPr>
          <p:spPr>
            <a:xfrm>
              <a:off x="9641663" y="4261297"/>
              <a:ext cx="507207" cy="400110"/>
            </a:xfrm>
            <a:prstGeom prst="rect">
              <a:avLst/>
            </a:prstGeom>
            <a:noFill/>
          </p:spPr>
          <p:txBody>
            <a:bodyPr wrap="square" rtlCol="0">
              <a:spAutoFit/>
            </a:bodyPr>
            <a:lstStyle/>
            <a:p>
              <a:pPr algn="ctr"/>
              <a:r>
                <a:rPr kumimoji="1" lang="en-US" altLang="ja-JP" sz="2000" dirty="0"/>
                <a:t>16</a:t>
              </a:r>
              <a:endParaRPr kumimoji="1" lang="ja-JP" altLang="en-US" sz="2000" dirty="0"/>
            </a:p>
          </p:txBody>
        </p:sp>
        <p:sp>
          <p:nvSpPr>
            <p:cNvPr id="79" name="テキスト ボックス 78">
              <a:extLst>
                <a:ext uri="{FF2B5EF4-FFF2-40B4-BE49-F238E27FC236}">
                  <a16:creationId xmlns:a16="http://schemas.microsoft.com/office/drawing/2014/main" id="{55C5CFAC-F2EC-8C47-B785-05D1B228CDDB}"/>
                </a:ext>
              </a:extLst>
            </p:cNvPr>
            <p:cNvSpPr txBox="1"/>
            <p:nvPr/>
          </p:nvSpPr>
          <p:spPr>
            <a:xfrm>
              <a:off x="9052428" y="4284806"/>
              <a:ext cx="507207" cy="400110"/>
            </a:xfrm>
            <a:prstGeom prst="rect">
              <a:avLst/>
            </a:prstGeom>
            <a:noFill/>
          </p:spPr>
          <p:txBody>
            <a:bodyPr wrap="square" rtlCol="0">
              <a:spAutoFit/>
            </a:bodyPr>
            <a:lstStyle/>
            <a:p>
              <a:pPr algn="ctr"/>
              <a:r>
                <a:rPr lang="en-US" altLang="ja-JP" sz="2000" dirty="0"/>
                <a:t>30</a:t>
              </a:r>
              <a:endParaRPr kumimoji="1" lang="ja-JP" altLang="en-US" sz="2000" dirty="0"/>
            </a:p>
          </p:txBody>
        </p:sp>
        <p:sp>
          <p:nvSpPr>
            <p:cNvPr id="80" name="テキスト ボックス 79">
              <a:extLst>
                <a:ext uri="{FF2B5EF4-FFF2-40B4-BE49-F238E27FC236}">
                  <a16:creationId xmlns:a16="http://schemas.microsoft.com/office/drawing/2014/main" id="{B6F29B4F-D969-5606-32B1-C0CA13EB2191}"/>
                </a:ext>
              </a:extLst>
            </p:cNvPr>
            <p:cNvSpPr txBox="1"/>
            <p:nvPr/>
          </p:nvSpPr>
          <p:spPr>
            <a:xfrm>
              <a:off x="8572352" y="4266734"/>
              <a:ext cx="507207" cy="400110"/>
            </a:xfrm>
            <a:prstGeom prst="rect">
              <a:avLst/>
            </a:prstGeom>
            <a:noFill/>
          </p:spPr>
          <p:txBody>
            <a:bodyPr wrap="square" rtlCol="0">
              <a:spAutoFit/>
            </a:bodyPr>
            <a:lstStyle/>
            <a:p>
              <a:pPr algn="ctr"/>
              <a:r>
                <a:rPr lang="en-US" altLang="ja-JP" sz="2000" dirty="0"/>
                <a:t>31</a:t>
              </a:r>
              <a:endParaRPr kumimoji="1" lang="ja-JP" altLang="en-US" sz="2000" dirty="0"/>
            </a:p>
          </p:txBody>
        </p:sp>
        <p:sp>
          <p:nvSpPr>
            <p:cNvPr id="81" name="テキスト ボックス 80">
              <a:extLst>
                <a:ext uri="{FF2B5EF4-FFF2-40B4-BE49-F238E27FC236}">
                  <a16:creationId xmlns:a16="http://schemas.microsoft.com/office/drawing/2014/main" id="{BF1815CE-36DA-EF73-3BF0-60D9CD691275}"/>
                </a:ext>
              </a:extLst>
            </p:cNvPr>
            <p:cNvSpPr txBox="1"/>
            <p:nvPr/>
          </p:nvSpPr>
          <p:spPr>
            <a:xfrm>
              <a:off x="7984971" y="4266734"/>
              <a:ext cx="507207" cy="400110"/>
            </a:xfrm>
            <a:prstGeom prst="rect">
              <a:avLst/>
            </a:prstGeom>
            <a:noFill/>
          </p:spPr>
          <p:txBody>
            <a:bodyPr wrap="square" rtlCol="0">
              <a:spAutoFit/>
            </a:bodyPr>
            <a:lstStyle/>
            <a:p>
              <a:pPr algn="ctr"/>
              <a:r>
                <a:rPr lang="en-US" altLang="ja-JP" sz="2000" dirty="0"/>
                <a:t>32</a:t>
              </a:r>
              <a:endParaRPr kumimoji="1" lang="ja-JP" altLang="en-US" sz="2000" dirty="0"/>
            </a:p>
          </p:txBody>
        </p:sp>
        <p:sp>
          <p:nvSpPr>
            <p:cNvPr id="82" name="テキスト ボックス 81">
              <a:extLst>
                <a:ext uri="{FF2B5EF4-FFF2-40B4-BE49-F238E27FC236}">
                  <a16:creationId xmlns:a16="http://schemas.microsoft.com/office/drawing/2014/main" id="{BE6EF5E0-F063-2568-1A9F-50F1C0607AEE}"/>
                </a:ext>
              </a:extLst>
            </p:cNvPr>
            <p:cNvSpPr txBox="1"/>
            <p:nvPr/>
          </p:nvSpPr>
          <p:spPr>
            <a:xfrm>
              <a:off x="7430867" y="4250273"/>
              <a:ext cx="507207" cy="400110"/>
            </a:xfrm>
            <a:prstGeom prst="rect">
              <a:avLst/>
            </a:prstGeom>
            <a:noFill/>
          </p:spPr>
          <p:txBody>
            <a:bodyPr wrap="square" rtlCol="0">
              <a:spAutoFit/>
            </a:bodyPr>
            <a:lstStyle/>
            <a:p>
              <a:pPr algn="ctr"/>
              <a:r>
                <a:rPr lang="en-US" altLang="ja-JP" sz="2000" dirty="0"/>
                <a:t>33</a:t>
              </a:r>
              <a:endParaRPr kumimoji="1" lang="ja-JP" altLang="en-US" sz="2000" dirty="0"/>
            </a:p>
          </p:txBody>
        </p:sp>
        <p:sp>
          <p:nvSpPr>
            <p:cNvPr id="83" name="テキスト ボックス 82">
              <a:extLst>
                <a:ext uri="{FF2B5EF4-FFF2-40B4-BE49-F238E27FC236}">
                  <a16:creationId xmlns:a16="http://schemas.microsoft.com/office/drawing/2014/main" id="{4013C156-2604-5444-B817-C8017B2FAD81}"/>
                </a:ext>
              </a:extLst>
            </p:cNvPr>
            <p:cNvSpPr txBox="1"/>
            <p:nvPr/>
          </p:nvSpPr>
          <p:spPr>
            <a:xfrm>
              <a:off x="6836482" y="4275628"/>
              <a:ext cx="507207" cy="400110"/>
            </a:xfrm>
            <a:prstGeom prst="rect">
              <a:avLst/>
            </a:prstGeom>
            <a:noFill/>
          </p:spPr>
          <p:txBody>
            <a:bodyPr wrap="square" rtlCol="0">
              <a:spAutoFit/>
            </a:bodyPr>
            <a:lstStyle/>
            <a:p>
              <a:pPr algn="ctr"/>
              <a:r>
                <a:rPr lang="en-US" altLang="ja-JP" sz="2000" dirty="0"/>
                <a:t>34</a:t>
              </a:r>
              <a:endParaRPr kumimoji="1" lang="ja-JP" altLang="en-US" sz="2000" dirty="0"/>
            </a:p>
          </p:txBody>
        </p:sp>
        <p:sp>
          <p:nvSpPr>
            <p:cNvPr id="84" name="テキスト ボックス 83">
              <a:extLst>
                <a:ext uri="{FF2B5EF4-FFF2-40B4-BE49-F238E27FC236}">
                  <a16:creationId xmlns:a16="http://schemas.microsoft.com/office/drawing/2014/main" id="{7513DF6B-6C11-7C9E-2363-908EFD31FC7D}"/>
                </a:ext>
              </a:extLst>
            </p:cNvPr>
            <p:cNvSpPr txBox="1"/>
            <p:nvPr/>
          </p:nvSpPr>
          <p:spPr>
            <a:xfrm>
              <a:off x="6196762" y="4281951"/>
              <a:ext cx="507207" cy="400110"/>
            </a:xfrm>
            <a:prstGeom prst="rect">
              <a:avLst/>
            </a:prstGeom>
            <a:noFill/>
          </p:spPr>
          <p:txBody>
            <a:bodyPr wrap="square" rtlCol="0">
              <a:spAutoFit/>
            </a:bodyPr>
            <a:lstStyle/>
            <a:p>
              <a:pPr algn="ctr"/>
              <a:r>
                <a:rPr lang="en-US" altLang="ja-JP" sz="2000" dirty="0"/>
                <a:t>35</a:t>
              </a:r>
              <a:endParaRPr kumimoji="1" lang="ja-JP" altLang="en-US" sz="2000" dirty="0"/>
            </a:p>
          </p:txBody>
        </p:sp>
      </p:grpSp>
      <p:grpSp>
        <p:nvGrpSpPr>
          <p:cNvPr id="125" name="グループ化 124">
            <a:extLst>
              <a:ext uri="{FF2B5EF4-FFF2-40B4-BE49-F238E27FC236}">
                <a16:creationId xmlns:a16="http://schemas.microsoft.com/office/drawing/2014/main" id="{A6EC4A15-6D08-04F3-59BE-6F14466E3751}"/>
              </a:ext>
            </a:extLst>
          </p:cNvPr>
          <p:cNvGrpSpPr/>
          <p:nvPr/>
        </p:nvGrpSpPr>
        <p:grpSpPr>
          <a:xfrm>
            <a:off x="1056032" y="5250248"/>
            <a:ext cx="10334901" cy="831789"/>
            <a:chOff x="1055351" y="4850198"/>
            <a:chExt cx="10334901" cy="831789"/>
          </a:xfrm>
        </p:grpSpPr>
        <p:grpSp>
          <p:nvGrpSpPr>
            <p:cNvPr id="87" name="グループ化 86">
              <a:extLst>
                <a:ext uri="{FF2B5EF4-FFF2-40B4-BE49-F238E27FC236}">
                  <a16:creationId xmlns:a16="http://schemas.microsoft.com/office/drawing/2014/main" id="{8699B662-144C-6546-47D5-CAF8E88D6929}"/>
                </a:ext>
              </a:extLst>
            </p:cNvPr>
            <p:cNvGrpSpPr/>
            <p:nvPr/>
          </p:nvGrpSpPr>
          <p:grpSpPr>
            <a:xfrm>
              <a:off x="1055351" y="4850198"/>
              <a:ext cx="10334901" cy="831789"/>
              <a:chOff x="1056032" y="3859642"/>
              <a:chExt cx="10334901" cy="831789"/>
            </a:xfrm>
          </p:grpSpPr>
          <p:grpSp>
            <p:nvGrpSpPr>
              <p:cNvPr id="88" name="グループ化 87">
                <a:extLst>
                  <a:ext uri="{FF2B5EF4-FFF2-40B4-BE49-F238E27FC236}">
                    <a16:creationId xmlns:a16="http://schemas.microsoft.com/office/drawing/2014/main" id="{AF06EF5E-3F9A-3446-3B14-3CD7327BA41D}"/>
                  </a:ext>
                </a:extLst>
              </p:cNvPr>
              <p:cNvGrpSpPr/>
              <p:nvPr/>
            </p:nvGrpSpPr>
            <p:grpSpPr>
              <a:xfrm>
                <a:off x="1056032" y="3862356"/>
                <a:ext cx="4247012" cy="822561"/>
                <a:chOff x="1056032" y="2487615"/>
                <a:chExt cx="4247012" cy="822561"/>
              </a:xfrm>
            </p:grpSpPr>
            <p:grpSp>
              <p:nvGrpSpPr>
                <p:cNvPr id="108" name="グループ化 107">
                  <a:extLst>
                    <a:ext uri="{FF2B5EF4-FFF2-40B4-BE49-F238E27FC236}">
                      <a16:creationId xmlns:a16="http://schemas.microsoft.com/office/drawing/2014/main" id="{14C2B49C-F360-E4BD-EF39-3D7D0AFBB0D8}"/>
                    </a:ext>
                  </a:extLst>
                </p:cNvPr>
                <p:cNvGrpSpPr/>
                <p:nvPr/>
              </p:nvGrpSpPr>
              <p:grpSpPr>
                <a:xfrm>
                  <a:off x="1309636" y="2487615"/>
                  <a:ext cx="3454122" cy="390632"/>
                  <a:chOff x="928636" y="2807256"/>
                  <a:chExt cx="3454122" cy="390632"/>
                </a:xfrm>
              </p:grpSpPr>
              <p:sp>
                <p:nvSpPr>
                  <p:cNvPr id="116" name="正方形/長方形 115">
                    <a:extLst>
                      <a:ext uri="{FF2B5EF4-FFF2-40B4-BE49-F238E27FC236}">
                        <a16:creationId xmlns:a16="http://schemas.microsoft.com/office/drawing/2014/main" id="{BC6F15CA-F888-7D53-5E17-313E750AF775}"/>
                      </a:ext>
                    </a:extLst>
                  </p:cNvPr>
                  <p:cNvSpPr/>
                  <p:nvPr/>
                </p:nvSpPr>
                <p:spPr>
                  <a:xfrm>
                    <a:off x="928636" y="2807257"/>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color</a:t>
                    </a:r>
                    <a:endParaRPr kumimoji="1" lang="ja-JP" altLang="en-US" sz="2000" dirty="0">
                      <a:solidFill>
                        <a:schemeClr val="tx1"/>
                      </a:solidFill>
                    </a:endParaRPr>
                  </a:p>
                </p:txBody>
              </p:sp>
              <p:sp>
                <p:nvSpPr>
                  <p:cNvPr id="117" name="正方形/長方形 116">
                    <a:extLst>
                      <a:ext uri="{FF2B5EF4-FFF2-40B4-BE49-F238E27FC236}">
                        <a16:creationId xmlns:a16="http://schemas.microsoft.com/office/drawing/2014/main" id="{203445CF-9D6B-597A-EE0A-00B1839A7881}"/>
                      </a:ext>
                    </a:extLst>
                  </p:cNvPr>
                  <p:cNvSpPr/>
                  <p:nvPr/>
                </p:nvSpPr>
                <p:spPr>
                  <a:xfrm>
                    <a:off x="2080010"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gen</a:t>
                    </a:r>
                    <a:endParaRPr kumimoji="1" lang="ja-JP" altLang="en-US" sz="2000" dirty="0">
                      <a:solidFill>
                        <a:schemeClr val="tx1"/>
                      </a:solidFill>
                    </a:endParaRPr>
                  </a:p>
                </p:txBody>
              </p:sp>
              <p:sp>
                <p:nvSpPr>
                  <p:cNvPr id="118" name="正方形/長方形 117">
                    <a:extLst>
                      <a:ext uri="{FF2B5EF4-FFF2-40B4-BE49-F238E27FC236}">
                        <a16:creationId xmlns:a16="http://schemas.microsoft.com/office/drawing/2014/main" id="{522EBA80-855F-F710-E626-8309F38050FA}"/>
                      </a:ext>
                    </a:extLst>
                  </p:cNvPr>
                  <p:cNvSpPr/>
                  <p:nvPr/>
                </p:nvSpPr>
                <p:spPr>
                  <a:xfrm>
                    <a:off x="3231384"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DAST</a:t>
                    </a:r>
                    <a:endParaRPr kumimoji="1" lang="ja-JP" altLang="en-US" sz="2000" dirty="0">
                      <a:solidFill>
                        <a:schemeClr val="tx1"/>
                      </a:solidFill>
                    </a:endParaRPr>
                  </a:p>
                </p:txBody>
              </p:sp>
            </p:grpSp>
            <p:sp>
              <p:nvSpPr>
                <p:cNvPr id="109" name="テキスト ボックス 108">
                  <a:extLst>
                    <a:ext uri="{FF2B5EF4-FFF2-40B4-BE49-F238E27FC236}">
                      <a16:creationId xmlns:a16="http://schemas.microsoft.com/office/drawing/2014/main" id="{3CC55461-8511-419D-4835-A7DA06FC41EC}"/>
                    </a:ext>
                  </a:extLst>
                </p:cNvPr>
                <p:cNvSpPr txBox="1"/>
                <p:nvPr/>
              </p:nvSpPr>
              <p:spPr>
                <a:xfrm>
                  <a:off x="1056032" y="2910066"/>
                  <a:ext cx="507207" cy="400110"/>
                </a:xfrm>
                <a:prstGeom prst="rect">
                  <a:avLst/>
                </a:prstGeom>
                <a:noFill/>
              </p:spPr>
              <p:txBody>
                <a:bodyPr wrap="square" rtlCol="0">
                  <a:spAutoFit/>
                </a:bodyPr>
                <a:lstStyle/>
                <a:p>
                  <a:pPr algn="ctr"/>
                  <a:r>
                    <a:rPr lang="en-US" altLang="ja-JP" sz="2000" dirty="0"/>
                    <a:t>55</a:t>
                  </a:r>
                  <a:endParaRPr kumimoji="1" lang="ja-JP" altLang="en-US" sz="2000" dirty="0"/>
                </a:p>
              </p:txBody>
            </p:sp>
            <p:sp>
              <p:nvSpPr>
                <p:cNvPr id="110" name="テキスト ボックス 109">
                  <a:extLst>
                    <a:ext uri="{FF2B5EF4-FFF2-40B4-BE49-F238E27FC236}">
                      <a16:creationId xmlns:a16="http://schemas.microsoft.com/office/drawing/2014/main" id="{79129944-DE6D-FF87-18C0-3A1540B46BF1}"/>
                    </a:ext>
                  </a:extLst>
                </p:cNvPr>
                <p:cNvSpPr txBox="1"/>
                <p:nvPr/>
              </p:nvSpPr>
              <p:spPr>
                <a:xfrm>
                  <a:off x="2049618" y="2910065"/>
                  <a:ext cx="507207" cy="400110"/>
                </a:xfrm>
                <a:prstGeom prst="rect">
                  <a:avLst/>
                </a:prstGeom>
                <a:noFill/>
              </p:spPr>
              <p:txBody>
                <a:bodyPr wrap="square" rtlCol="0">
                  <a:spAutoFit/>
                </a:bodyPr>
                <a:lstStyle/>
                <a:p>
                  <a:pPr algn="ctr"/>
                  <a:r>
                    <a:rPr kumimoji="1" lang="en-US" altLang="ja-JP" sz="2000" dirty="0"/>
                    <a:t>53</a:t>
                  </a:r>
                  <a:endParaRPr kumimoji="1" lang="ja-JP" altLang="en-US" sz="2000" dirty="0"/>
                </a:p>
              </p:txBody>
            </p:sp>
            <p:sp>
              <p:nvSpPr>
                <p:cNvPr id="111" name="テキスト ボックス 110">
                  <a:extLst>
                    <a:ext uri="{FF2B5EF4-FFF2-40B4-BE49-F238E27FC236}">
                      <a16:creationId xmlns:a16="http://schemas.microsoft.com/office/drawing/2014/main" id="{CF90DCBE-5B8C-A377-9BAF-68BFF0BA9AA7}"/>
                    </a:ext>
                  </a:extLst>
                </p:cNvPr>
                <p:cNvSpPr txBox="1"/>
                <p:nvPr/>
              </p:nvSpPr>
              <p:spPr>
                <a:xfrm>
                  <a:off x="3190612" y="2896255"/>
                  <a:ext cx="507207" cy="400110"/>
                </a:xfrm>
                <a:prstGeom prst="rect">
                  <a:avLst/>
                </a:prstGeom>
                <a:noFill/>
              </p:spPr>
              <p:txBody>
                <a:bodyPr wrap="square" rtlCol="0">
                  <a:spAutoFit/>
                </a:bodyPr>
                <a:lstStyle/>
                <a:p>
                  <a:pPr algn="ctr"/>
                  <a:r>
                    <a:rPr kumimoji="1" lang="en-US" altLang="ja-JP" sz="2000" dirty="0"/>
                    <a:t>4</a:t>
                  </a:r>
                  <a:r>
                    <a:rPr lang="en-US" altLang="ja-JP" sz="2000" dirty="0"/>
                    <a:t>5</a:t>
                  </a:r>
                  <a:endParaRPr kumimoji="1" lang="ja-JP" altLang="en-US" sz="2000" dirty="0"/>
                </a:p>
              </p:txBody>
            </p:sp>
            <p:sp>
              <p:nvSpPr>
                <p:cNvPr id="112" name="テキスト ボックス 111">
                  <a:extLst>
                    <a:ext uri="{FF2B5EF4-FFF2-40B4-BE49-F238E27FC236}">
                      <a16:creationId xmlns:a16="http://schemas.microsoft.com/office/drawing/2014/main" id="{4048C464-D9DC-7706-5A03-D8043101ECA1}"/>
                    </a:ext>
                  </a:extLst>
                </p:cNvPr>
                <p:cNvSpPr txBox="1"/>
                <p:nvPr/>
              </p:nvSpPr>
              <p:spPr>
                <a:xfrm>
                  <a:off x="4379381" y="2894707"/>
                  <a:ext cx="507207" cy="400110"/>
                </a:xfrm>
                <a:prstGeom prst="rect">
                  <a:avLst/>
                </a:prstGeom>
                <a:noFill/>
              </p:spPr>
              <p:txBody>
                <a:bodyPr wrap="square" rtlCol="0">
                  <a:spAutoFit/>
                </a:bodyPr>
                <a:lstStyle/>
                <a:p>
                  <a:pPr algn="ctr"/>
                  <a:r>
                    <a:rPr kumimoji="1" lang="en-US" altLang="ja-JP" sz="2000" dirty="0"/>
                    <a:t>3</a:t>
                  </a:r>
                  <a:r>
                    <a:rPr lang="en-US" altLang="ja-JP" sz="2000" dirty="0"/>
                    <a:t>8</a:t>
                  </a:r>
                  <a:endParaRPr kumimoji="1" lang="ja-JP" altLang="en-US" sz="2000" dirty="0"/>
                </a:p>
              </p:txBody>
            </p:sp>
            <p:sp>
              <p:nvSpPr>
                <p:cNvPr id="113" name="テキスト ボックス 112">
                  <a:extLst>
                    <a:ext uri="{FF2B5EF4-FFF2-40B4-BE49-F238E27FC236}">
                      <a16:creationId xmlns:a16="http://schemas.microsoft.com/office/drawing/2014/main" id="{14C9EE87-5E01-D25F-F264-4BFF12F70603}"/>
                    </a:ext>
                  </a:extLst>
                </p:cNvPr>
                <p:cNvSpPr txBox="1"/>
                <p:nvPr/>
              </p:nvSpPr>
              <p:spPr>
                <a:xfrm>
                  <a:off x="3531393" y="2894707"/>
                  <a:ext cx="507207" cy="400110"/>
                </a:xfrm>
                <a:prstGeom prst="rect">
                  <a:avLst/>
                </a:prstGeom>
                <a:noFill/>
              </p:spPr>
              <p:txBody>
                <a:bodyPr wrap="square" rtlCol="0">
                  <a:spAutoFit/>
                </a:bodyPr>
                <a:lstStyle/>
                <a:p>
                  <a:pPr algn="ctr"/>
                  <a:r>
                    <a:rPr kumimoji="1" lang="en-US" altLang="ja-JP" sz="2000" dirty="0"/>
                    <a:t>4</a:t>
                  </a:r>
                  <a:r>
                    <a:rPr lang="en-US" altLang="ja-JP" sz="2000" dirty="0"/>
                    <a:t>4</a:t>
                  </a:r>
                  <a:endParaRPr kumimoji="1" lang="ja-JP" altLang="en-US" sz="2000" dirty="0"/>
                </a:p>
              </p:txBody>
            </p:sp>
            <p:sp>
              <p:nvSpPr>
                <p:cNvPr id="114" name="テキスト ボックス 113">
                  <a:extLst>
                    <a:ext uri="{FF2B5EF4-FFF2-40B4-BE49-F238E27FC236}">
                      <a16:creationId xmlns:a16="http://schemas.microsoft.com/office/drawing/2014/main" id="{1027E7F2-A52B-4693-1A88-EAACAAE05D66}"/>
                    </a:ext>
                  </a:extLst>
                </p:cNvPr>
                <p:cNvSpPr txBox="1"/>
                <p:nvPr/>
              </p:nvSpPr>
              <p:spPr>
                <a:xfrm>
                  <a:off x="2378279" y="2910065"/>
                  <a:ext cx="507207" cy="400110"/>
                </a:xfrm>
                <a:prstGeom prst="rect">
                  <a:avLst/>
                </a:prstGeom>
                <a:noFill/>
              </p:spPr>
              <p:txBody>
                <a:bodyPr wrap="square" rtlCol="0">
                  <a:spAutoFit/>
                </a:bodyPr>
                <a:lstStyle/>
                <a:p>
                  <a:pPr algn="ctr"/>
                  <a:r>
                    <a:rPr lang="en-US" altLang="ja-JP" sz="2000" dirty="0"/>
                    <a:t>52</a:t>
                  </a:r>
                  <a:endParaRPr kumimoji="1" lang="ja-JP" altLang="en-US" sz="2000" dirty="0"/>
                </a:p>
              </p:txBody>
            </p:sp>
            <p:sp>
              <p:nvSpPr>
                <p:cNvPr id="115" name="テキスト ボックス 114">
                  <a:extLst>
                    <a:ext uri="{FF2B5EF4-FFF2-40B4-BE49-F238E27FC236}">
                      <a16:creationId xmlns:a16="http://schemas.microsoft.com/office/drawing/2014/main" id="{935EF1AC-C21B-11BC-C5AE-7D61F2C4537E}"/>
                    </a:ext>
                  </a:extLst>
                </p:cNvPr>
                <p:cNvSpPr txBox="1"/>
                <p:nvPr/>
              </p:nvSpPr>
              <p:spPr>
                <a:xfrm>
                  <a:off x="4795837" y="2894707"/>
                  <a:ext cx="507207" cy="400110"/>
                </a:xfrm>
                <a:prstGeom prst="rect">
                  <a:avLst/>
                </a:prstGeom>
                <a:noFill/>
              </p:spPr>
              <p:txBody>
                <a:bodyPr wrap="square" rtlCol="0">
                  <a:spAutoFit/>
                </a:bodyPr>
                <a:lstStyle/>
                <a:p>
                  <a:pPr algn="ctr"/>
                  <a:r>
                    <a:rPr lang="en-US" altLang="ja-JP" sz="2000" dirty="0"/>
                    <a:t>37</a:t>
                  </a:r>
                  <a:endParaRPr kumimoji="1" lang="ja-JP" altLang="en-US" sz="2000" dirty="0"/>
                </a:p>
              </p:txBody>
            </p:sp>
          </p:grpSp>
          <p:sp>
            <p:nvSpPr>
              <p:cNvPr id="89" name="正方形/長方形 88">
                <a:extLst>
                  <a:ext uri="{FF2B5EF4-FFF2-40B4-BE49-F238E27FC236}">
                    <a16:creationId xmlns:a16="http://schemas.microsoft.com/office/drawing/2014/main" id="{2E17169C-1C59-4E82-A5B2-0F524700551F}"/>
                  </a:ext>
                </a:extLst>
              </p:cNvPr>
              <p:cNvSpPr/>
              <p:nvPr/>
            </p:nvSpPr>
            <p:spPr>
              <a:xfrm>
                <a:off x="4764021" y="3862356"/>
                <a:ext cx="66349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MF</a:t>
                </a:r>
                <a:endParaRPr kumimoji="1" lang="ja-JP" altLang="en-US" sz="2000" dirty="0">
                  <a:solidFill>
                    <a:schemeClr val="tx1"/>
                  </a:solidFill>
                </a:endParaRPr>
              </a:p>
            </p:txBody>
          </p:sp>
          <p:sp>
            <p:nvSpPr>
              <p:cNvPr id="90" name="正方形/長方形 89">
                <a:extLst>
                  <a:ext uri="{FF2B5EF4-FFF2-40B4-BE49-F238E27FC236}">
                    <a16:creationId xmlns:a16="http://schemas.microsoft.com/office/drawing/2014/main" id="{B320F603-1E96-EF28-B063-052B7B05ECD1}"/>
                  </a:ext>
                </a:extLst>
              </p:cNvPr>
              <p:cNvSpPr/>
              <p:nvPr/>
            </p:nvSpPr>
            <p:spPr>
              <a:xfrm>
                <a:off x="5427519" y="3862356"/>
                <a:ext cx="66349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LR2</a:t>
                </a:r>
                <a:endParaRPr kumimoji="1" lang="ja-JP" altLang="en-US" sz="2000" dirty="0">
                  <a:solidFill>
                    <a:schemeClr val="tx1"/>
                  </a:solidFill>
                </a:endParaRPr>
              </a:p>
            </p:txBody>
          </p:sp>
          <p:sp>
            <p:nvSpPr>
              <p:cNvPr id="91" name="テキスト ボックス 90">
                <a:extLst>
                  <a:ext uri="{FF2B5EF4-FFF2-40B4-BE49-F238E27FC236}">
                    <a16:creationId xmlns:a16="http://schemas.microsoft.com/office/drawing/2014/main" id="{5B56C9CF-DC8F-02D1-E6BD-CCAB9646E333}"/>
                  </a:ext>
                </a:extLst>
              </p:cNvPr>
              <p:cNvSpPr txBox="1"/>
              <p:nvPr/>
            </p:nvSpPr>
            <p:spPr>
              <a:xfrm>
                <a:off x="5505664" y="4268052"/>
                <a:ext cx="507207" cy="400110"/>
              </a:xfrm>
              <a:prstGeom prst="rect">
                <a:avLst/>
              </a:prstGeom>
              <a:noFill/>
            </p:spPr>
            <p:txBody>
              <a:bodyPr wrap="square" rtlCol="0">
                <a:spAutoFit/>
              </a:bodyPr>
              <a:lstStyle/>
              <a:p>
                <a:pPr algn="ctr"/>
                <a:r>
                  <a:rPr kumimoji="1" lang="en-US" altLang="ja-JP" sz="2000" dirty="0"/>
                  <a:t>3</a:t>
                </a:r>
                <a:r>
                  <a:rPr lang="en-US" altLang="ja-JP" sz="2000" dirty="0"/>
                  <a:t>6</a:t>
                </a:r>
                <a:endParaRPr kumimoji="1" lang="ja-JP" altLang="en-US" sz="2000" dirty="0"/>
              </a:p>
            </p:txBody>
          </p:sp>
          <p:sp>
            <p:nvSpPr>
              <p:cNvPr id="92" name="正方形/長方形 91">
                <a:extLst>
                  <a:ext uri="{FF2B5EF4-FFF2-40B4-BE49-F238E27FC236}">
                    <a16:creationId xmlns:a16="http://schemas.microsoft.com/office/drawing/2014/main" id="{174B387D-A827-8DDF-5A0E-CA76ADAA6221}"/>
                  </a:ext>
                </a:extLst>
              </p:cNvPr>
              <p:cNvSpPr/>
              <p:nvPr/>
            </p:nvSpPr>
            <p:spPr>
              <a:xfrm>
                <a:off x="6091017" y="3862356"/>
                <a:ext cx="71935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C2</a:t>
                </a:r>
                <a:endParaRPr kumimoji="1" lang="ja-JP" altLang="en-US" sz="2000" dirty="0">
                  <a:solidFill>
                    <a:schemeClr val="tx1"/>
                  </a:solidFill>
                </a:endParaRPr>
              </a:p>
            </p:txBody>
          </p:sp>
          <p:sp>
            <p:nvSpPr>
              <p:cNvPr id="93" name="正方形/長方形 92">
                <a:extLst>
                  <a:ext uri="{FF2B5EF4-FFF2-40B4-BE49-F238E27FC236}">
                    <a16:creationId xmlns:a16="http://schemas.microsoft.com/office/drawing/2014/main" id="{6408FF3C-6088-BBA6-244B-F68D0C94EA17}"/>
                  </a:ext>
                </a:extLst>
              </p:cNvPr>
              <p:cNvSpPr/>
              <p:nvPr/>
            </p:nvSpPr>
            <p:spPr>
              <a:xfrm>
                <a:off x="6810375" y="3862356"/>
                <a:ext cx="57128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Z2</a:t>
                </a:r>
                <a:endParaRPr kumimoji="1" lang="ja-JP" altLang="en-US" sz="2000" dirty="0">
                  <a:solidFill>
                    <a:schemeClr val="tx1"/>
                  </a:solidFill>
                </a:endParaRPr>
              </a:p>
            </p:txBody>
          </p:sp>
          <p:sp>
            <p:nvSpPr>
              <p:cNvPr id="97" name="正方形/長方形 96">
                <a:extLst>
                  <a:ext uri="{FF2B5EF4-FFF2-40B4-BE49-F238E27FC236}">
                    <a16:creationId xmlns:a16="http://schemas.microsoft.com/office/drawing/2014/main" id="{4294DB8D-10E2-0559-1CA1-7B0F15D236FA}"/>
                  </a:ext>
                </a:extLst>
              </p:cNvPr>
              <p:cNvSpPr/>
              <p:nvPr/>
            </p:nvSpPr>
            <p:spPr>
              <a:xfrm>
                <a:off x="7370194" y="3859642"/>
                <a:ext cx="94990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Data2</a:t>
                </a:r>
                <a:endParaRPr kumimoji="1" lang="ja-JP" altLang="en-US" sz="2000" dirty="0">
                  <a:solidFill>
                    <a:schemeClr val="tx1"/>
                  </a:solidFill>
                </a:endParaRPr>
              </a:p>
            </p:txBody>
          </p:sp>
          <p:sp>
            <p:nvSpPr>
              <p:cNvPr id="98" name="正方形/長方形 97">
                <a:extLst>
                  <a:ext uri="{FF2B5EF4-FFF2-40B4-BE49-F238E27FC236}">
                    <a16:creationId xmlns:a16="http://schemas.microsoft.com/office/drawing/2014/main" id="{CA8AF510-0A05-2DA6-95FA-C707989324FE}"/>
                  </a:ext>
                </a:extLst>
              </p:cNvPr>
              <p:cNvSpPr/>
              <p:nvPr/>
            </p:nvSpPr>
            <p:spPr>
              <a:xfrm>
                <a:off x="10139704" y="3860070"/>
                <a:ext cx="94990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Data1</a:t>
                </a:r>
                <a:endParaRPr kumimoji="1" lang="ja-JP" altLang="en-US" sz="2000" dirty="0">
                  <a:solidFill>
                    <a:schemeClr val="tx1"/>
                  </a:solidFill>
                </a:endParaRPr>
              </a:p>
            </p:txBody>
          </p:sp>
          <p:sp>
            <p:nvSpPr>
              <p:cNvPr id="99" name="テキスト ボックス 98">
                <a:extLst>
                  <a:ext uri="{FF2B5EF4-FFF2-40B4-BE49-F238E27FC236}">
                    <a16:creationId xmlns:a16="http://schemas.microsoft.com/office/drawing/2014/main" id="{EB4293B7-6840-3C29-D4D0-4B5207B456AF}"/>
                  </a:ext>
                </a:extLst>
              </p:cNvPr>
              <p:cNvSpPr txBox="1"/>
              <p:nvPr/>
            </p:nvSpPr>
            <p:spPr>
              <a:xfrm>
                <a:off x="10026822" y="4291321"/>
                <a:ext cx="507207" cy="400110"/>
              </a:xfrm>
              <a:prstGeom prst="rect">
                <a:avLst/>
              </a:prstGeom>
              <a:noFill/>
            </p:spPr>
            <p:txBody>
              <a:bodyPr wrap="square" rtlCol="0">
                <a:spAutoFit/>
              </a:bodyPr>
              <a:lstStyle/>
              <a:p>
                <a:pPr algn="ctr"/>
                <a:r>
                  <a:rPr kumimoji="1" lang="en-US" altLang="ja-JP" sz="2000" dirty="0"/>
                  <a:t>1</a:t>
                </a:r>
                <a:r>
                  <a:rPr lang="en-US" altLang="ja-JP" sz="2000" dirty="0"/>
                  <a:t>5</a:t>
                </a:r>
                <a:endParaRPr kumimoji="1" lang="ja-JP" altLang="en-US" sz="2000" dirty="0"/>
              </a:p>
            </p:txBody>
          </p:sp>
          <p:sp>
            <p:nvSpPr>
              <p:cNvPr id="100" name="テキスト ボックス 99">
                <a:extLst>
                  <a:ext uri="{FF2B5EF4-FFF2-40B4-BE49-F238E27FC236}">
                    <a16:creationId xmlns:a16="http://schemas.microsoft.com/office/drawing/2014/main" id="{4C2CD641-B66B-0B0B-2782-80A3C782441C}"/>
                  </a:ext>
                </a:extLst>
              </p:cNvPr>
              <p:cNvSpPr txBox="1"/>
              <p:nvPr/>
            </p:nvSpPr>
            <p:spPr>
              <a:xfrm>
                <a:off x="10883726" y="4275628"/>
                <a:ext cx="507207" cy="400110"/>
              </a:xfrm>
              <a:prstGeom prst="rect">
                <a:avLst/>
              </a:prstGeom>
              <a:noFill/>
            </p:spPr>
            <p:txBody>
              <a:bodyPr wrap="square" rtlCol="0">
                <a:spAutoFit/>
              </a:bodyPr>
              <a:lstStyle/>
              <a:p>
                <a:pPr algn="ctr"/>
                <a:r>
                  <a:rPr lang="en-US" altLang="ja-JP" sz="2000" dirty="0"/>
                  <a:t>0</a:t>
                </a:r>
                <a:endParaRPr kumimoji="1" lang="ja-JP" altLang="en-US" sz="2000" dirty="0"/>
              </a:p>
            </p:txBody>
          </p:sp>
          <p:sp>
            <p:nvSpPr>
              <p:cNvPr id="101" name="テキスト ボックス 100">
                <a:extLst>
                  <a:ext uri="{FF2B5EF4-FFF2-40B4-BE49-F238E27FC236}">
                    <a16:creationId xmlns:a16="http://schemas.microsoft.com/office/drawing/2014/main" id="{5272837D-1CCD-A777-64B0-6BDA0865CEBF}"/>
                  </a:ext>
                </a:extLst>
              </p:cNvPr>
              <p:cNvSpPr txBox="1"/>
              <p:nvPr/>
            </p:nvSpPr>
            <p:spPr>
              <a:xfrm>
                <a:off x="7929999" y="4265377"/>
                <a:ext cx="507207" cy="400110"/>
              </a:xfrm>
              <a:prstGeom prst="rect">
                <a:avLst/>
              </a:prstGeom>
              <a:noFill/>
            </p:spPr>
            <p:txBody>
              <a:bodyPr wrap="square" rtlCol="0">
                <a:spAutoFit/>
              </a:bodyPr>
              <a:lstStyle/>
              <a:p>
                <a:pPr algn="ctr"/>
                <a:r>
                  <a:rPr kumimoji="1" lang="en-US" altLang="ja-JP" sz="2000" dirty="0"/>
                  <a:t>19</a:t>
                </a:r>
                <a:endParaRPr kumimoji="1" lang="ja-JP" altLang="en-US" sz="2000" dirty="0"/>
              </a:p>
            </p:txBody>
          </p:sp>
          <p:sp>
            <p:nvSpPr>
              <p:cNvPr id="102" name="テキスト ボックス 101">
                <a:extLst>
                  <a:ext uri="{FF2B5EF4-FFF2-40B4-BE49-F238E27FC236}">
                    <a16:creationId xmlns:a16="http://schemas.microsoft.com/office/drawing/2014/main" id="{810B2DEA-6697-0284-C650-8A17B5286921}"/>
                  </a:ext>
                </a:extLst>
              </p:cNvPr>
              <p:cNvSpPr txBox="1"/>
              <p:nvPr/>
            </p:nvSpPr>
            <p:spPr>
              <a:xfrm>
                <a:off x="7322728" y="4284806"/>
                <a:ext cx="507207" cy="400110"/>
              </a:xfrm>
              <a:prstGeom prst="rect">
                <a:avLst/>
              </a:prstGeom>
              <a:noFill/>
            </p:spPr>
            <p:txBody>
              <a:bodyPr wrap="square" rtlCol="0">
                <a:spAutoFit/>
              </a:bodyPr>
              <a:lstStyle/>
              <a:p>
                <a:pPr algn="ctr"/>
                <a:r>
                  <a:rPr kumimoji="1" lang="en-US" altLang="ja-JP" sz="2000" dirty="0"/>
                  <a:t>33</a:t>
                </a:r>
                <a:endParaRPr kumimoji="1" lang="ja-JP" altLang="en-US" sz="2000" dirty="0"/>
              </a:p>
            </p:txBody>
          </p:sp>
          <p:sp>
            <p:nvSpPr>
              <p:cNvPr id="106" name="テキスト ボックス 105">
                <a:extLst>
                  <a:ext uri="{FF2B5EF4-FFF2-40B4-BE49-F238E27FC236}">
                    <a16:creationId xmlns:a16="http://schemas.microsoft.com/office/drawing/2014/main" id="{31D59F89-741E-CA49-52BA-0D3FBC50BE93}"/>
                  </a:ext>
                </a:extLst>
              </p:cNvPr>
              <p:cNvSpPr txBox="1"/>
              <p:nvPr/>
            </p:nvSpPr>
            <p:spPr>
              <a:xfrm>
                <a:off x="6836482" y="4275628"/>
                <a:ext cx="507207" cy="400110"/>
              </a:xfrm>
              <a:prstGeom prst="rect">
                <a:avLst/>
              </a:prstGeom>
              <a:noFill/>
            </p:spPr>
            <p:txBody>
              <a:bodyPr wrap="square" rtlCol="0">
                <a:spAutoFit/>
              </a:bodyPr>
              <a:lstStyle/>
              <a:p>
                <a:pPr algn="ctr"/>
                <a:r>
                  <a:rPr lang="en-US" altLang="ja-JP" sz="2000" dirty="0"/>
                  <a:t>34</a:t>
                </a:r>
                <a:endParaRPr kumimoji="1" lang="ja-JP" altLang="en-US" sz="2000" dirty="0"/>
              </a:p>
            </p:txBody>
          </p:sp>
          <p:sp>
            <p:nvSpPr>
              <p:cNvPr id="107" name="テキスト ボックス 106">
                <a:extLst>
                  <a:ext uri="{FF2B5EF4-FFF2-40B4-BE49-F238E27FC236}">
                    <a16:creationId xmlns:a16="http://schemas.microsoft.com/office/drawing/2014/main" id="{E37F9FFB-93A5-5B9F-0513-18204196F0D7}"/>
                  </a:ext>
                </a:extLst>
              </p:cNvPr>
              <p:cNvSpPr txBox="1"/>
              <p:nvPr/>
            </p:nvSpPr>
            <p:spPr>
              <a:xfrm>
                <a:off x="6196762" y="4281951"/>
                <a:ext cx="507207" cy="400110"/>
              </a:xfrm>
              <a:prstGeom prst="rect">
                <a:avLst/>
              </a:prstGeom>
              <a:noFill/>
            </p:spPr>
            <p:txBody>
              <a:bodyPr wrap="square" rtlCol="0">
                <a:spAutoFit/>
              </a:bodyPr>
              <a:lstStyle/>
              <a:p>
                <a:pPr algn="ctr"/>
                <a:r>
                  <a:rPr lang="en-US" altLang="ja-JP" sz="2000" dirty="0"/>
                  <a:t>35</a:t>
                </a:r>
                <a:endParaRPr kumimoji="1" lang="ja-JP" altLang="en-US" sz="2000" dirty="0"/>
              </a:p>
            </p:txBody>
          </p:sp>
        </p:grpSp>
        <p:sp>
          <p:nvSpPr>
            <p:cNvPr id="119" name="正方形/長方形 118">
              <a:extLst>
                <a:ext uri="{FF2B5EF4-FFF2-40B4-BE49-F238E27FC236}">
                  <a16:creationId xmlns:a16="http://schemas.microsoft.com/office/drawing/2014/main" id="{42ECE6B8-C68C-17FB-3990-D5E9919BF893}"/>
                </a:ext>
              </a:extLst>
            </p:cNvPr>
            <p:cNvSpPr/>
            <p:nvPr/>
          </p:nvSpPr>
          <p:spPr>
            <a:xfrm>
              <a:off x="8314363" y="4852378"/>
              <a:ext cx="70296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LR1</a:t>
              </a:r>
              <a:endParaRPr kumimoji="1" lang="ja-JP" altLang="en-US" sz="2000" dirty="0">
                <a:solidFill>
                  <a:schemeClr val="tx1"/>
                </a:solidFill>
              </a:endParaRPr>
            </a:p>
          </p:txBody>
        </p:sp>
        <p:sp>
          <p:nvSpPr>
            <p:cNvPr id="120" name="正方形/長方形 119">
              <a:extLst>
                <a:ext uri="{FF2B5EF4-FFF2-40B4-BE49-F238E27FC236}">
                  <a16:creationId xmlns:a16="http://schemas.microsoft.com/office/drawing/2014/main" id="{F4C58907-00D0-3517-8E8F-F7307A9C8833}"/>
                </a:ext>
              </a:extLst>
            </p:cNvPr>
            <p:cNvSpPr/>
            <p:nvPr/>
          </p:nvSpPr>
          <p:spPr>
            <a:xfrm>
              <a:off x="8996463" y="4851555"/>
              <a:ext cx="57128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Z1</a:t>
              </a:r>
              <a:endParaRPr kumimoji="1" lang="ja-JP" altLang="en-US" sz="2000" dirty="0">
                <a:solidFill>
                  <a:schemeClr val="tx1"/>
                </a:solidFill>
              </a:endParaRPr>
            </a:p>
          </p:txBody>
        </p:sp>
        <p:sp>
          <p:nvSpPr>
            <p:cNvPr id="121" name="正方形/長方形 120">
              <a:extLst>
                <a:ext uri="{FF2B5EF4-FFF2-40B4-BE49-F238E27FC236}">
                  <a16:creationId xmlns:a16="http://schemas.microsoft.com/office/drawing/2014/main" id="{1E35A3FD-0C6E-0077-43D8-458ECD72469A}"/>
                </a:ext>
              </a:extLst>
            </p:cNvPr>
            <p:cNvSpPr/>
            <p:nvPr/>
          </p:nvSpPr>
          <p:spPr>
            <a:xfrm>
              <a:off x="9567743" y="4850198"/>
              <a:ext cx="57128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a:t>
              </a:r>
              <a:r>
                <a:rPr kumimoji="1" lang="en-US" altLang="ja-JP" sz="2000" dirty="0">
                  <a:solidFill>
                    <a:schemeClr val="tx1"/>
                  </a:solidFill>
                </a:rPr>
                <a:t>1</a:t>
              </a:r>
              <a:endParaRPr kumimoji="1" lang="ja-JP" altLang="en-US" sz="2000" dirty="0">
                <a:solidFill>
                  <a:schemeClr val="tx1"/>
                </a:solidFill>
              </a:endParaRPr>
            </a:p>
          </p:txBody>
        </p:sp>
        <p:sp>
          <p:nvSpPr>
            <p:cNvPr id="122" name="テキスト ボックス 121">
              <a:extLst>
                <a:ext uri="{FF2B5EF4-FFF2-40B4-BE49-F238E27FC236}">
                  <a16:creationId xmlns:a16="http://schemas.microsoft.com/office/drawing/2014/main" id="{BA393E30-36F2-2EA9-37D6-2AEDB0376C4F}"/>
                </a:ext>
              </a:extLst>
            </p:cNvPr>
            <p:cNvSpPr txBox="1"/>
            <p:nvPr/>
          </p:nvSpPr>
          <p:spPr>
            <a:xfrm>
              <a:off x="9615880" y="5255933"/>
              <a:ext cx="507207" cy="400110"/>
            </a:xfrm>
            <a:prstGeom prst="rect">
              <a:avLst/>
            </a:prstGeom>
            <a:noFill/>
          </p:spPr>
          <p:txBody>
            <a:bodyPr wrap="square" rtlCol="0">
              <a:spAutoFit/>
            </a:bodyPr>
            <a:lstStyle/>
            <a:p>
              <a:pPr algn="ctr"/>
              <a:r>
                <a:rPr kumimoji="1" lang="en-US" altLang="ja-JP" sz="2000" dirty="0"/>
                <a:t>16</a:t>
              </a:r>
              <a:endParaRPr kumimoji="1" lang="ja-JP" altLang="en-US" sz="2000" dirty="0"/>
            </a:p>
          </p:txBody>
        </p:sp>
        <p:sp>
          <p:nvSpPr>
            <p:cNvPr id="123" name="テキスト ボックス 122">
              <a:extLst>
                <a:ext uri="{FF2B5EF4-FFF2-40B4-BE49-F238E27FC236}">
                  <a16:creationId xmlns:a16="http://schemas.microsoft.com/office/drawing/2014/main" id="{80FB4731-7702-6153-F89B-BF133E29E6D9}"/>
                </a:ext>
              </a:extLst>
            </p:cNvPr>
            <p:cNvSpPr txBox="1"/>
            <p:nvPr/>
          </p:nvSpPr>
          <p:spPr>
            <a:xfrm>
              <a:off x="9028499" y="5255933"/>
              <a:ext cx="507207" cy="400110"/>
            </a:xfrm>
            <a:prstGeom prst="rect">
              <a:avLst/>
            </a:prstGeom>
            <a:noFill/>
          </p:spPr>
          <p:txBody>
            <a:bodyPr wrap="square" rtlCol="0">
              <a:spAutoFit/>
            </a:bodyPr>
            <a:lstStyle/>
            <a:p>
              <a:pPr algn="ctr"/>
              <a:r>
                <a:rPr kumimoji="1" lang="en-US" altLang="ja-JP" sz="2000" dirty="0"/>
                <a:t>17</a:t>
              </a:r>
              <a:endParaRPr kumimoji="1" lang="ja-JP" altLang="en-US" sz="2000" dirty="0"/>
            </a:p>
          </p:txBody>
        </p:sp>
        <p:sp>
          <p:nvSpPr>
            <p:cNvPr id="124" name="テキスト ボックス 123">
              <a:extLst>
                <a:ext uri="{FF2B5EF4-FFF2-40B4-BE49-F238E27FC236}">
                  <a16:creationId xmlns:a16="http://schemas.microsoft.com/office/drawing/2014/main" id="{EAFA4488-BD67-53BF-798F-5092E6FA5575}"/>
                </a:ext>
              </a:extLst>
            </p:cNvPr>
            <p:cNvSpPr txBox="1"/>
            <p:nvPr/>
          </p:nvSpPr>
          <p:spPr>
            <a:xfrm>
              <a:off x="8363575" y="5240295"/>
              <a:ext cx="507207" cy="400110"/>
            </a:xfrm>
            <a:prstGeom prst="rect">
              <a:avLst/>
            </a:prstGeom>
            <a:noFill/>
          </p:spPr>
          <p:txBody>
            <a:bodyPr wrap="square" rtlCol="0">
              <a:spAutoFit/>
            </a:bodyPr>
            <a:lstStyle/>
            <a:p>
              <a:pPr algn="ctr"/>
              <a:r>
                <a:rPr kumimoji="1" lang="en-US" altLang="ja-JP" sz="2000" dirty="0"/>
                <a:t>18</a:t>
              </a:r>
              <a:endParaRPr kumimoji="1" lang="ja-JP" altLang="en-US" sz="2000" dirty="0"/>
            </a:p>
          </p:txBody>
        </p:sp>
      </p:grpSp>
      <p:sp>
        <p:nvSpPr>
          <p:cNvPr id="126" name="テキスト ボックス 125">
            <a:extLst>
              <a:ext uri="{FF2B5EF4-FFF2-40B4-BE49-F238E27FC236}">
                <a16:creationId xmlns:a16="http://schemas.microsoft.com/office/drawing/2014/main" id="{505B654E-1A00-8AC3-BECE-88469E822F1C}"/>
              </a:ext>
            </a:extLst>
          </p:cNvPr>
          <p:cNvSpPr txBox="1"/>
          <p:nvPr/>
        </p:nvSpPr>
        <p:spPr>
          <a:xfrm>
            <a:off x="5814604" y="4789599"/>
            <a:ext cx="1984938" cy="369332"/>
          </a:xfrm>
          <a:prstGeom prst="rect">
            <a:avLst/>
          </a:prstGeom>
          <a:noFill/>
        </p:spPr>
        <p:txBody>
          <a:bodyPr wrap="square" rtlCol="0">
            <a:spAutoFit/>
          </a:bodyPr>
          <a:lstStyle/>
          <a:p>
            <a:pPr algn="ctr"/>
            <a:r>
              <a:rPr kumimoji="1" lang="en-US" altLang="ja-JP" dirty="0"/>
              <a:t>OR</a:t>
            </a:r>
            <a:endParaRPr kumimoji="1" lang="ja-JP" altLang="en-US" dirty="0"/>
          </a:p>
        </p:txBody>
      </p:sp>
    </p:spTree>
    <p:extLst>
      <p:ext uri="{BB962C8B-B14F-4D97-AF65-F5344CB8AC3E}">
        <p14:creationId xmlns:p14="http://schemas.microsoft.com/office/powerpoint/2010/main" val="37189001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84193CE1-BBA5-CCB8-FA13-0D704E737952}"/>
              </a:ext>
            </a:extLst>
          </p:cNvPr>
          <p:cNvSpPr>
            <a:spLocks noGrp="1"/>
          </p:cNvSpPr>
          <p:nvPr>
            <p:ph type="dt" sz="half" idx="10"/>
          </p:nvPr>
        </p:nvSpPr>
        <p:spPr>
          <a:xfrm>
            <a:off x="838200" y="6356350"/>
            <a:ext cx="2743200" cy="365125"/>
          </a:xfrm>
        </p:spPr>
        <p:txBody>
          <a:bodyPr/>
          <a:lstStyle/>
          <a:p>
            <a:fld id="{BFB4DAE0-E8B6-4FF5-8EC7-0F7BDBF226C7}"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66A7C6C3-2241-146C-5494-A61AC0FB0120}"/>
              </a:ext>
            </a:extLst>
          </p:cNvPr>
          <p:cNvSpPr>
            <a:spLocks noGrp="1"/>
          </p:cNvSpPr>
          <p:nvPr>
            <p:ph type="ftr" sz="quarter" idx="11"/>
          </p:nvPr>
        </p:nvSpPr>
        <p:spPr>
          <a:xfrm>
            <a:off x="4038600" y="6356350"/>
            <a:ext cx="4114800" cy="365125"/>
          </a:xfrm>
        </p:spPr>
        <p:txBody>
          <a:body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4E59C6FF-D702-E141-E885-9E8EE03CA4AE}"/>
              </a:ext>
            </a:extLst>
          </p:cNvPr>
          <p:cNvSpPr>
            <a:spLocks noGrp="1"/>
          </p:cNvSpPr>
          <p:nvPr>
            <p:ph type="sldNum" sz="quarter" idx="12"/>
          </p:nvPr>
        </p:nvSpPr>
        <p:spPr>
          <a:xfrm>
            <a:off x="8610600" y="6356350"/>
            <a:ext cx="2743200" cy="365125"/>
          </a:xfrm>
        </p:spPr>
        <p:txBody>
          <a:bodyPr/>
          <a:lstStyle/>
          <a:p>
            <a:fld id="{273F27D2-06B6-4999-B31F-B875E94682A2}" type="slidenum">
              <a:rPr kumimoji="1" lang="ja-JP" altLang="en-US" smtClean="0"/>
              <a:t>23</a:t>
            </a:fld>
            <a:endParaRPr kumimoji="1" lang="ja-JP" altLang="en-US"/>
          </a:p>
        </p:txBody>
      </p:sp>
      <p:sp>
        <p:nvSpPr>
          <p:cNvPr id="7" name="タイトル 1">
            <a:extLst>
              <a:ext uri="{FF2B5EF4-FFF2-40B4-BE49-F238E27FC236}">
                <a16:creationId xmlns:a16="http://schemas.microsoft.com/office/drawing/2014/main" id="{CDA3C591-F347-4AB1-1C4C-1D460F297177}"/>
              </a:ext>
            </a:extLst>
          </p:cNvPr>
          <p:cNvSpPr>
            <a:spLocks noGrp="1"/>
          </p:cNvSpPr>
          <p:nvPr>
            <p:ph type="title"/>
          </p:nvPr>
        </p:nvSpPr>
        <p:spPr>
          <a:xfrm>
            <a:off x="838200" y="365125"/>
            <a:ext cx="10515600" cy="1325563"/>
          </a:xfrm>
          <a:prstGeom prst="rect">
            <a:avLst/>
          </a:prstGeom>
        </p:spPr>
        <p:txBody>
          <a:bodyPr/>
          <a:lstStyle/>
          <a:p>
            <a:r>
              <a:rPr kumimoji="1" lang="ja-JP" altLang="en-US" dirty="0"/>
              <a:t>パケットフォーマット</a:t>
            </a:r>
            <a:r>
              <a:rPr kumimoji="1" lang="en-US" altLang="ja-JP" dirty="0"/>
              <a:t>(2/)</a:t>
            </a:r>
            <a:endParaRPr kumimoji="1" lang="ja-JP" altLang="en-US" dirty="0"/>
          </a:p>
        </p:txBody>
      </p:sp>
      <p:sp>
        <p:nvSpPr>
          <p:cNvPr id="8" name="コンテンツ プレースホルダー 2">
            <a:extLst>
              <a:ext uri="{FF2B5EF4-FFF2-40B4-BE49-F238E27FC236}">
                <a16:creationId xmlns:a16="http://schemas.microsoft.com/office/drawing/2014/main" id="{A1C30F71-BE46-EFC6-B3C7-40356A070026}"/>
              </a:ext>
            </a:extLst>
          </p:cNvPr>
          <p:cNvSpPr>
            <a:spLocks noGrp="1"/>
          </p:cNvSpPr>
          <p:nvPr>
            <p:ph idx="4294967295"/>
          </p:nvPr>
        </p:nvSpPr>
        <p:spPr>
          <a:xfrm>
            <a:off x="838200" y="1825625"/>
            <a:ext cx="10515600" cy="527050"/>
          </a:xfrm>
          <a:prstGeom prst="rect">
            <a:avLst/>
          </a:prstGeom>
        </p:spPr>
        <p:txBody>
          <a:bodyPr/>
          <a:lstStyle/>
          <a:p>
            <a:r>
              <a:rPr kumimoji="1" lang="en-US" altLang="ja-JP" dirty="0"/>
              <a:t>MMCAM</a:t>
            </a:r>
            <a:r>
              <a:rPr kumimoji="1" lang="ja-JP" altLang="en-US" dirty="0"/>
              <a:t>パケットフォーマット</a:t>
            </a:r>
          </a:p>
        </p:txBody>
      </p:sp>
      <p:sp>
        <p:nvSpPr>
          <p:cNvPr id="65" name="テキスト ボックス 64">
            <a:extLst>
              <a:ext uri="{FF2B5EF4-FFF2-40B4-BE49-F238E27FC236}">
                <a16:creationId xmlns:a16="http://schemas.microsoft.com/office/drawing/2014/main" id="{AFA9A6DC-0890-FF83-BA7E-0470E5D82D75}"/>
              </a:ext>
            </a:extLst>
          </p:cNvPr>
          <p:cNvSpPr txBox="1"/>
          <p:nvPr/>
        </p:nvSpPr>
        <p:spPr>
          <a:xfrm>
            <a:off x="838199" y="2225040"/>
            <a:ext cx="3597929" cy="400110"/>
          </a:xfrm>
          <a:prstGeom prst="rect">
            <a:avLst/>
          </a:prstGeom>
          <a:noFill/>
        </p:spPr>
        <p:txBody>
          <a:bodyPr wrap="square" rtlCol="0">
            <a:spAutoFit/>
          </a:bodyPr>
          <a:lstStyle/>
          <a:p>
            <a:r>
              <a:rPr kumimoji="1" lang="en-US" altLang="ja-JP" sz="2000" dirty="0"/>
              <a:t>PACKET_IN, PACKET_OUT</a:t>
            </a:r>
            <a:endParaRPr kumimoji="1" lang="ja-JP" altLang="en-US" sz="2000" dirty="0"/>
          </a:p>
        </p:txBody>
      </p:sp>
      <p:sp>
        <p:nvSpPr>
          <p:cNvPr id="66" name="テキスト ボックス 65">
            <a:extLst>
              <a:ext uri="{FF2B5EF4-FFF2-40B4-BE49-F238E27FC236}">
                <a16:creationId xmlns:a16="http://schemas.microsoft.com/office/drawing/2014/main" id="{479FF8CD-313C-1754-F435-53F4FB48FAB5}"/>
              </a:ext>
            </a:extLst>
          </p:cNvPr>
          <p:cNvSpPr txBox="1"/>
          <p:nvPr/>
        </p:nvSpPr>
        <p:spPr>
          <a:xfrm>
            <a:off x="838198" y="3453923"/>
            <a:ext cx="3597929" cy="400110"/>
          </a:xfrm>
          <a:prstGeom prst="rect">
            <a:avLst/>
          </a:prstGeom>
          <a:noFill/>
        </p:spPr>
        <p:txBody>
          <a:bodyPr wrap="square" rtlCol="0">
            <a:spAutoFit/>
          </a:bodyPr>
          <a:lstStyle/>
          <a:p>
            <a:r>
              <a:rPr kumimoji="1" lang="en-US" altLang="ja-JP" sz="2000" dirty="0" err="1"/>
              <a:t>Color_gen_</a:t>
            </a:r>
            <a:r>
              <a:rPr lang="en-US" altLang="ja-JP" sz="2000" dirty="0" err="1"/>
              <a:t>dest_LR</a:t>
            </a:r>
            <a:endParaRPr kumimoji="1" lang="ja-JP" altLang="en-US" sz="2000" dirty="0"/>
          </a:p>
        </p:txBody>
      </p:sp>
      <p:grpSp>
        <p:nvGrpSpPr>
          <p:cNvPr id="67" name="グループ化 66">
            <a:extLst>
              <a:ext uri="{FF2B5EF4-FFF2-40B4-BE49-F238E27FC236}">
                <a16:creationId xmlns:a16="http://schemas.microsoft.com/office/drawing/2014/main" id="{7A0CD107-52A8-4098-B660-9C5050E98936}"/>
              </a:ext>
            </a:extLst>
          </p:cNvPr>
          <p:cNvGrpSpPr/>
          <p:nvPr/>
        </p:nvGrpSpPr>
        <p:grpSpPr>
          <a:xfrm>
            <a:off x="838200" y="3935030"/>
            <a:ext cx="5034985" cy="822561"/>
            <a:chOff x="1056032" y="3862356"/>
            <a:chExt cx="5034985" cy="822561"/>
          </a:xfrm>
        </p:grpSpPr>
        <p:grpSp>
          <p:nvGrpSpPr>
            <p:cNvPr id="68" name="グループ化 67">
              <a:extLst>
                <a:ext uri="{FF2B5EF4-FFF2-40B4-BE49-F238E27FC236}">
                  <a16:creationId xmlns:a16="http://schemas.microsoft.com/office/drawing/2014/main" id="{C61B3759-E4B8-0749-0C54-456810651870}"/>
                </a:ext>
              </a:extLst>
            </p:cNvPr>
            <p:cNvGrpSpPr/>
            <p:nvPr/>
          </p:nvGrpSpPr>
          <p:grpSpPr>
            <a:xfrm>
              <a:off x="1056032" y="3862356"/>
              <a:ext cx="4247012" cy="822561"/>
              <a:chOff x="1056032" y="2487615"/>
              <a:chExt cx="4247012" cy="822561"/>
            </a:xfrm>
          </p:grpSpPr>
          <p:grpSp>
            <p:nvGrpSpPr>
              <p:cNvPr id="90" name="グループ化 89">
                <a:extLst>
                  <a:ext uri="{FF2B5EF4-FFF2-40B4-BE49-F238E27FC236}">
                    <a16:creationId xmlns:a16="http://schemas.microsoft.com/office/drawing/2014/main" id="{E60DAF50-4DBD-B005-A7E8-851E291A6075}"/>
                  </a:ext>
                </a:extLst>
              </p:cNvPr>
              <p:cNvGrpSpPr/>
              <p:nvPr/>
            </p:nvGrpSpPr>
            <p:grpSpPr>
              <a:xfrm>
                <a:off x="1309636" y="2487615"/>
                <a:ext cx="3454122" cy="390632"/>
                <a:chOff x="928636" y="2807256"/>
                <a:chExt cx="3454122" cy="390632"/>
              </a:xfrm>
            </p:grpSpPr>
            <p:sp>
              <p:nvSpPr>
                <p:cNvPr id="98" name="正方形/長方形 97">
                  <a:extLst>
                    <a:ext uri="{FF2B5EF4-FFF2-40B4-BE49-F238E27FC236}">
                      <a16:creationId xmlns:a16="http://schemas.microsoft.com/office/drawing/2014/main" id="{2ABE20B9-22E8-B427-F1A6-4E0713301786}"/>
                    </a:ext>
                  </a:extLst>
                </p:cNvPr>
                <p:cNvSpPr/>
                <p:nvPr/>
              </p:nvSpPr>
              <p:spPr>
                <a:xfrm>
                  <a:off x="928636" y="2807257"/>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color</a:t>
                  </a:r>
                  <a:endParaRPr kumimoji="1" lang="ja-JP" altLang="en-US" sz="2000" dirty="0">
                    <a:solidFill>
                      <a:schemeClr val="tx1"/>
                    </a:solidFill>
                  </a:endParaRPr>
                </a:p>
              </p:txBody>
            </p:sp>
            <p:sp>
              <p:nvSpPr>
                <p:cNvPr id="99" name="正方形/長方形 98">
                  <a:extLst>
                    <a:ext uri="{FF2B5EF4-FFF2-40B4-BE49-F238E27FC236}">
                      <a16:creationId xmlns:a16="http://schemas.microsoft.com/office/drawing/2014/main" id="{BEA6B6DA-0B71-945B-26BC-AD8541E2352D}"/>
                    </a:ext>
                  </a:extLst>
                </p:cNvPr>
                <p:cNvSpPr/>
                <p:nvPr/>
              </p:nvSpPr>
              <p:spPr>
                <a:xfrm>
                  <a:off x="2080010"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gen</a:t>
                  </a:r>
                  <a:endParaRPr kumimoji="1" lang="ja-JP" altLang="en-US" sz="2000" dirty="0">
                    <a:solidFill>
                      <a:schemeClr val="tx1"/>
                    </a:solidFill>
                  </a:endParaRPr>
                </a:p>
              </p:txBody>
            </p:sp>
            <p:sp>
              <p:nvSpPr>
                <p:cNvPr id="100" name="正方形/長方形 99">
                  <a:extLst>
                    <a:ext uri="{FF2B5EF4-FFF2-40B4-BE49-F238E27FC236}">
                      <a16:creationId xmlns:a16="http://schemas.microsoft.com/office/drawing/2014/main" id="{C4C4F3A3-91C7-D37B-4AE4-4FD724803217}"/>
                    </a:ext>
                  </a:extLst>
                </p:cNvPr>
                <p:cNvSpPr/>
                <p:nvPr/>
              </p:nvSpPr>
              <p:spPr>
                <a:xfrm>
                  <a:off x="3231384"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DAST</a:t>
                  </a:r>
                  <a:endParaRPr kumimoji="1" lang="ja-JP" altLang="en-US" sz="2000" dirty="0">
                    <a:solidFill>
                      <a:schemeClr val="tx1"/>
                    </a:solidFill>
                  </a:endParaRPr>
                </a:p>
              </p:txBody>
            </p:sp>
          </p:grpSp>
          <p:sp>
            <p:nvSpPr>
              <p:cNvPr id="91" name="テキスト ボックス 90">
                <a:extLst>
                  <a:ext uri="{FF2B5EF4-FFF2-40B4-BE49-F238E27FC236}">
                    <a16:creationId xmlns:a16="http://schemas.microsoft.com/office/drawing/2014/main" id="{6CB3595F-241F-66C9-7A03-A2B10E496B2E}"/>
                  </a:ext>
                </a:extLst>
              </p:cNvPr>
              <p:cNvSpPr txBox="1"/>
              <p:nvPr/>
            </p:nvSpPr>
            <p:spPr>
              <a:xfrm>
                <a:off x="1056032" y="2910066"/>
                <a:ext cx="507207" cy="400110"/>
              </a:xfrm>
              <a:prstGeom prst="rect">
                <a:avLst/>
              </a:prstGeom>
              <a:noFill/>
            </p:spPr>
            <p:txBody>
              <a:bodyPr wrap="square" rtlCol="0">
                <a:spAutoFit/>
              </a:bodyPr>
              <a:lstStyle/>
              <a:p>
                <a:pPr algn="ctr"/>
                <a:r>
                  <a:rPr kumimoji="1" lang="en-US" altLang="ja-JP" sz="2000" dirty="0"/>
                  <a:t>19</a:t>
                </a:r>
                <a:endParaRPr kumimoji="1" lang="ja-JP" altLang="en-US" sz="2000" dirty="0"/>
              </a:p>
            </p:txBody>
          </p:sp>
          <p:sp>
            <p:nvSpPr>
              <p:cNvPr id="92" name="テキスト ボックス 91">
                <a:extLst>
                  <a:ext uri="{FF2B5EF4-FFF2-40B4-BE49-F238E27FC236}">
                    <a16:creationId xmlns:a16="http://schemas.microsoft.com/office/drawing/2014/main" id="{9E464C3E-609E-4903-8120-87EF4954685C}"/>
                  </a:ext>
                </a:extLst>
              </p:cNvPr>
              <p:cNvSpPr txBox="1"/>
              <p:nvPr/>
            </p:nvSpPr>
            <p:spPr>
              <a:xfrm>
                <a:off x="2049618" y="2910065"/>
                <a:ext cx="507207" cy="400110"/>
              </a:xfrm>
              <a:prstGeom prst="rect">
                <a:avLst/>
              </a:prstGeom>
              <a:noFill/>
            </p:spPr>
            <p:txBody>
              <a:bodyPr wrap="square" rtlCol="0">
                <a:spAutoFit/>
              </a:bodyPr>
              <a:lstStyle/>
              <a:p>
                <a:pPr algn="ctr"/>
                <a:r>
                  <a:rPr lang="en-US" altLang="ja-JP" sz="2000" dirty="0"/>
                  <a:t>17</a:t>
                </a:r>
                <a:endParaRPr kumimoji="1" lang="ja-JP" altLang="en-US" sz="2000" dirty="0"/>
              </a:p>
            </p:txBody>
          </p:sp>
          <p:sp>
            <p:nvSpPr>
              <p:cNvPr id="93" name="テキスト ボックス 92">
                <a:extLst>
                  <a:ext uri="{FF2B5EF4-FFF2-40B4-BE49-F238E27FC236}">
                    <a16:creationId xmlns:a16="http://schemas.microsoft.com/office/drawing/2014/main" id="{4E88D740-88B7-5AF3-3B67-69654E06DBD5}"/>
                  </a:ext>
                </a:extLst>
              </p:cNvPr>
              <p:cNvSpPr txBox="1"/>
              <p:nvPr/>
            </p:nvSpPr>
            <p:spPr>
              <a:xfrm>
                <a:off x="3190612" y="2896255"/>
                <a:ext cx="507207" cy="400110"/>
              </a:xfrm>
              <a:prstGeom prst="rect">
                <a:avLst/>
              </a:prstGeom>
              <a:noFill/>
            </p:spPr>
            <p:txBody>
              <a:bodyPr wrap="square" rtlCol="0">
                <a:spAutoFit/>
              </a:bodyPr>
              <a:lstStyle/>
              <a:p>
                <a:pPr algn="ctr"/>
                <a:r>
                  <a:rPr lang="en-US" altLang="ja-JP" sz="2000" dirty="0"/>
                  <a:t>9</a:t>
                </a:r>
                <a:endParaRPr kumimoji="1" lang="ja-JP" altLang="en-US" sz="2000" dirty="0"/>
              </a:p>
            </p:txBody>
          </p:sp>
          <p:sp>
            <p:nvSpPr>
              <p:cNvPr id="94" name="テキスト ボックス 93">
                <a:extLst>
                  <a:ext uri="{FF2B5EF4-FFF2-40B4-BE49-F238E27FC236}">
                    <a16:creationId xmlns:a16="http://schemas.microsoft.com/office/drawing/2014/main" id="{70DF4504-75B2-A57F-755F-45C88B5FD355}"/>
                  </a:ext>
                </a:extLst>
              </p:cNvPr>
              <p:cNvSpPr txBox="1"/>
              <p:nvPr/>
            </p:nvSpPr>
            <p:spPr>
              <a:xfrm>
                <a:off x="4379381" y="2894707"/>
                <a:ext cx="507207" cy="400110"/>
              </a:xfrm>
              <a:prstGeom prst="rect">
                <a:avLst/>
              </a:prstGeom>
              <a:noFill/>
            </p:spPr>
            <p:txBody>
              <a:bodyPr wrap="square" rtlCol="0">
                <a:spAutoFit/>
              </a:bodyPr>
              <a:lstStyle/>
              <a:p>
                <a:pPr algn="ctr"/>
                <a:r>
                  <a:rPr kumimoji="1" lang="en-US" altLang="ja-JP" sz="2000" dirty="0"/>
                  <a:t>2</a:t>
                </a:r>
                <a:endParaRPr kumimoji="1" lang="ja-JP" altLang="en-US" sz="2000" dirty="0"/>
              </a:p>
            </p:txBody>
          </p:sp>
          <p:sp>
            <p:nvSpPr>
              <p:cNvPr id="95" name="テキスト ボックス 94">
                <a:extLst>
                  <a:ext uri="{FF2B5EF4-FFF2-40B4-BE49-F238E27FC236}">
                    <a16:creationId xmlns:a16="http://schemas.microsoft.com/office/drawing/2014/main" id="{55C624C6-7750-28D7-E99F-1651AA62F9D4}"/>
                  </a:ext>
                </a:extLst>
              </p:cNvPr>
              <p:cNvSpPr txBox="1"/>
              <p:nvPr/>
            </p:nvSpPr>
            <p:spPr>
              <a:xfrm>
                <a:off x="3531393" y="2894707"/>
                <a:ext cx="507207" cy="400110"/>
              </a:xfrm>
              <a:prstGeom prst="rect">
                <a:avLst/>
              </a:prstGeom>
              <a:noFill/>
            </p:spPr>
            <p:txBody>
              <a:bodyPr wrap="square" rtlCol="0">
                <a:spAutoFit/>
              </a:bodyPr>
              <a:lstStyle/>
              <a:p>
                <a:pPr algn="ctr"/>
                <a:r>
                  <a:rPr lang="en-US" altLang="ja-JP" sz="2000" dirty="0"/>
                  <a:t>8</a:t>
                </a:r>
                <a:endParaRPr kumimoji="1" lang="ja-JP" altLang="en-US" sz="2000" dirty="0"/>
              </a:p>
            </p:txBody>
          </p:sp>
          <p:sp>
            <p:nvSpPr>
              <p:cNvPr id="96" name="テキスト ボックス 95">
                <a:extLst>
                  <a:ext uri="{FF2B5EF4-FFF2-40B4-BE49-F238E27FC236}">
                    <a16:creationId xmlns:a16="http://schemas.microsoft.com/office/drawing/2014/main" id="{6BC46477-2650-51F2-23BA-8C6D8DF8B0A4}"/>
                  </a:ext>
                </a:extLst>
              </p:cNvPr>
              <p:cNvSpPr txBox="1"/>
              <p:nvPr/>
            </p:nvSpPr>
            <p:spPr>
              <a:xfrm>
                <a:off x="2378279" y="2910065"/>
                <a:ext cx="507207" cy="400110"/>
              </a:xfrm>
              <a:prstGeom prst="rect">
                <a:avLst/>
              </a:prstGeom>
              <a:noFill/>
            </p:spPr>
            <p:txBody>
              <a:bodyPr wrap="square" rtlCol="0">
                <a:spAutoFit/>
              </a:bodyPr>
              <a:lstStyle/>
              <a:p>
                <a:pPr algn="ctr"/>
                <a:r>
                  <a:rPr kumimoji="1" lang="en-US" altLang="ja-JP" sz="2000" dirty="0"/>
                  <a:t>16</a:t>
                </a:r>
                <a:endParaRPr kumimoji="1" lang="ja-JP" altLang="en-US" sz="2000" dirty="0"/>
              </a:p>
            </p:txBody>
          </p:sp>
          <p:sp>
            <p:nvSpPr>
              <p:cNvPr id="97" name="テキスト ボックス 96">
                <a:extLst>
                  <a:ext uri="{FF2B5EF4-FFF2-40B4-BE49-F238E27FC236}">
                    <a16:creationId xmlns:a16="http://schemas.microsoft.com/office/drawing/2014/main" id="{678F248A-D953-122B-1A3A-87A63498A38E}"/>
                  </a:ext>
                </a:extLst>
              </p:cNvPr>
              <p:cNvSpPr txBox="1"/>
              <p:nvPr/>
            </p:nvSpPr>
            <p:spPr>
              <a:xfrm>
                <a:off x="4795837" y="2894707"/>
                <a:ext cx="507207" cy="400110"/>
              </a:xfrm>
              <a:prstGeom prst="rect">
                <a:avLst/>
              </a:prstGeom>
              <a:noFill/>
            </p:spPr>
            <p:txBody>
              <a:bodyPr wrap="square" rtlCol="0">
                <a:spAutoFit/>
              </a:bodyPr>
              <a:lstStyle/>
              <a:p>
                <a:pPr algn="ctr"/>
                <a:r>
                  <a:rPr kumimoji="1" lang="en-US" altLang="ja-JP" sz="2000" dirty="0"/>
                  <a:t>1</a:t>
                </a:r>
                <a:endParaRPr kumimoji="1" lang="ja-JP" altLang="en-US" sz="2000" dirty="0"/>
              </a:p>
            </p:txBody>
          </p:sp>
        </p:grpSp>
        <p:sp>
          <p:nvSpPr>
            <p:cNvPr id="69" name="正方形/長方形 68">
              <a:extLst>
                <a:ext uri="{FF2B5EF4-FFF2-40B4-BE49-F238E27FC236}">
                  <a16:creationId xmlns:a16="http://schemas.microsoft.com/office/drawing/2014/main" id="{10A56DB0-45A3-FACF-13F1-95FF2B6D9859}"/>
                </a:ext>
              </a:extLst>
            </p:cNvPr>
            <p:cNvSpPr/>
            <p:nvPr/>
          </p:nvSpPr>
          <p:spPr>
            <a:xfrm>
              <a:off x="4764021" y="3862356"/>
              <a:ext cx="66349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LR2</a:t>
              </a:r>
              <a:endParaRPr kumimoji="1" lang="ja-JP" altLang="en-US" sz="2000" dirty="0">
                <a:solidFill>
                  <a:schemeClr val="tx1"/>
                </a:solidFill>
              </a:endParaRPr>
            </a:p>
          </p:txBody>
        </p:sp>
        <p:sp>
          <p:nvSpPr>
            <p:cNvPr id="70" name="正方形/長方形 69">
              <a:extLst>
                <a:ext uri="{FF2B5EF4-FFF2-40B4-BE49-F238E27FC236}">
                  <a16:creationId xmlns:a16="http://schemas.microsoft.com/office/drawing/2014/main" id="{E2B54516-1948-8C74-BA12-256425FB08E7}"/>
                </a:ext>
              </a:extLst>
            </p:cNvPr>
            <p:cNvSpPr/>
            <p:nvPr/>
          </p:nvSpPr>
          <p:spPr>
            <a:xfrm>
              <a:off x="5427519" y="3862356"/>
              <a:ext cx="66349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LR1</a:t>
              </a:r>
              <a:endParaRPr kumimoji="1" lang="ja-JP" altLang="en-US" sz="2000" dirty="0">
                <a:solidFill>
                  <a:schemeClr val="tx1"/>
                </a:solidFill>
              </a:endParaRPr>
            </a:p>
          </p:txBody>
        </p:sp>
        <p:sp>
          <p:nvSpPr>
            <p:cNvPr id="71" name="テキスト ボックス 70">
              <a:extLst>
                <a:ext uri="{FF2B5EF4-FFF2-40B4-BE49-F238E27FC236}">
                  <a16:creationId xmlns:a16="http://schemas.microsoft.com/office/drawing/2014/main" id="{BE086CF2-E3B6-20EC-E32C-DF8E5A6E023D}"/>
                </a:ext>
              </a:extLst>
            </p:cNvPr>
            <p:cNvSpPr txBox="1"/>
            <p:nvPr/>
          </p:nvSpPr>
          <p:spPr>
            <a:xfrm>
              <a:off x="5505664" y="4268052"/>
              <a:ext cx="507207" cy="400110"/>
            </a:xfrm>
            <a:prstGeom prst="rect">
              <a:avLst/>
            </a:prstGeom>
            <a:noFill/>
          </p:spPr>
          <p:txBody>
            <a:bodyPr wrap="square" rtlCol="0">
              <a:spAutoFit/>
            </a:bodyPr>
            <a:lstStyle/>
            <a:p>
              <a:pPr algn="ctr"/>
              <a:r>
                <a:rPr lang="en-US" altLang="ja-JP" sz="2000" dirty="0"/>
                <a:t>0</a:t>
              </a:r>
              <a:endParaRPr kumimoji="1" lang="ja-JP" altLang="en-US" sz="2000" dirty="0"/>
            </a:p>
          </p:txBody>
        </p:sp>
      </p:grpSp>
      <p:sp>
        <p:nvSpPr>
          <p:cNvPr id="101" name="テキスト ボックス 100">
            <a:extLst>
              <a:ext uri="{FF2B5EF4-FFF2-40B4-BE49-F238E27FC236}">
                <a16:creationId xmlns:a16="http://schemas.microsoft.com/office/drawing/2014/main" id="{5F5D370D-2871-1808-2B9E-F418AC3B5669}"/>
              </a:ext>
            </a:extLst>
          </p:cNvPr>
          <p:cNvSpPr txBox="1"/>
          <p:nvPr/>
        </p:nvSpPr>
        <p:spPr>
          <a:xfrm>
            <a:off x="838197" y="4792124"/>
            <a:ext cx="3597929" cy="400110"/>
          </a:xfrm>
          <a:prstGeom prst="rect">
            <a:avLst/>
          </a:prstGeom>
          <a:noFill/>
        </p:spPr>
        <p:txBody>
          <a:bodyPr wrap="square" rtlCol="0">
            <a:spAutoFit/>
          </a:bodyPr>
          <a:lstStyle/>
          <a:p>
            <a:r>
              <a:rPr kumimoji="1" lang="en-US" altLang="ja-JP" sz="2000" dirty="0" err="1"/>
              <a:t>Matching_flag</a:t>
            </a:r>
            <a:r>
              <a:rPr kumimoji="1" lang="en-US" altLang="ja-JP" sz="2000" dirty="0"/>
              <a:t>(MF)</a:t>
            </a:r>
            <a:endParaRPr kumimoji="1" lang="ja-JP" altLang="en-US" sz="2000" dirty="0"/>
          </a:p>
        </p:txBody>
      </p:sp>
      <p:grpSp>
        <p:nvGrpSpPr>
          <p:cNvPr id="106" name="グループ化 105">
            <a:extLst>
              <a:ext uri="{FF2B5EF4-FFF2-40B4-BE49-F238E27FC236}">
                <a16:creationId xmlns:a16="http://schemas.microsoft.com/office/drawing/2014/main" id="{CA7DFF63-C29F-0AD4-4CCA-6B28420B7B84}"/>
              </a:ext>
            </a:extLst>
          </p:cNvPr>
          <p:cNvGrpSpPr/>
          <p:nvPr/>
        </p:nvGrpSpPr>
        <p:grpSpPr>
          <a:xfrm>
            <a:off x="838197" y="2747096"/>
            <a:ext cx="10194430" cy="825275"/>
            <a:chOff x="1056032" y="3859642"/>
            <a:chExt cx="10194430" cy="825275"/>
          </a:xfrm>
        </p:grpSpPr>
        <p:grpSp>
          <p:nvGrpSpPr>
            <p:cNvPr id="107" name="グループ化 106">
              <a:extLst>
                <a:ext uri="{FF2B5EF4-FFF2-40B4-BE49-F238E27FC236}">
                  <a16:creationId xmlns:a16="http://schemas.microsoft.com/office/drawing/2014/main" id="{EDCE93CD-8FB1-501F-D0AA-E41EADDD6A87}"/>
                </a:ext>
              </a:extLst>
            </p:cNvPr>
            <p:cNvGrpSpPr/>
            <p:nvPr/>
          </p:nvGrpSpPr>
          <p:grpSpPr>
            <a:xfrm>
              <a:off x="1056032" y="3862356"/>
              <a:ext cx="4247012" cy="822561"/>
              <a:chOff x="1056032" y="2487615"/>
              <a:chExt cx="4247012" cy="822561"/>
            </a:xfrm>
          </p:grpSpPr>
          <p:grpSp>
            <p:nvGrpSpPr>
              <p:cNvPr id="127" name="グループ化 126">
                <a:extLst>
                  <a:ext uri="{FF2B5EF4-FFF2-40B4-BE49-F238E27FC236}">
                    <a16:creationId xmlns:a16="http://schemas.microsoft.com/office/drawing/2014/main" id="{7BB7C3D3-BA9D-F6F0-F482-658368B2EE65}"/>
                  </a:ext>
                </a:extLst>
              </p:cNvPr>
              <p:cNvGrpSpPr/>
              <p:nvPr/>
            </p:nvGrpSpPr>
            <p:grpSpPr>
              <a:xfrm>
                <a:off x="1309636" y="2487615"/>
                <a:ext cx="3454122" cy="390632"/>
                <a:chOff x="928636" y="2807256"/>
                <a:chExt cx="3454122" cy="390632"/>
              </a:xfrm>
            </p:grpSpPr>
            <p:sp>
              <p:nvSpPr>
                <p:cNvPr id="135" name="正方形/長方形 134">
                  <a:extLst>
                    <a:ext uri="{FF2B5EF4-FFF2-40B4-BE49-F238E27FC236}">
                      <a16:creationId xmlns:a16="http://schemas.microsoft.com/office/drawing/2014/main" id="{3C9E6A28-F64E-C2CF-CBC4-B1055BD49458}"/>
                    </a:ext>
                  </a:extLst>
                </p:cNvPr>
                <p:cNvSpPr/>
                <p:nvPr/>
              </p:nvSpPr>
              <p:spPr>
                <a:xfrm>
                  <a:off x="928636" y="2807257"/>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color</a:t>
                  </a:r>
                  <a:endParaRPr kumimoji="1" lang="ja-JP" altLang="en-US" sz="2000" dirty="0">
                    <a:solidFill>
                      <a:schemeClr val="tx1"/>
                    </a:solidFill>
                  </a:endParaRPr>
                </a:p>
              </p:txBody>
            </p:sp>
            <p:sp>
              <p:nvSpPr>
                <p:cNvPr id="136" name="正方形/長方形 135">
                  <a:extLst>
                    <a:ext uri="{FF2B5EF4-FFF2-40B4-BE49-F238E27FC236}">
                      <a16:creationId xmlns:a16="http://schemas.microsoft.com/office/drawing/2014/main" id="{B700EAD0-58AA-CCB3-6D36-919891D81FA7}"/>
                    </a:ext>
                  </a:extLst>
                </p:cNvPr>
                <p:cNvSpPr/>
                <p:nvPr/>
              </p:nvSpPr>
              <p:spPr>
                <a:xfrm>
                  <a:off x="2080010"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gen</a:t>
                  </a:r>
                  <a:endParaRPr kumimoji="1" lang="ja-JP" altLang="en-US" sz="2000" dirty="0">
                    <a:solidFill>
                      <a:schemeClr val="tx1"/>
                    </a:solidFill>
                  </a:endParaRPr>
                </a:p>
              </p:txBody>
            </p:sp>
            <p:sp>
              <p:nvSpPr>
                <p:cNvPr id="137" name="正方形/長方形 136">
                  <a:extLst>
                    <a:ext uri="{FF2B5EF4-FFF2-40B4-BE49-F238E27FC236}">
                      <a16:creationId xmlns:a16="http://schemas.microsoft.com/office/drawing/2014/main" id="{79B60650-B269-647D-6951-2991130C6D46}"/>
                    </a:ext>
                  </a:extLst>
                </p:cNvPr>
                <p:cNvSpPr/>
                <p:nvPr/>
              </p:nvSpPr>
              <p:spPr>
                <a:xfrm>
                  <a:off x="3231384"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DAST</a:t>
                  </a:r>
                  <a:endParaRPr kumimoji="1" lang="ja-JP" altLang="en-US" sz="2000" dirty="0">
                    <a:solidFill>
                      <a:schemeClr val="tx1"/>
                    </a:solidFill>
                  </a:endParaRPr>
                </a:p>
              </p:txBody>
            </p:sp>
          </p:grpSp>
          <p:sp>
            <p:nvSpPr>
              <p:cNvPr id="128" name="テキスト ボックス 127">
                <a:extLst>
                  <a:ext uri="{FF2B5EF4-FFF2-40B4-BE49-F238E27FC236}">
                    <a16:creationId xmlns:a16="http://schemas.microsoft.com/office/drawing/2014/main" id="{EC8E7BC1-29CF-2ECB-1F4F-5842666699B0}"/>
                  </a:ext>
                </a:extLst>
              </p:cNvPr>
              <p:cNvSpPr txBox="1"/>
              <p:nvPr/>
            </p:nvSpPr>
            <p:spPr>
              <a:xfrm>
                <a:off x="1056032" y="2910066"/>
                <a:ext cx="507207" cy="400110"/>
              </a:xfrm>
              <a:prstGeom prst="rect">
                <a:avLst/>
              </a:prstGeom>
              <a:noFill/>
            </p:spPr>
            <p:txBody>
              <a:bodyPr wrap="square" rtlCol="0">
                <a:spAutoFit/>
              </a:bodyPr>
              <a:lstStyle/>
              <a:p>
                <a:pPr algn="ctr"/>
                <a:r>
                  <a:rPr lang="en-US" altLang="ja-JP" sz="2000" dirty="0"/>
                  <a:t>55</a:t>
                </a:r>
                <a:endParaRPr kumimoji="1" lang="ja-JP" altLang="en-US" sz="2000" dirty="0"/>
              </a:p>
            </p:txBody>
          </p:sp>
          <p:sp>
            <p:nvSpPr>
              <p:cNvPr id="129" name="テキスト ボックス 128">
                <a:extLst>
                  <a:ext uri="{FF2B5EF4-FFF2-40B4-BE49-F238E27FC236}">
                    <a16:creationId xmlns:a16="http://schemas.microsoft.com/office/drawing/2014/main" id="{5296BD2D-1EBD-287D-1D4D-F8957C9E6A78}"/>
                  </a:ext>
                </a:extLst>
              </p:cNvPr>
              <p:cNvSpPr txBox="1"/>
              <p:nvPr/>
            </p:nvSpPr>
            <p:spPr>
              <a:xfrm>
                <a:off x="2049618" y="2910065"/>
                <a:ext cx="507207" cy="400110"/>
              </a:xfrm>
              <a:prstGeom prst="rect">
                <a:avLst/>
              </a:prstGeom>
              <a:noFill/>
            </p:spPr>
            <p:txBody>
              <a:bodyPr wrap="square" rtlCol="0">
                <a:spAutoFit/>
              </a:bodyPr>
              <a:lstStyle/>
              <a:p>
                <a:pPr algn="ctr"/>
                <a:r>
                  <a:rPr kumimoji="1" lang="en-US" altLang="ja-JP" sz="2000" dirty="0"/>
                  <a:t>53</a:t>
                </a:r>
                <a:endParaRPr kumimoji="1" lang="ja-JP" altLang="en-US" sz="2000" dirty="0"/>
              </a:p>
            </p:txBody>
          </p:sp>
          <p:sp>
            <p:nvSpPr>
              <p:cNvPr id="130" name="テキスト ボックス 129">
                <a:extLst>
                  <a:ext uri="{FF2B5EF4-FFF2-40B4-BE49-F238E27FC236}">
                    <a16:creationId xmlns:a16="http://schemas.microsoft.com/office/drawing/2014/main" id="{FA232C0B-9E42-B68F-60FE-C75E99FA8C4F}"/>
                  </a:ext>
                </a:extLst>
              </p:cNvPr>
              <p:cNvSpPr txBox="1"/>
              <p:nvPr/>
            </p:nvSpPr>
            <p:spPr>
              <a:xfrm>
                <a:off x="3190612" y="2896255"/>
                <a:ext cx="507207" cy="400110"/>
              </a:xfrm>
              <a:prstGeom prst="rect">
                <a:avLst/>
              </a:prstGeom>
              <a:noFill/>
            </p:spPr>
            <p:txBody>
              <a:bodyPr wrap="square" rtlCol="0">
                <a:spAutoFit/>
              </a:bodyPr>
              <a:lstStyle/>
              <a:p>
                <a:pPr algn="ctr"/>
                <a:r>
                  <a:rPr kumimoji="1" lang="en-US" altLang="ja-JP" sz="2000" dirty="0"/>
                  <a:t>4</a:t>
                </a:r>
                <a:r>
                  <a:rPr lang="en-US" altLang="ja-JP" sz="2000" dirty="0"/>
                  <a:t>5</a:t>
                </a:r>
                <a:endParaRPr kumimoji="1" lang="ja-JP" altLang="en-US" sz="2000" dirty="0"/>
              </a:p>
            </p:txBody>
          </p:sp>
          <p:sp>
            <p:nvSpPr>
              <p:cNvPr id="131" name="テキスト ボックス 130">
                <a:extLst>
                  <a:ext uri="{FF2B5EF4-FFF2-40B4-BE49-F238E27FC236}">
                    <a16:creationId xmlns:a16="http://schemas.microsoft.com/office/drawing/2014/main" id="{E63C8E03-4AB1-BF44-931A-6286BAA9DA70}"/>
                  </a:ext>
                </a:extLst>
              </p:cNvPr>
              <p:cNvSpPr txBox="1"/>
              <p:nvPr/>
            </p:nvSpPr>
            <p:spPr>
              <a:xfrm>
                <a:off x="4379381" y="2894707"/>
                <a:ext cx="507207" cy="400110"/>
              </a:xfrm>
              <a:prstGeom prst="rect">
                <a:avLst/>
              </a:prstGeom>
              <a:noFill/>
            </p:spPr>
            <p:txBody>
              <a:bodyPr wrap="square" rtlCol="0">
                <a:spAutoFit/>
              </a:bodyPr>
              <a:lstStyle/>
              <a:p>
                <a:pPr algn="ctr"/>
                <a:r>
                  <a:rPr kumimoji="1" lang="en-US" altLang="ja-JP" sz="2000" dirty="0"/>
                  <a:t>3</a:t>
                </a:r>
                <a:r>
                  <a:rPr lang="en-US" altLang="ja-JP" sz="2000" dirty="0"/>
                  <a:t>8</a:t>
                </a:r>
                <a:endParaRPr kumimoji="1" lang="ja-JP" altLang="en-US" sz="2000" dirty="0"/>
              </a:p>
            </p:txBody>
          </p:sp>
          <p:sp>
            <p:nvSpPr>
              <p:cNvPr id="132" name="テキスト ボックス 131">
                <a:extLst>
                  <a:ext uri="{FF2B5EF4-FFF2-40B4-BE49-F238E27FC236}">
                    <a16:creationId xmlns:a16="http://schemas.microsoft.com/office/drawing/2014/main" id="{788E25DB-44A4-29E8-FD21-C763618867D8}"/>
                  </a:ext>
                </a:extLst>
              </p:cNvPr>
              <p:cNvSpPr txBox="1"/>
              <p:nvPr/>
            </p:nvSpPr>
            <p:spPr>
              <a:xfrm>
                <a:off x="3531393" y="2894707"/>
                <a:ext cx="507207" cy="400110"/>
              </a:xfrm>
              <a:prstGeom prst="rect">
                <a:avLst/>
              </a:prstGeom>
              <a:noFill/>
            </p:spPr>
            <p:txBody>
              <a:bodyPr wrap="square" rtlCol="0">
                <a:spAutoFit/>
              </a:bodyPr>
              <a:lstStyle/>
              <a:p>
                <a:pPr algn="ctr"/>
                <a:r>
                  <a:rPr kumimoji="1" lang="en-US" altLang="ja-JP" sz="2000" dirty="0"/>
                  <a:t>4</a:t>
                </a:r>
                <a:r>
                  <a:rPr lang="en-US" altLang="ja-JP" sz="2000" dirty="0"/>
                  <a:t>4</a:t>
                </a:r>
                <a:endParaRPr kumimoji="1" lang="ja-JP" altLang="en-US" sz="2000" dirty="0"/>
              </a:p>
            </p:txBody>
          </p:sp>
          <p:sp>
            <p:nvSpPr>
              <p:cNvPr id="133" name="テキスト ボックス 132">
                <a:extLst>
                  <a:ext uri="{FF2B5EF4-FFF2-40B4-BE49-F238E27FC236}">
                    <a16:creationId xmlns:a16="http://schemas.microsoft.com/office/drawing/2014/main" id="{79C8EBEA-3884-69BD-765B-B59C609F2C98}"/>
                  </a:ext>
                </a:extLst>
              </p:cNvPr>
              <p:cNvSpPr txBox="1"/>
              <p:nvPr/>
            </p:nvSpPr>
            <p:spPr>
              <a:xfrm>
                <a:off x="2378279" y="2910065"/>
                <a:ext cx="507207" cy="400110"/>
              </a:xfrm>
              <a:prstGeom prst="rect">
                <a:avLst/>
              </a:prstGeom>
              <a:noFill/>
            </p:spPr>
            <p:txBody>
              <a:bodyPr wrap="square" rtlCol="0">
                <a:spAutoFit/>
              </a:bodyPr>
              <a:lstStyle/>
              <a:p>
                <a:pPr algn="ctr"/>
                <a:r>
                  <a:rPr lang="en-US" altLang="ja-JP" sz="2000" dirty="0"/>
                  <a:t>52</a:t>
                </a:r>
                <a:endParaRPr kumimoji="1" lang="ja-JP" altLang="en-US" sz="2000" dirty="0"/>
              </a:p>
            </p:txBody>
          </p:sp>
          <p:sp>
            <p:nvSpPr>
              <p:cNvPr id="134" name="テキスト ボックス 133">
                <a:extLst>
                  <a:ext uri="{FF2B5EF4-FFF2-40B4-BE49-F238E27FC236}">
                    <a16:creationId xmlns:a16="http://schemas.microsoft.com/office/drawing/2014/main" id="{F5A16A26-4F67-EC98-95DB-F12CC9038D0A}"/>
                  </a:ext>
                </a:extLst>
              </p:cNvPr>
              <p:cNvSpPr txBox="1"/>
              <p:nvPr/>
            </p:nvSpPr>
            <p:spPr>
              <a:xfrm>
                <a:off x="4795837" y="2894707"/>
                <a:ext cx="507207" cy="400110"/>
              </a:xfrm>
              <a:prstGeom prst="rect">
                <a:avLst/>
              </a:prstGeom>
              <a:noFill/>
            </p:spPr>
            <p:txBody>
              <a:bodyPr wrap="square" rtlCol="0">
                <a:spAutoFit/>
              </a:bodyPr>
              <a:lstStyle/>
              <a:p>
                <a:pPr algn="ctr"/>
                <a:r>
                  <a:rPr lang="en-US" altLang="ja-JP" sz="2000" dirty="0"/>
                  <a:t>37</a:t>
                </a:r>
                <a:endParaRPr kumimoji="1" lang="ja-JP" altLang="en-US" sz="2000" dirty="0"/>
              </a:p>
            </p:txBody>
          </p:sp>
        </p:grpSp>
        <p:sp>
          <p:nvSpPr>
            <p:cNvPr id="108" name="正方形/長方形 107">
              <a:extLst>
                <a:ext uri="{FF2B5EF4-FFF2-40B4-BE49-F238E27FC236}">
                  <a16:creationId xmlns:a16="http://schemas.microsoft.com/office/drawing/2014/main" id="{8477ACFB-2E94-4EF6-7DEC-94040F388DFC}"/>
                </a:ext>
              </a:extLst>
            </p:cNvPr>
            <p:cNvSpPr/>
            <p:nvPr/>
          </p:nvSpPr>
          <p:spPr>
            <a:xfrm>
              <a:off x="4764021" y="3862356"/>
              <a:ext cx="66349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LR2</a:t>
              </a:r>
              <a:endParaRPr kumimoji="1" lang="ja-JP" altLang="en-US" sz="2000" dirty="0">
                <a:solidFill>
                  <a:schemeClr val="tx1"/>
                </a:solidFill>
              </a:endParaRPr>
            </a:p>
          </p:txBody>
        </p:sp>
        <p:sp>
          <p:nvSpPr>
            <p:cNvPr id="109" name="正方形/長方形 108">
              <a:extLst>
                <a:ext uri="{FF2B5EF4-FFF2-40B4-BE49-F238E27FC236}">
                  <a16:creationId xmlns:a16="http://schemas.microsoft.com/office/drawing/2014/main" id="{0D0A8D24-852D-8676-D680-CE54F99EAD82}"/>
                </a:ext>
              </a:extLst>
            </p:cNvPr>
            <p:cNvSpPr/>
            <p:nvPr/>
          </p:nvSpPr>
          <p:spPr>
            <a:xfrm>
              <a:off x="5427519" y="3862356"/>
              <a:ext cx="66349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LR1</a:t>
              </a:r>
              <a:endParaRPr kumimoji="1" lang="ja-JP" altLang="en-US" sz="2000" dirty="0">
                <a:solidFill>
                  <a:schemeClr val="tx1"/>
                </a:solidFill>
              </a:endParaRPr>
            </a:p>
          </p:txBody>
        </p:sp>
        <p:sp>
          <p:nvSpPr>
            <p:cNvPr id="110" name="テキスト ボックス 109">
              <a:extLst>
                <a:ext uri="{FF2B5EF4-FFF2-40B4-BE49-F238E27FC236}">
                  <a16:creationId xmlns:a16="http://schemas.microsoft.com/office/drawing/2014/main" id="{51D1D0A3-8AA7-B39C-9004-311BD2CE76ED}"/>
                </a:ext>
              </a:extLst>
            </p:cNvPr>
            <p:cNvSpPr txBox="1"/>
            <p:nvPr/>
          </p:nvSpPr>
          <p:spPr>
            <a:xfrm>
              <a:off x="5505664" y="4268052"/>
              <a:ext cx="507207" cy="400110"/>
            </a:xfrm>
            <a:prstGeom prst="rect">
              <a:avLst/>
            </a:prstGeom>
            <a:noFill/>
          </p:spPr>
          <p:txBody>
            <a:bodyPr wrap="square" rtlCol="0">
              <a:spAutoFit/>
            </a:bodyPr>
            <a:lstStyle/>
            <a:p>
              <a:pPr algn="ctr"/>
              <a:r>
                <a:rPr kumimoji="1" lang="en-US" altLang="ja-JP" sz="2000" dirty="0"/>
                <a:t>3</a:t>
              </a:r>
              <a:r>
                <a:rPr lang="en-US" altLang="ja-JP" sz="2000" dirty="0"/>
                <a:t>6</a:t>
              </a:r>
              <a:endParaRPr kumimoji="1" lang="ja-JP" altLang="en-US" sz="2000" dirty="0"/>
            </a:p>
          </p:txBody>
        </p:sp>
        <p:sp>
          <p:nvSpPr>
            <p:cNvPr id="111" name="正方形/長方形 110">
              <a:extLst>
                <a:ext uri="{FF2B5EF4-FFF2-40B4-BE49-F238E27FC236}">
                  <a16:creationId xmlns:a16="http://schemas.microsoft.com/office/drawing/2014/main" id="{6C4F8DE8-01DB-0074-605B-1CAD4D6C706E}"/>
                </a:ext>
              </a:extLst>
            </p:cNvPr>
            <p:cNvSpPr/>
            <p:nvPr/>
          </p:nvSpPr>
          <p:spPr>
            <a:xfrm>
              <a:off x="6091017" y="3862356"/>
              <a:ext cx="71935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MF</a:t>
              </a:r>
              <a:endParaRPr kumimoji="1" lang="ja-JP" altLang="en-US" sz="2000" dirty="0">
                <a:solidFill>
                  <a:schemeClr val="tx1"/>
                </a:solidFill>
              </a:endParaRPr>
            </a:p>
          </p:txBody>
        </p:sp>
        <p:sp>
          <p:nvSpPr>
            <p:cNvPr id="112" name="正方形/長方形 111">
              <a:extLst>
                <a:ext uri="{FF2B5EF4-FFF2-40B4-BE49-F238E27FC236}">
                  <a16:creationId xmlns:a16="http://schemas.microsoft.com/office/drawing/2014/main" id="{59B14588-8766-7451-31F8-F8FA065377F0}"/>
                </a:ext>
              </a:extLst>
            </p:cNvPr>
            <p:cNvSpPr/>
            <p:nvPr/>
          </p:nvSpPr>
          <p:spPr>
            <a:xfrm>
              <a:off x="6810375" y="3862356"/>
              <a:ext cx="57128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C</a:t>
              </a:r>
              <a:r>
                <a:rPr lang="en-US" altLang="ja-JP" sz="2000" dirty="0">
                  <a:solidFill>
                    <a:schemeClr val="tx1"/>
                  </a:solidFill>
                </a:rPr>
                <a:t>2</a:t>
              </a:r>
              <a:endParaRPr kumimoji="1" lang="ja-JP" altLang="en-US" sz="2000" dirty="0">
                <a:solidFill>
                  <a:schemeClr val="tx1"/>
                </a:solidFill>
              </a:endParaRPr>
            </a:p>
          </p:txBody>
        </p:sp>
        <p:sp>
          <p:nvSpPr>
            <p:cNvPr id="113" name="正方形/長方形 112">
              <a:extLst>
                <a:ext uri="{FF2B5EF4-FFF2-40B4-BE49-F238E27FC236}">
                  <a16:creationId xmlns:a16="http://schemas.microsoft.com/office/drawing/2014/main" id="{A3ECC642-4D56-BFFF-C8E9-EA7BCAA1B659}"/>
                </a:ext>
              </a:extLst>
            </p:cNvPr>
            <p:cNvSpPr/>
            <p:nvPr/>
          </p:nvSpPr>
          <p:spPr>
            <a:xfrm>
              <a:off x="7381655" y="3862356"/>
              <a:ext cx="57128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C1</a:t>
              </a:r>
              <a:endParaRPr kumimoji="1" lang="ja-JP" altLang="en-US" sz="2000" dirty="0">
                <a:solidFill>
                  <a:schemeClr val="tx1"/>
                </a:solidFill>
              </a:endParaRPr>
            </a:p>
          </p:txBody>
        </p:sp>
        <p:sp>
          <p:nvSpPr>
            <p:cNvPr id="114" name="正方形/長方形 113">
              <a:extLst>
                <a:ext uri="{FF2B5EF4-FFF2-40B4-BE49-F238E27FC236}">
                  <a16:creationId xmlns:a16="http://schemas.microsoft.com/office/drawing/2014/main" id="{7C8D16FF-4042-6875-26A0-1911A5872D26}"/>
                </a:ext>
              </a:extLst>
            </p:cNvPr>
            <p:cNvSpPr/>
            <p:nvPr/>
          </p:nvSpPr>
          <p:spPr>
            <a:xfrm>
              <a:off x="7952935" y="3862356"/>
              <a:ext cx="57128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Z2</a:t>
              </a:r>
              <a:endParaRPr kumimoji="1" lang="ja-JP" altLang="en-US" sz="2000" dirty="0">
                <a:solidFill>
                  <a:schemeClr val="tx1"/>
                </a:solidFill>
              </a:endParaRPr>
            </a:p>
          </p:txBody>
        </p:sp>
        <p:sp>
          <p:nvSpPr>
            <p:cNvPr id="115" name="正方形/長方形 114">
              <a:extLst>
                <a:ext uri="{FF2B5EF4-FFF2-40B4-BE49-F238E27FC236}">
                  <a16:creationId xmlns:a16="http://schemas.microsoft.com/office/drawing/2014/main" id="{FA2446F8-2B63-7F5F-701B-CFE50EB3A8B1}"/>
                </a:ext>
              </a:extLst>
            </p:cNvPr>
            <p:cNvSpPr/>
            <p:nvPr/>
          </p:nvSpPr>
          <p:spPr>
            <a:xfrm>
              <a:off x="8524215" y="3860999"/>
              <a:ext cx="57128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a:t>
              </a:r>
              <a:r>
                <a:rPr kumimoji="1" lang="en-US" altLang="ja-JP" sz="2000" dirty="0">
                  <a:solidFill>
                    <a:schemeClr val="tx1"/>
                  </a:solidFill>
                </a:rPr>
                <a:t>1</a:t>
              </a:r>
              <a:endParaRPr kumimoji="1" lang="ja-JP" altLang="en-US" sz="2000" dirty="0">
                <a:solidFill>
                  <a:schemeClr val="tx1"/>
                </a:solidFill>
              </a:endParaRPr>
            </a:p>
          </p:txBody>
        </p:sp>
        <p:sp>
          <p:nvSpPr>
            <p:cNvPr id="116" name="正方形/長方形 115">
              <a:extLst>
                <a:ext uri="{FF2B5EF4-FFF2-40B4-BE49-F238E27FC236}">
                  <a16:creationId xmlns:a16="http://schemas.microsoft.com/office/drawing/2014/main" id="{8824D74A-E277-E97A-5145-43D218581311}"/>
                </a:ext>
              </a:extLst>
            </p:cNvPr>
            <p:cNvSpPr/>
            <p:nvPr/>
          </p:nvSpPr>
          <p:spPr>
            <a:xfrm>
              <a:off x="9099894" y="3859642"/>
              <a:ext cx="94990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Data2</a:t>
              </a:r>
              <a:endParaRPr kumimoji="1" lang="ja-JP" altLang="en-US" sz="2000" dirty="0">
                <a:solidFill>
                  <a:schemeClr val="tx1"/>
                </a:solidFill>
              </a:endParaRPr>
            </a:p>
          </p:txBody>
        </p:sp>
        <p:sp>
          <p:nvSpPr>
            <p:cNvPr id="117" name="正方形/長方形 116">
              <a:extLst>
                <a:ext uri="{FF2B5EF4-FFF2-40B4-BE49-F238E27FC236}">
                  <a16:creationId xmlns:a16="http://schemas.microsoft.com/office/drawing/2014/main" id="{1ECD5931-3315-005B-808D-DD798DA3B1CB}"/>
                </a:ext>
              </a:extLst>
            </p:cNvPr>
            <p:cNvSpPr/>
            <p:nvPr/>
          </p:nvSpPr>
          <p:spPr>
            <a:xfrm>
              <a:off x="10049798" y="3859642"/>
              <a:ext cx="94990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Data1</a:t>
              </a:r>
              <a:endParaRPr kumimoji="1" lang="ja-JP" altLang="en-US" sz="2000" dirty="0">
                <a:solidFill>
                  <a:schemeClr val="tx1"/>
                </a:solidFill>
              </a:endParaRPr>
            </a:p>
          </p:txBody>
        </p:sp>
        <p:sp>
          <p:nvSpPr>
            <p:cNvPr id="118" name="テキスト ボックス 117">
              <a:extLst>
                <a:ext uri="{FF2B5EF4-FFF2-40B4-BE49-F238E27FC236}">
                  <a16:creationId xmlns:a16="http://schemas.microsoft.com/office/drawing/2014/main" id="{777E3956-D223-4E23-6770-43C230898858}"/>
                </a:ext>
              </a:extLst>
            </p:cNvPr>
            <p:cNvSpPr txBox="1"/>
            <p:nvPr/>
          </p:nvSpPr>
          <p:spPr>
            <a:xfrm>
              <a:off x="9961271" y="4250273"/>
              <a:ext cx="507207" cy="400110"/>
            </a:xfrm>
            <a:prstGeom prst="rect">
              <a:avLst/>
            </a:prstGeom>
            <a:noFill/>
          </p:spPr>
          <p:txBody>
            <a:bodyPr wrap="square" rtlCol="0">
              <a:spAutoFit/>
            </a:bodyPr>
            <a:lstStyle/>
            <a:p>
              <a:pPr algn="ctr"/>
              <a:r>
                <a:rPr kumimoji="1" lang="en-US" altLang="ja-JP" sz="2000" dirty="0"/>
                <a:t>1</a:t>
              </a:r>
              <a:r>
                <a:rPr lang="en-US" altLang="ja-JP" sz="2000" dirty="0"/>
                <a:t>5</a:t>
              </a:r>
              <a:endParaRPr kumimoji="1" lang="ja-JP" altLang="en-US" sz="2000" dirty="0"/>
            </a:p>
          </p:txBody>
        </p:sp>
        <p:sp>
          <p:nvSpPr>
            <p:cNvPr id="119" name="テキスト ボックス 118">
              <a:extLst>
                <a:ext uri="{FF2B5EF4-FFF2-40B4-BE49-F238E27FC236}">
                  <a16:creationId xmlns:a16="http://schemas.microsoft.com/office/drawing/2014/main" id="{E1CC706A-4A6A-FD2A-FE2E-AB4C73A42F55}"/>
                </a:ext>
              </a:extLst>
            </p:cNvPr>
            <p:cNvSpPr txBox="1"/>
            <p:nvPr/>
          </p:nvSpPr>
          <p:spPr>
            <a:xfrm>
              <a:off x="10743255" y="4284806"/>
              <a:ext cx="507207" cy="400110"/>
            </a:xfrm>
            <a:prstGeom prst="rect">
              <a:avLst/>
            </a:prstGeom>
            <a:noFill/>
          </p:spPr>
          <p:txBody>
            <a:bodyPr wrap="square" rtlCol="0">
              <a:spAutoFit/>
            </a:bodyPr>
            <a:lstStyle/>
            <a:p>
              <a:pPr algn="ctr"/>
              <a:r>
                <a:rPr lang="en-US" altLang="ja-JP" sz="2000" dirty="0"/>
                <a:t>0</a:t>
              </a:r>
              <a:endParaRPr kumimoji="1" lang="ja-JP" altLang="en-US" sz="2000" dirty="0"/>
            </a:p>
          </p:txBody>
        </p:sp>
        <p:sp>
          <p:nvSpPr>
            <p:cNvPr id="120" name="テキスト ボックス 119">
              <a:extLst>
                <a:ext uri="{FF2B5EF4-FFF2-40B4-BE49-F238E27FC236}">
                  <a16:creationId xmlns:a16="http://schemas.microsoft.com/office/drawing/2014/main" id="{3AC860B5-76F5-A51E-722A-7E76D6E1B84C}"/>
                </a:ext>
              </a:extLst>
            </p:cNvPr>
            <p:cNvSpPr txBox="1"/>
            <p:nvPr/>
          </p:nvSpPr>
          <p:spPr>
            <a:xfrm>
              <a:off x="9641663" y="4261297"/>
              <a:ext cx="507207" cy="400110"/>
            </a:xfrm>
            <a:prstGeom prst="rect">
              <a:avLst/>
            </a:prstGeom>
            <a:noFill/>
          </p:spPr>
          <p:txBody>
            <a:bodyPr wrap="square" rtlCol="0">
              <a:spAutoFit/>
            </a:bodyPr>
            <a:lstStyle/>
            <a:p>
              <a:pPr algn="ctr"/>
              <a:r>
                <a:rPr kumimoji="1" lang="en-US" altLang="ja-JP" sz="2000" dirty="0"/>
                <a:t>16</a:t>
              </a:r>
              <a:endParaRPr kumimoji="1" lang="ja-JP" altLang="en-US" sz="2000" dirty="0"/>
            </a:p>
          </p:txBody>
        </p:sp>
        <p:sp>
          <p:nvSpPr>
            <p:cNvPr id="121" name="テキスト ボックス 120">
              <a:extLst>
                <a:ext uri="{FF2B5EF4-FFF2-40B4-BE49-F238E27FC236}">
                  <a16:creationId xmlns:a16="http://schemas.microsoft.com/office/drawing/2014/main" id="{E9650FD8-CDF1-85AC-A0F8-17943D22F650}"/>
                </a:ext>
              </a:extLst>
            </p:cNvPr>
            <p:cNvSpPr txBox="1"/>
            <p:nvPr/>
          </p:nvSpPr>
          <p:spPr>
            <a:xfrm>
              <a:off x="9052428" y="4284806"/>
              <a:ext cx="507207" cy="400110"/>
            </a:xfrm>
            <a:prstGeom prst="rect">
              <a:avLst/>
            </a:prstGeom>
            <a:noFill/>
          </p:spPr>
          <p:txBody>
            <a:bodyPr wrap="square" rtlCol="0">
              <a:spAutoFit/>
            </a:bodyPr>
            <a:lstStyle/>
            <a:p>
              <a:pPr algn="ctr"/>
              <a:r>
                <a:rPr lang="en-US" altLang="ja-JP" sz="2000" dirty="0"/>
                <a:t>30</a:t>
              </a:r>
              <a:endParaRPr kumimoji="1" lang="ja-JP" altLang="en-US" sz="2000" dirty="0"/>
            </a:p>
          </p:txBody>
        </p:sp>
        <p:sp>
          <p:nvSpPr>
            <p:cNvPr id="122" name="テキスト ボックス 121">
              <a:extLst>
                <a:ext uri="{FF2B5EF4-FFF2-40B4-BE49-F238E27FC236}">
                  <a16:creationId xmlns:a16="http://schemas.microsoft.com/office/drawing/2014/main" id="{EFDABB0D-AAB0-E5A0-2FFF-D03BB0142759}"/>
                </a:ext>
              </a:extLst>
            </p:cNvPr>
            <p:cNvSpPr txBox="1"/>
            <p:nvPr/>
          </p:nvSpPr>
          <p:spPr>
            <a:xfrm>
              <a:off x="8572352" y="4266734"/>
              <a:ext cx="507207" cy="400110"/>
            </a:xfrm>
            <a:prstGeom prst="rect">
              <a:avLst/>
            </a:prstGeom>
            <a:noFill/>
          </p:spPr>
          <p:txBody>
            <a:bodyPr wrap="square" rtlCol="0">
              <a:spAutoFit/>
            </a:bodyPr>
            <a:lstStyle/>
            <a:p>
              <a:pPr algn="ctr"/>
              <a:r>
                <a:rPr lang="en-US" altLang="ja-JP" sz="2000" dirty="0"/>
                <a:t>31</a:t>
              </a:r>
              <a:endParaRPr kumimoji="1" lang="ja-JP" altLang="en-US" sz="2000" dirty="0"/>
            </a:p>
          </p:txBody>
        </p:sp>
        <p:sp>
          <p:nvSpPr>
            <p:cNvPr id="123" name="テキスト ボックス 122">
              <a:extLst>
                <a:ext uri="{FF2B5EF4-FFF2-40B4-BE49-F238E27FC236}">
                  <a16:creationId xmlns:a16="http://schemas.microsoft.com/office/drawing/2014/main" id="{9242DE8C-0347-824D-062C-C82681F7B6CB}"/>
                </a:ext>
              </a:extLst>
            </p:cNvPr>
            <p:cNvSpPr txBox="1"/>
            <p:nvPr/>
          </p:nvSpPr>
          <p:spPr>
            <a:xfrm>
              <a:off x="7984971" y="4266734"/>
              <a:ext cx="507207" cy="400110"/>
            </a:xfrm>
            <a:prstGeom prst="rect">
              <a:avLst/>
            </a:prstGeom>
            <a:noFill/>
          </p:spPr>
          <p:txBody>
            <a:bodyPr wrap="square" rtlCol="0">
              <a:spAutoFit/>
            </a:bodyPr>
            <a:lstStyle/>
            <a:p>
              <a:pPr algn="ctr"/>
              <a:r>
                <a:rPr lang="en-US" altLang="ja-JP" sz="2000" dirty="0"/>
                <a:t>32</a:t>
              </a:r>
              <a:endParaRPr kumimoji="1" lang="ja-JP" altLang="en-US" sz="2000" dirty="0"/>
            </a:p>
          </p:txBody>
        </p:sp>
        <p:sp>
          <p:nvSpPr>
            <p:cNvPr id="124" name="テキスト ボックス 123">
              <a:extLst>
                <a:ext uri="{FF2B5EF4-FFF2-40B4-BE49-F238E27FC236}">
                  <a16:creationId xmlns:a16="http://schemas.microsoft.com/office/drawing/2014/main" id="{4CD2E68C-F8F7-73F4-176C-C8EFB1355016}"/>
                </a:ext>
              </a:extLst>
            </p:cNvPr>
            <p:cNvSpPr txBox="1"/>
            <p:nvPr/>
          </p:nvSpPr>
          <p:spPr>
            <a:xfrm>
              <a:off x="7430867" y="4250273"/>
              <a:ext cx="507207" cy="400110"/>
            </a:xfrm>
            <a:prstGeom prst="rect">
              <a:avLst/>
            </a:prstGeom>
            <a:noFill/>
          </p:spPr>
          <p:txBody>
            <a:bodyPr wrap="square" rtlCol="0">
              <a:spAutoFit/>
            </a:bodyPr>
            <a:lstStyle/>
            <a:p>
              <a:pPr algn="ctr"/>
              <a:r>
                <a:rPr lang="en-US" altLang="ja-JP" sz="2000" dirty="0"/>
                <a:t>33</a:t>
              </a:r>
              <a:endParaRPr kumimoji="1" lang="ja-JP" altLang="en-US" sz="2000" dirty="0"/>
            </a:p>
          </p:txBody>
        </p:sp>
        <p:sp>
          <p:nvSpPr>
            <p:cNvPr id="125" name="テキスト ボックス 124">
              <a:extLst>
                <a:ext uri="{FF2B5EF4-FFF2-40B4-BE49-F238E27FC236}">
                  <a16:creationId xmlns:a16="http://schemas.microsoft.com/office/drawing/2014/main" id="{AC9017CF-6BEE-06C4-FCF2-7773FF0B6FC0}"/>
                </a:ext>
              </a:extLst>
            </p:cNvPr>
            <p:cNvSpPr txBox="1"/>
            <p:nvPr/>
          </p:nvSpPr>
          <p:spPr>
            <a:xfrm>
              <a:off x="6836482" y="4275628"/>
              <a:ext cx="507207" cy="400110"/>
            </a:xfrm>
            <a:prstGeom prst="rect">
              <a:avLst/>
            </a:prstGeom>
            <a:noFill/>
          </p:spPr>
          <p:txBody>
            <a:bodyPr wrap="square" rtlCol="0">
              <a:spAutoFit/>
            </a:bodyPr>
            <a:lstStyle/>
            <a:p>
              <a:pPr algn="ctr"/>
              <a:r>
                <a:rPr lang="en-US" altLang="ja-JP" sz="2000" dirty="0"/>
                <a:t>34</a:t>
              </a:r>
              <a:endParaRPr kumimoji="1" lang="ja-JP" altLang="en-US" sz="2000" dirty="0"/>
            </a:p>
          </p:txBody>
        </p:sp>
        <p:sp>
          <p:nvSpPr>
            <p:cNvPr id="126" name="テキスト ボックス 125">
              <a:extLst>
                <a:ext uri="{FF2B5EF4-FFF2-40B4-BE49-F238E27FC236}">
                  <a16:creationId xmlns:a16="http://schemas.microsoft.com/office/drawing/2014/main" id="{11D3144D-377E-8218-4BDD-C0A185F5210C}"/>
                </a:ext>
              </a:extLst>
            </p:cNvPr>
            <p:cNvSpPr txBox="1"/>
            <p:nvPr/>
          </p:nvSpPr>
          <p:spPr>
            <a:xfrm>
              <a:off x="6196762" y="4281951"/>
              <a:ext cx="507207" cy="400110"/>
            </a:xfrm>
            <a:prstGeom prst="rect">
              <a:avLst/>
            </a:prstGeom>
            <a:noFill/>
          </p:spPr>
          <p:txBody>
            <a:bodyPr wrap="square" rtlCol="0">
              <a:spAutoFit/>
            </a:bodyPr>
            <a:lstStyle/>
            <a:p>
              <a:pPr algn="ctr"/>
              <a:r>
                <a:rPr lang="en-US" altLang="ja-JP" sz="2000" dirty="0"/>
                <a:t>35</a:t>
              </a:r>
              <a:endParaRPr kumimoji="1" lang="ja-JP" altLang="en-US" sz="2000" dirty="0"/>
            </a:p>
          </p:txBody>
        </p:sp>
      </p:grpSp>
      <p:sp>
        <p:nvSpPr>
          <p:cNvPr id="138" name="正方形/長方形 137">
            <a:extLst>
              <a:ext uri="{FF2B5EF4-FFF2-40B4-BE49-F238E27FC236}">
                <a16:creationId xmlns:a16="http://schemas.microsoft.com/office/drawing/2014/main" id="{25A20EE8-88DA-F62E-8CCD-161707CE0138}"/>
              </a:ext>
            </a:extLst>
          </p:cNvPr>
          <p:cNvSpPr/>
          <p:nvPr/>
        </p:nvSpPr>
        <p:spPr>
          <a:xfrm>
            <a:off x="1091801" y="5294462"/>
            <a:ext cx="71935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MF</a:t>
            </a:r>
            <a:endParaRPr kumimoji="1" lang="ja-JP" altLang="en-US" sz="2000" dirty="0">
              <a:solidFill>
                <a:schemeClr val="tx1"/>
              </a:solidFill>
            </a:endParaRPr>
          </a:p>
        </p:txBody>
      </p:sp>
      <p:sp>
        <p:nvSpPr>
          <p:cNvPr id="139" name="テキスト ボックス 138">
            <a:extLst>
              <a:ext uri="{FF2B5EF4-FFF2-40B4-BE49-F238E27FC236}">
                <a16:creationId xmlns:a16="http://schemas.microsoft.com/office/drawing/2014/main" id="{4EB46A2F-CB17-5A65-C867-A9D395AB2EA2}"/>
              </a:ext>
            </a:extLst>
          </p:cNvPr>
          <p:cNvSpPr txBox="1"/>
          <p:nvPr/>
        </p:nvSpPr>
        <p:spPr>
          <a:xfrm>
            <a:off x="1197546" y="5714057"/>
            <a:ext cx="507207" cy="400110"/>
          </a:xfrm>
          <a:prstGeom prst="rect">
            <a:avLst/>
          </a:prstGeom>
          <a:noFill/>
        </p:spPr>
        <p:txBody>
          <a:bodyPr wrap="square" rtlCol="0">
            <a:spAutoFit/>
          </a:bodyPr>
          <a:lstStyle/>
          <a:p>
            <a:pPr algn="ctr"/>
            <a:r>
              <a:rPr kumimoji="1" lang="en-US" altLang="ja-JP" sz="2000" dirty="0"/>
              <a:t>0</a:t>
            </a:r>
            <a:endParaRPr kumimoji="1" lang="ja-JP" altLang="en-US" sz="2000" dirty="0"/>
          </a:p>
        </p:txBody>
      </p:sp>
    </p:spTree>
    <p:extLst>
      <p:ext uri="{BB962C8B-B14F-4D97-AF65-F5344CB8AC3E}">
        <p14:creationId xmlns:p14="http://schemas.microsoft.com/office/powerpoint/2010/main" val="7617022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99B643-64A8-E154-F213-395D819E687F}"/>
              </a:ext>
            </a:extLst>
          </p:cNvPr>
          <p:cNvSpPr>
            <a:spLocks noGrp="1"/>
          </p:cNvSpPr>
          <p:nvPr>
            <p:ph type="title"/>
          </p:nvPr>
        </p:nvSpPr>
        <p:spPr>
          <a:xfrm>
            <a:off x="838200" y="365125"/>
            <a:ext cx="10515600" cy="1325563"/>
          </a:xfrm>
          <a:prstGeom prst="rect">
            <a:avLst/>
          </a:prstGeom>
        </p:spPr>
        <p:txBody>
          <a:bodyPr/>
          <a:lstStyle/>
          <a:p>
            <a:r>
              <a:rPr lang="ja-JP" altLang="en-US" dirty="0"/>
              <a:t>パケットフォーマット</a:t>
            </a:r>
            <a:r>
              <a:rPr lang="en-US" altLang="ja-JP" dirty="0"/>
              <a:t>(3/)</a:t>
            </a:r>
            <a:endParaRPr kumimoji="1" lang="ja-JP" altLang="en-US" dirty="0"/>
          </a:p>
        </p:txBody>
      </p:sp>
      <p:sp>
        <p:nvSpPr>
          <p:cNvPr id="4" name="日付プレースホルダー 3">
            <a:extLst>
              <a:ext uri="{FF2B5EF4-FFF2-40B4-BE49-F238E27FC236}">
                <a16:creationId xmlns:a16="http://schemas.microsoft.com/office/drawing/2014/main" id="{F123E66C-4B41-D840-B741-AE131E00FE5F}"/>
              </a:ext>
            </a:extLst>
          </p:cNvPr>
          <p:cNvSpPr>
            <a:spLocks noGrp="1"/>
          </p:cNvSpPr>
          <p:nvPr>
            <p:ph type="dt" sz="half" idx="10"/>
          </p:nvPr>
        </p:nvSpPr>
        <p:spPr>
          <a:xfrm>
            <a:off x="838200" y="6356350"/>
            <a:ext cx="2743200" cy="365125"/>
          </a:xfrm>
        </p:spPr>
        <p:txBody>
          <a:bodyPr/>
          <a:lstStyle/>
          <a:p>
            <a:fld id="{B3CA51D5-B3F6-4047-8E8D-C456A3DDE55E}" type="datetime1">
              <a:rPr kumimoji="1" lang="ja-JP" altLang="en-US" smtClean="0"/>
              <a:t>2026/9/15</a:t>
            </a:fld>
            <a:endParaRPr kumimoji="1" lang="ja-JP" altLang="en-US" dirty="0"/>
          </a:p>
        </p:txBody>
      </p:sp>
      <p:sp>
        <p:nvSpPr>
          <p:cNvPr id="5" name="フッター プレースホルダー 4">
            <a:extLst>
              <a:ext uri="{FF2B5EF4-FFF2-40B4-BE49-F238E27FC236}">
                <a16:creationId xmlns:a16="http://schemas.microsoft.com/office/drawing/2014/main" id="{EACCB051-AAA3-9C5F-27A7-8DCA13EAF9D5}"/>
              </a:ext>
            </a:extLst>
          </p:cNvPr>
          <p:cNvSpPr>
            <a:spLocks noGrp="1"/>
          </p:cNvSpPr>
          <p:nvPr>
            <p:ph type="ftr" sz="quarter" idx="11"/>
          </p:nvPr>
        </p:nvSpPr>
        <p:spPr>
          <a:xfrm>
            <a:off x="4038600" y="6356350"/>
            <a:ext cx="4114800" cy="365125"/>
          </a:xfrm>
        </p:spPr>
        <p:txBody>
          <a:bodyPr/>
          <a:lstStyle/>
          <a:p>
            <a:r>
              <a:rPr kumimoji="1" lang="en-US" altLang="ja-JP" dirty="0"/>
              <a:t>B4_Research</a:t>
            </a:r>
            <a:endParaRPr kumimoji="1" lang="ja-JP" altLang="en-US" dirty="0"/>
          </a:p>
        </p:txBody>
      </p:sp>
      <p:sp>
        <p:nvSpPr>
          <p:cNvPr id="6" name="スライド番号プレースホルダー 5">
            <a:extLst>
              <a:ext uri="{FF2B5EF4-FFF2-40B4-BE49-F238E27FC236}">
                <a16:creationId xmlns:a16="http://schemas.microsoft.com/office/drawing/2014/main" id="{7F8AEA4C-61A8-6123-0037-4DB52260213A}"/>
              </a:ext>
            </a:extLst>
          </p:cNvPr>
          <p:cNvSpPr>
            <a:spLocks noGrp="1"/>
          </p:cNvSpPr>
          <p:nvPr>
            <p:ph type="sldNum" sz="quarter" idx="12"/>
          </p:nvPr>
        </p:nvSpPr>
        <p:spPr>
          <a:xfrm>
            <a:off x="8610600" y="6356350"/>
            <a:ext cx="2743200" cy="365125"/>
          </a:xfrm>
        </p:spPr>
        <p:txBody>
          <a:bodyPr/>
          <a:lstStyle/>
          <a:p>
            <a:fld id="{273F27D2-06B6-4999-B31F-B875E94682A2}" type="slidenum">
              <a:rPr kumimoji="1" lang="ja-JP" altLang="en-US" smtClean="0"/>
              <a:t>24</a:t>
            </a:fld>
            <a:endParaRPr kumimoji="1" lang="ja-JP" altLang="en-US"/>
          </a:p>
        </p:txBody>
      </p:sp>
      <p:sp>
        <p:nvSpPr>
          <p:cNvPr id="7" name="コンテンツ プレースホルダー 2">
            <a:extLst>
              <a:ext uri="{FF2B5EF4-FFF2-40B4-BE49-F238E27FC236}">
                <a16:creationId xmlns:a16="http://schemas.microsoft.com/office/drawing/2014/main" id="{8728C561-86EF-7F7C-CBAE-359907BED894}"/>
              </a:ext>
            </a:extLst>
          </p:cNvPr>
          <p:cNvSpPr>
            <a:spLocks noGrp="1"/>
          </p:cNvSpPr>
          <p:nvPr>
            <p:ph idx="4294967295"/>
          </p:nvPr>
        </p:nvSpPr>
        <p:spPr>
          <a:xfrm>
            <a:off x="838200" y="1825625"/>
            <a:ext cx="10515600" cy="527050"/>
          </a:xfrm>
          <a:prstGeom prst="rect">
            <a:avLst/>
          </a:prstGeom>
        </p:spPr>
        <p:txBody>
          <a:bodyPr/>
          <a:lstStyle/>
          <a:p>
            <a:r>
              <a:rPr kumimoji="1" lang="en-US" altLang="ja-JP" dirty="0"/>
              <a:t>MMRAM</a:t>
            </a:r>
            <a:r>
              <a:rPr kumimoji="1" lang="ja-JP" altLang="en-US" dirty="0"/>
              <a:t>パケットフォーマット</a:t>
            </a:r>
          </a:p>
        </p:txBody>
      </p:sp>
      <p:sp>
        <p:nvSpPr>
          <p:cNvPr id="8" name="テキスト ボックス 7">
            <a:extLst>
              <a:ext uri="{FF2B5EF4-FFF2-40B4-BE49-F238E27FC236}">
                <a16:creationId xmlns:a16="http://schemas.microsoft.com/office/drawing/2014/main" id="{BD037C59-E88F-382E-0FE8-87C17C53D77B}"/>
              </a:ext>
            </a:extLst>
          </p:cNvPr>
          <p:cNvSpPr txBox="1"/>
          <p:nvPr/>
        </p:nvSpPr>
        <p:spPr>
          <a:xfrm>
            <a:off x="838199" y="2225040"/>
            <a:ext cx="3597929" cy="400110"/>
          </a:xfrm>
          <a:prstGeom prst="rect">
            <a:avLst/>
          </a:prstGeom>
          <a:noFill/>
        </p:spPr>
        <p:txBody>
          <a:bodyPr wrap="square" rtlCol="0">
            <a:spAutoFit/>
          </a:bodyPr>
          <a:lstStyle/>
          <a:p>
            <a:r>
              <a:rPr kumimoji="1" lang="en-US" altLang="ja-JP" sz="2000" dirty="0"/>
              <a:t>PACKET_IN, PACKET_OUT</a:t>
            </a:r>
            <a:endParaRPr kumimoji="1" lang="ja-JP" altLang="en-US" sz="2000" dirty="0"/>
          </a:p>
        </p:txBody>
      </p:sp>
      <p:sp>
        <p:nvSpPr>
          <p:cNvPr id="9" name="テキスト ボックス 8">
            <a:extLst>
              <a:ext uri="{FF2B5EF4-FFF2-40B4-BE49-F238E27FC236}">
                <a16:creationId xmlns:a16="http://schemas.microsoft.com/office/drawing/2014/main" id="{9F966895-7A89-A1F4-4DB8-EEC5B7C51D88}"/>
              </a:ext>
            </a:extLst>
          </p:cNvPr>
          <p:cNvSpPr txBox="1"/>
          <p:nvPr/>
        </p:nvSpPr>
        <p:spPr>
          <a:xfrm>
            <a:off x="856809" y="3263467"/>
            <a:ext cx="3597929" cy="400110"/>
          </a:xfrm>
          <a:prstGeom prst="rect">
            <a:avLst/>
          </a:prstGeom>
          <a:noFill/>
        </p:spPr>
        <p:txBody>
          <a:bodyPr wrap="square" rtlCol="0">
            <a:spAutoFit/>
          </a:bodyPr>
          <a:lstStyle/>
          <a:p>
            <a:r>
              <a:rPr lang="en-US" altLang="ja-JP" sz="2000" dirty="0" err="1"/>
              <a:t>Data_IN,Data_out</a:t>
            </a:r>
            <a:endParaRPr kumimoji="1" lang="ja-JP" altLang="en-US" sz="2000" dirty="0"/>
          </a:p>
        </p:txBody>
      </p:sp>
      <p:sp>
        <p:nvSpPr>
          <p:cNvPr id="26" name="テキスト ボックス 25">
            <a:extLst>
              <a:ext uri="{FF2B5EF4-FFF2-40B4-BE49-F238E27FC236}">
                <a16:creationId xmlns:a16="http://schemas.microsoft.com/office/drawing/2014/main" id="{37D87F86-2898-D253-CC7A-DF577AF1F9F7}"/>
              </a:ext>
            </a:extLst>
          </p:cNvPr>
          <p:cNvSpPr txBox="1"/>
          <p:nvPr/>
        </p:nvSpPr>
        <p:spPr>
          <a:xfrm>
            <a:off x="856808" y="4373578"/>
            <a:ext cx="3597929" cy="400110"/>
          </a:xfrm>
          <a:prstGeom prst="rect">
            <a:avLst/>
          </a:prstGeom>
          <a:noFill/>
        </p:spPr>
        <p:txBody>
          <a:bodyPr wrap="square" rtlCol="0">
            <a:spAutoFit/>
          </a:bodyPr>
          <a:lstStyle/>
          <a:p>
            <a:r>
              <a:rPr kumimoji="1" lang="en-US" altLang="ja-JP" sz="2000" dirty="0"/>
              <a:t>MERGE_OUT1, 2</a:t>
            </a:r>
            <a:endParaRPr kumimoji="1" lang="ja-JP" altLang="en-US" sz="2000" dirty="0"/>
          </a:p>
        </p:txBody>
      </p:sp>
      <p:grpSp>
        <p:nvGrpSpPr>
          <p:cNvPr id="27" name="グループ化 26">
            <a:extLst>
              <a:ext uri="{FF2B5EF4-FFF2-40B4-BE49-F238E27FC236}">
                <a16:creationId xmlns:a16="http://schemas.microsoft.com/office/drawing/2014/main" id="{17D7EE2A-2252-F148-C0CB-617FEF1A525B}"/>
              </a:ext>
            </a:extLst>
          </p:cNvPr>
          <p:cNvGrpSpPr/>
          <p:nvPr/>
        </p:nvGrpSpPr>
        <p:grpSpPr>
          <a:xfrm>
            <a:off x="838197" y="2602298"/>
            <a:ext cx="10194430" cy="825275"/>
            <a:chOff x="1056032" y="3859642"/>
            <a:chExt cx="10194430" cy="825275"/>
          </a:xfrm>
        </p:grpSpPr>
        <p:grpSp>
          <p:nvGrpSpPr>
            <p:cNvPr id="28" name="グループ化 27">
              <a:extLst>
                <a:ext uri="{FF2B5EF4-FFF2-40B4-BE49-F238E27FC236}">
                  <a16:creationId xmlns:a16="http://schemas.microsoft.com/office/drawing/2014/main" id="{8CE3959F-2B55-924B-D713-4D6F036EA071}"/>
                </a:ext>
              </a:extLst>
            </p:cNvPr>
            <p:cNvGrpSpPr/>
            <p:nvPr/>
          </p:nvGrpSpPr>
          <p:grpSpPr>
            <a:xfrm>
              <a:off x="1056032" y="3862356"/>
              <a:ext cx="4247012" cy="822561"/>
              <a:chOff x="1056032" y="2487615"/>
              <a:chExt cx="4247012" cy="822561"/>
            </a:xfrm>
          </p:grpSpPr>
          <p:grpSp>
            <p:nvGrpSpPr>
              <p:cNvPr id="48" name="グループ化 47">
                <a:extLst>
                  <a:ext uri="{FF2B5EF4-FFF2-40B4-BE49-F238E27FC236}">
                    <a16:creationId xmlns:a16="http://schemas.microsoft.com/office/drawing/2014/main" id="{EAFBF601-6EB1-5974-C523-05DEBBF1D75A}"/>
                  </a:ext>
                </a:extLst>
              </p:cNvPr>
              <p:cNvGrpSpPr/>
              <p:nvPr/>
            </p:nvGrpSpPr>
            <p:grpSpPr>
              <a:xfrm>
                <a:off x="1309636" y="2487615"/>
                <a:ext cx="3454122" cy="390632"/>
                <a:chOff x="928636" y="2807256"/>
                <a:chExt cx="3454122" cy="390632"/>
              </a:xfrm>
            </p:grpSpPr>
            <p:sp>
              <p:nvSpPr>
                <p:cNvPr id="56" name="正方形/長方形 55">
                  <a:extLst>
                    <a:ext uri="{FF2B5EF4-FFF2-40B4-BE49-F238E27FC236}">
                      <a16:creationId xmlns:a16="http://schemas.microsoft.com/office/drawing/2014/main" id="{A078546E-E3DE-8132-E9C4-9DE9B0A5CD71}"/>
                    </a:ext>
                  </a:extLst>
                </p:cNvPr>
                <p:cNvSpPr/>
                <p:nvPr/>
              </p:nvSpPr>
              <p:spPr>
                <a:xfrm>
                  <a:off x="928636" y="2807257"/>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color</a:t>
                  </a:r>
                  <a:endParaRPr kumimoji="1" lang="ja-JP" altLang="en-US" sz="2000" dirty="0">
                    <a:solidFill>
                      <a:schemeClr val="tx1"/>
                    </a:solidFill>
                  </a:endParaRPr>
                </a:p>
              </p:txBody>
            </p:sp>
            <p:sp>
              <p:nvSpPr>
                <p:cNvPr id="57" name="正方形/長方形 56">
                  <a:extLst>
                    <a:ext uri="{FF2B5EF4-FFF2-40B4-BE49-F238E27FC236}">
                      <a16:creationId xmlns:a16="http://schemas.microsoft.com/office/drawing/2014/main" id="{8C076EDB-CC95-4824-D3CA-2370B475B6E9}"/>
                    </a:ext>
                  </a:extLst>
                </p:cNvPr>
                <p:cNvSpPr/>
                <p:nvPr/>
              </p:nvSpPr>
              <p:spPr>
                <a:xfrm>
                  <a:off x="2080010"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gen</a:t>
                  </a:r>
                  <a:endParaRPr kumimoji="1" lang="ja-JP" altLang="en-US" sz="2000" dirty="0">
                    <a:solidFill>
                      <a:schemeClr val="tx1"/>
                    </a:solidFill>
                  </a:endParaRPr>
                </a:p>
              </p:txBody>
            </p:sp>
            <p:sp>
              <p:nvSpPr>
                <p:cNvPr id="58" name="正方形/長方形 57">
                  <a:extLst>
                    <a:ext uri="{FF2B5EF4-FFF2-40B4-BE49-F238E27FC236}">
                      <a16:creationId xmlns:a16="http://schemas.microsoft.com/office/drawing/2014/main" id="{90592B51-80F7-D98D-3218-822C2E395A73}"/>
                    </a:ext>
                  </a:extLst>
                </p:cNvPr>
                <p:cNvSpPr/>
                <p:nvPr/>
              </p:nvSpPr>
              <p:spPr>
                <a:xfrm>
                  <a:off x="3231384"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DAST</a:t>
                  </a:r>
                  <a:endParaRPr kumimoji="1" lang="ja-JP" altLang="en-US" sz="2000" dirty="0">
                    <a:solidFill>
                      <a:schemeClr val="tx1"/>
                    </a:solidFill>
                  </a:endParaRPr>
                </a:p>
              </p:txBody>
            </p:sp>
          </p:grpSp>
          <p:sp>
            <p:nvSpPr>
              <p:cNvPr id="49" name="テキスト ボックス 48">
                <a:extLst>
                  <a:ext uri="{FF2B5EF4-FFF2-40B4-BE49-F238E27FC236}">
                    <a16:creationId xmlns:a16="http://schemas.microsoft.com/office/drawing/2014/main" id="{B1DA96C5-D002-8977-8796-761776C78E2B}"/>
                  </a:ext>
                </a:extLst>
              </p:cNvPr>
              <p:cNvSpPr txBox="1"/>
              <p:nvPr/>
            </p:nvSpPr>
            <p:spPr>
              <a:xfrm>
                <a:off x="1056032" y="2910066"/>
                <a:ext cx="507207" cy="400110"/>
              </a:xfrm>
              <a:prstGeom prst="rect">
                <a:avLst/>
              </a:prstGeom>
              <a:noFill/>
            </p:spPr>
            <p:txBody>
              <a:bodyPr wrap="square" rtlCol="0">
                <a:spAutoFit/>
              </a:bodyPr>
              <a:lstStyle/>
              <a:p>
                <a:pPr algn="ctr"/>
                <a:r>
                  <a:rPr lang="en-US" altLang="ja-JP" sz="2000" dirty="0"/>
                  <a:t>55</a:t>
                </a:r>
                <a:endParaRPr kumimoji="1" lang="ja-JP" altLang="en-US" sz="2000" dirty="0"/>
              </a:p>
            </p:txBody>
          </p:sp>
          <p:sp>
            <p:nvSpPr>
              <p:cNvPr id="50" name="テキスト ボックス 49">
                <a:extLst>
                  <a:ext uri="{FF2B5EF4-FFF2-40B4-BE49-F238E27FC236}">
                    <a16:creationId xmlns:a16="http://schemas.microsoft.com/office/drawing/2014/main" id="{FF1A010D-9011-A056-F708-2644BB895BA1}"/>
                  </a:ext>
                </a:extLst>
              </p:cNvPr>
              <p:cNvSpPr txBox="1"/>
              <p:nvPr/>
            </p:nvSpPr>
            <p:spPr>
              <a:xfrm>
                <a:off x="2049618" y="2910065"/>
                <a:ext cx="507207" cy="400110"/>
              </a:xfrm>
              <a:prstGeom prst="rect">
                <a:avLst/>
              </a:prstGeom>
              <a:noFill/>
            </p:spPr>
            <p:txBody>
              <a:bodyPr wrap="square" rtlCol="0">
                <a:spAutoFit/>
              </a:bodyPr>
              <a:lstStyle/>
              <a:p>
                <a:pPr algn="ctr"/>
                <a:r>
                  <a:rPr kumimoji="1" lang="en-US" altLang="ja-JP" sz="2000" dirty="0"/>
                  <a:t>53</a:t>
                </a:r>
                <a:endParaRPr kumimoji="1" lang="ja-JP" altLang="en-US" sz="2000" dirty="0"/>
              </a:p>
            </p:txBody>
          </p:sp>
          <p:sp>
            <p:nvSpPr>
              <p:cNvPr id="51" name="テキスト ボックス 50">
                <a:extLst>
                  <a:ext uri="{FF2B5EF4-FFF2-40B4-BE49-F238E27FC236}">
                    <a16:creationId xmlns:a16="http://schemas.microsoft.com/office/drawing/2014/main" id="{BC92F8A9-097F-C715-A030-22F05DCFB313}"/>
                  </a:ext>
                </a:extLst>
              </p:cNvPr>
              <p:cNvSpPr txBox="1"/>
              <p:nvPr/>
            </p:nvSpPr>
            <p:spPr>
              <a:xfrm>
                <a:off x="3190612" y="2896255"/>
                <a:ext cx="507207" cy="400110"/>
              </a:xfrm>
              <a:prstGeom prst="rect">
                <a:avLst/>
              </a:prstGeom>
              <a:noFill/>
            </p:spPr>
            <p:txBody>
              <a:bodyPr wrap="square" rtlCol="0">
                <a:spAutoFit/>
              </a:bodyPr>
              <a:lstStyle/>
              <a:p>
                <a:pPr algn="ctr"/>
                <a:r>
                  <a:rPr kumimoji="1" lang="en-US" altLang="ja-JP" sz="2000" dirty="0"/>
                  <a:t>4</a:t>
                </a:r>
                <a:r>
                  <a:rPr lang="en-US" altLang="ja-JP" sz="2000" dirty="0"/>
                  <a:t>5</a:t>
                </a:r>
                <a:endParaRPr kumimoji="1" lang="ja-JP" altLang="en-US" sz="2000" dirty="0"/>
              </a:p>
            </p:txBody>
          </p:sp>
          <p:sp>
            <p:nvSpPr>
              <p:cNvPr id="52" name="テキスト ボックス 51">
                <a:extLst>
                  <a:ext uri="{FF2B5EF4-FFF2-40B4-BE49-F238E27FC236}">
                    <a16:creationId xmlns:a16="http://schemas.microsoft.com/office/drawing/2014/main" id="{2D9A4368-708C-4C0B-3E43-A9CBD9607CC1}"/>
                  </a:ext>
                </a:extLst>
              </p:cNvPr>
              <p:cNvSpPr txBox="1"/>
              <p:nvPr/>
            </p:nvSpPr>
            <p:spPr>
              <a:xfrm>
                <a:off x="4379381" y="2894707"/>
                <a:ext cx="507207" cy="400110"/>
              </a:xfrm>
              <a:prstGeom prst="rect">
                <a:avLst/>
              </a:prstGeom>
              <a:noFill/>
            </p:spPr>
            <p:txBody>
              <a:bodyPr wrap="square" rtlCol="0">
                <a:spAutoFit/>
              </a:bodyPr>
              <a:lstStyle/>
              <a:p>
                <a:pPr algn="ctr"/>
                <a:r>
                  <a:rPr kumimoji="1" lang="en-US" altLang="ja-JP" sz="2000" dirty="0"/>
                  <a:t>3</a:t>
                </a:r>
                <a:r>
                  <a:rPr lang="en-US" altLang="ja-JP" sz="2000" dirty="0"/>
                  <a:t>8</a:t>
                </a:r>
                <a:endParaRPr kumimoji="1" lang="ja-JP" altLang="en-US" sz="2000" dirty="0"/>
              </a:p>
            </p:txBody>
          </p:sp>
          <p:sp>
            <p:nvSpPr>
              <p:cNvPr id="53" name="テキスト ボックス 52">
                <a:extLst>
                  <a:ext uri="{FF2B5EF4-FFF2-40B4-BE49-F238E27FC236}">
                    <a16:creationId xmlns:a16="http://schemas.microsoft.com/office/drawing/2014/main" id="{0D29E698-9575-3539-8BF9-2D37312FA65C}"/>
                  </a:ext>
                </a:extLst>
              </p:cNvPr>
              <p:cNvSpPr txBox="1"/>
              <p:nvPr/>
            </p:nvSpPr>
            <p:spPr>
              <a:xfrm>
                <a:off x="3531393" y="2894707"/>
                <a:ext cx="507207" cy="400110"/>
              </a:xfrm>
              <a:prstGeom prst="rect">
                <a:avLst/>
              </a:prstGeom>
              <a:noFill/>
            </p:spPr>
            <p:txBody>
              <a:bodyPr wrap="square" rtlCol="0">
                <a:spAutoFit/>
              </a:bodyPr>
              <a:lstStyle/>
              <a:p>
                <a:pPr algn="ctr"/>
                <a:r>
                  <a:rPr kumimoji="1" lang="en-US" altLang="ja-JP" sz="2000" dirty="0"/>
                  <a:t>4</a:t>
                </a:r>
                <a:r>
                  <a:rPr lang="en-US" altLang="ja-JP" sz="2000" dirty="0"/>
                  <a:t>4</a:t>
                </a:r>
                <a:endParaRPr kumimoji="1" lang="ja-JP" altLang="en-US" sz="2000" dirty="0"/>
              </a:p>
            </p:txBody>
          </p:sp>
          <p:sp>
            <p:nvSpPr>
              <p:cNvPr id="54" name="テキスト ボックス 53">
                <a:extLst>
                  <a:ext uri="{FF2B5EF4-FFF2-40B4-BE49-F238E27FC236}">
                    <a16:creationId xmlns:a16="http://schemas.microsoft.com/office/drawing/2014/main" id="{BC6CC67C-D1B9-4E9C-4CB5-FBAAB09C7D7F}"/>
                  </a:ext>
                </a:extLst>
              </p:cNvPr>
              <p:cNvSpPr txBox="1"/>
              <p:nvPr/>
            </p:nvSpPr>
            <p:spPr>
              <a:xfrm>
                <a:off x="2378279" y="2910065"/>
                <a:ext cx="507207" cy="400110"/>
              </a:xfrm>
              <a:prstGeom prst="rect">
                <a:avLst/>
              </a:prstGeom>
              <a:noFill/>
            </p:spPr>
            <p:txBody>
              <a:bodyPr wrap="square" rtlCol="0">
                <a:spAutoFit/>
              </a:bodyPr>
              <a:lstStyle/>
              <a:p>
                <a:pPr algn="ctr"/>
                <a:r>
                  <a:rPr lang="en-US" altLang="ja-JP" sz="2000" dirty="0"/>
                  <a:t>52</a:t>
                </a:r>
                <a:endParaRPr kumimoji="1" lang="ja-JP" altLang="en-US" sz="2000" dirty="0"/>
              </a:p>
            </p:txBody>
          </p:sp>
          <p:sp>
            <p:nvSpPr>
              <p:cNvPr id="55" name="テキスト ボックス 54">
                <a:extLst>
                  <a:ext uri="{FF2B5EF4-FFF2-40B4-BE49-F238E27FC236}">
                    <a16:creationId xmlns:a16="http://schemas.microsoft.com/office/drawing/2014/main" id="{77BF12BC-A4F7-AE49-B061-43CE53C996E9}"/>
                  </a:ext>
                </a:extLst>
              </p:cNvPr>
              <p:cNvSpPr txBox="1"/>
              <p:nvPr/>
            </p:nvSpPr>
            <p:spPr>
              <a:xfrm>
                <a:off x="4795837" y="2894707"/>
                <a:ext cx="507207" cy="400110"/>
              </a:xfrm>
              <a:prstGeom prst="rect">
                <a:avLst/>
              </a:prstGeom>
              <a:noFill/>
            </p:spPr>
            <p:txBody>
              <a:bodyPr wrap="square" rtlCol="0">
                <a:spAutoFit/>
              </a:bodyPr>
              <a:lstStyle/>
              <a:p>
                <a:pPr algn="ctr"/>
                <a:r>
                  <a:rPr lang="en-US" altLang="ja-JP" sz="2000" dirty="0"/>
                  <a:t>37</a:t>
                </a:r>
                <a:endParaRPr kumimoji="1" lang="ja-JP" altLang="en-US" sz="2000" dirty="0"/>
              </a:p>
            </p:txBody>
          </p:sp>
        </p:grpSp>
        <p:sp>
          <p:nvSpPr>
            <p:cNvPr id="29" name="正方形/長方形 28">
              <a:extLst>
                <a:ext uri="{FF2B5EF4-FFF2-40B4-BE49-F238E27FC236}">
                  <a16:creationId xmlns:a16="http://schemas.microsoft.com/office/drawing/2014/main" id="{B602D05D-BFE7-AB9F-7734-BCDDDB2980E5}"/>
                </a:ext>
              </a:extLst>
            </p:cNvPr>
            <p:cNvSpPr/>
            <p:nvPr/>
          </p:nvSpPr>
          <p:spPr>
            <a:xfrm>
              <a:off x="4764021" y="3862356"/>
              <a:ext cx="66349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LR2</a:t>
              </a:r>
              <a:endParaRPr kumimoji="1" lang="ja-JP" altLang="en-US" sz="2000" dirty="0">
                <a:solidFill>
                  <a:schemeClr val="tx1"/>
                </a:solidFill>
              </a:endParaRPr>
            </a:p>
          </p:txBody>
        </p:sp>
        <p:sp>
          <p:nvSpPr>
            <p:cNvPr id="30" name="正方形/長方形 29">
              <a:extLst>
                <a:ext uri="{FF2B5EF4-FFF2-40B4-BE49-F238E27FC236}">
                  <a16:creationId xmlns:a16="http://schemas.microsoft.com/office/drawing/2014/main" id="{EAB683A2-6846-A20B-7FC8-11282B417811}"/>
                </a:ext>
              </a:extLst>
            </p:cNvPr>
            <p:cNvSpPr/>
            <p:nvPr/>
          </p:nvSpPr>
          <p:spPr>
            <a:xfrm>
              <a:off x="5427519" y="3862356"/>
              <a:ext cx="66349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LR1</a:t>
              </a:r>
              <a:endParaRPr kumimoji="1" lang="ja-JP" altLang="en-US" sz="2000" dirty="0">
                <a:solidFill>
                  <a:schemeClr val="tx1"/>
                </a:solidFill>
              </a:endParaRPr>
            </a:p>
          </p:txBody>
        </p:sp>
        <p:sp>
          <p:nvSpPr>
            <p:cNvPr id="31" name="テキスト ボックス 30">
              <a:extLst>
                <a:ext uri="{FF2B5EF4-FFF2-40B4-BE49-F238E27FC236}">
                  <a16:creationId xmlns:a16="http://schemas.microsoft.com/office/drawing/2014/main" id="{A55AA9C5-30AE-2519-8740-8B21D47898E9}"/>
                </a:ext>
              </a:extLst>
            </p:cNvPr>
            <p:cNvSpPr txBox="1"/>
            <p:nvPr/>
          </p:nvSpPr>
          <p:spPr>
            <a:xfrm>
              <a:off x="5505664" y="4268052"/>
              <a:ext cx="507207" cy="400110"/>
            </a:xfrm>
            <a:prstGeom prst="rect">
              <a:avLst/>
            </a:prstGeom>
            <a:noFill/>
          </p:spPr>
          <p:txBody>
            <a:bodyPr wrap="square" rtlCol="0">
              <a:spAutoFit/>
            </a:bodyPr>
            <a:lstStyle/>
            <a:p>
              <a:pPr algn="ctr"/>
              <a:r>
                <a:rPr kumimoji="1" lang="en-US" altLang="ja-JP" sz="2000" dirty="0"/>
                <a:t>3</a:t>
              </a:r>
              <a:r>
                <a:rPr lang="en-US" altLang="ja-JP" sz="2000" dirty="0"/>
                <a:t>6</a:t>
              </a:r>
              <a:endParaRPr kumimoji="1" lang="ja-JP" altLang="en-US" sz="2000" dirty="0"/>
            </a:p>
          </p:txBody>
        </p:sp>
        <p:sp>
          <p:nvSpPr>
            <p:cNvPr id="32" name="正方形/長方形 31">
              <a:extLst>
                <a:ext uri="{FF2B5EF4-FFF2-40B4-BE49-F238E27FC236}">
                  <a16:creationId xmlns:a16="http://schemas.microsoft.com/office/drawing/2014/main" id="{BEE0DA59-5F35-60E1-64EE-B88CEE6CC90C}"/>
                </a:ext>
              </a:extLst>
            </p:cNvPr>
            <p:cNvSpPr/>
            <p:nvPr/>
          </p:nvSpPr>
          <p:spPr>
            <a:xfrm>
              <a:off x="6091017" y="3862356"/>
              <a:ext cx="71935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MF</a:t>
              </a:r>
              <a:endParaRPr kumimoji="1" lang="ja-JP" altLang="en-US" sz="2000" dirty="0">
                <a:solidFill>
                  <a:schemeClr val="tx1"/>
                </a:solidFill>
              </a:endParaRPr>
            </a:p>
          </p:txBody>
        </p:sp>
        <p:sp>
          <p:nvSpPr>
            <p:cNvPr id="33" name="正方形/長方形 32">
              <a:extLst>
                <a:ext uri="{FF2B5EF4-FFF2-40B4-BE49-F238E27FC236}">
                  <a16:creationId xmlns:a16="http://schemas.microsoft.com/office/drawing/2014/main" id="{685E4A92-E8D5-B486-717D-C431340DC6D0}"/>
                </a:ext>
              </a:extLst>
            </p:cNvPr>
            <p:cNvSpPr/>
            <p:nvPr/>
          </p:nvSpPr>
          <p:spPr>
            <a:xfrm>
              <a:off x="6810375" y="3862356"/>
              <a:ext cx="57128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C</a:t>
              </a:r>
              <a:r>
                <a:rPr lang="en-US" altLang="ja-JP" sz="2000" dirty="0">
                  <a:solidFill>
                    <a:schemeClr val="tx1"/>
                  </a:solidFill>
                </a:rPr>
                <a:t>2</a:t>
              </a:r>
              <a:endParaRPr kumimoji="1" lang="ja-JP" altLang="en-US" sz="2000" dirty="0">
                <a:solidFill>
                  <a:schemeClr val="tx1"/>
                </a:solidFill>
              </a:endParaRPr>
            </a:p>
          </p:txBody>
        </p:sp>
        <p:sp>
          <p:nvSpPr>
            <p:cNvPr id="34" name="正方形/長方形 33">
              <a:extLst>
                <a:ext uri="{FF2B5EF4-FFF2-40B4-BE49-F238E27FC236}">
                  <a16:creationId xmlns:a16="http://schemas.microsoft.com/office/drawing/2014/main" id="{F1E4465E-FA0E-D105-DE71-93D8F257F19B}"/>
                </a:ext>
              </a:extLst>
            </p:cNvPr>
            <p:cNvSpPr/>
            <p:nvPr/>
          </p:nvSpPr>
          <p:spPr>
            <a:xfrm>
              <a:off x="7381655" y="3862356"/>
              <a:ext cx="57128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C1</a:t>
              </a:r>
              <a:endParaRPr kumimoji="1" lang="ja-JP" altLang="en-US" sz="2000" dirty="0">
                <a:solidFill>
                  <a:schemeClr val="tx1"/>
                </a:solidFill>
              </a:endParaRPr>
            </a:p>
          </p:txBody>
        </p:sp>
        <p:sp>
          <p:nvSpPr>
            <p:cNvPr id="35" name="正方形/長方形 34">
              <a:extLst>
                <a:ext uri="{FF2B5EF4-FFF2-40B4-BE49-F238E27FC236}">
                  <a16:creationId xmlns:a16="http://schemas.microsoft.com/office/drawing/2014/main" id="{9726A21A-C88F-22A7-F9A3-727FBD4170CD}"/>
                </a:ext>
              </a:extLst>
            </p:cNvPr>
            <p:cNvSpPr/>
            <p:nvPr/>
          </p:nvSpPr>
          <p:spPr>
            <a:xfrm>
              <a:off x="7952935" y="3862356"/>
              <a:ext cx="57128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Z2</a:t>
              </a:r>
              <a:endParaRPr kumimoji="1" lang="ja-JP" altLang="en-US" sz="2000" dirty="0">
                <a:solidFill>
                  <a:schemeClr val="tx1"/>
                </a:solidFill>
              </a:endParaRPr>
            </a:p>
          </p:txBody>
        </p:sp>
        <p:sp>
          <p:nvSpPr>
            <p:cNvPr id="36" name="正方形/長方形 35">
              <a:extLst>
                <a:ext uri="{FF2B5EF4-FFF2-40B4-BE49-F238E27FC236}">
                  <a16:creationId xmlns:a16="http://schemas.microsoft.com/office/drawing/2014/main" id="{27931CCB-D76E-B0ED-B960-20D5B4F29AB0}"/>
                </a:ext>
              </a:extLst>
            </p:cNvPr>
            <p:cNvSpPr/>
            <p:nvPr/>
          </p:nvSpPr>
          <p:spPr>
            <a:xfrm>
              <a:off x="8524215" y="3860999"/>
              <a:ext cx="57128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a:t>
              </a:r>
              <a:r>
                <a:rPr kumimoji="1" lang="en-US" altLang="ja-JP" sz="2000" dirty="0">
                  <a:solidFill>
                    <a:schemeClr val="tx1"/>
                  </a:solidFill>
                </a:rPr>
                <a:t>1</a:t>
              </a:r>
              <a:endParaRPr kumimoji="1" lang="ja-JP" altLang="en-US" sz="2000" dirty="0">
                <a:solidFill>
                  <a:schemeClr val="tx1"/>
                </a:solidFill>
              </a:endParaRPr>
            </a:p>
          </p:txBody>
        </p:sp>
        <p:sp>
          <p:nvSpPr>
            <p:cNvPr id="37" name="正方形/長方形 36">
              <a:extLst>
                <a:ext uri="{FF2B5EF4-FFF2-40B4-BE49-F238E27FC236}">
                  <a16:creationId xmlns:a16="http://schemas.microsoft.com/office/drawing/2014/main" id="{E37B52E9-03A5-ED57-2E46-89DC63F594AF}"/>
                </a:ext>
              </a:extLst>
            </p:cNvPr>
            <p:cNvSpPr/>
            <p:nvPr/>
          </p:nvSpPr>
          <p:spPr>
            <a:xfrm>
              <a:off x="9099894" y="3859642"/>
              <a:ext cx="94990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Data2</a:t>
              </a:r>
              <a:endParaRPr kumimoji="1" lang="ja-JP" altLang="en-US" sz="2000" dirty="0">
                <a:solidFill>
                  <a:schemeClr val="tx1"/>
                </a:solidFill>
              </a:endParaRPr>
            </a:p>
          </p:txBody>
        </p:sp>
        <p:sp>
          <p:nvSpPr>
            <p:cNvPr id="38" name="正方形/長方形 37">
              <a:extLst>
                <a:ext uri="{FF2B5EF4-FFF2-40B4-BE49-F238E27FC236}">
                  <a16:creationId xmlns:a16="http://schemas.microsoft.com/office/drawing/2014/main" id="{8A2A42EE-973C-8B52-87E6-3BF6FE602D4C}"/>
                </a:ext>
              </a:extLst>
            </p:cNvPr>
            <p:cNvSpPr/>
            <p:nvPr/>
          </p:nvSpPr>
          <p:spPr>
            <a:xfrm>
              <a:off x="10049798" y="3859642"/>
              <a:ext cx="94990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Data1</a:t>
              </a:r>
              <a:endParaRPr kumimoji="1" lang="ja-JP" altLang="en-US" sz="2000" dirty="0">
                <a:solidFill>
                  <a:schemeClr val="tx1"/>
                </a:solidFill>
              </a:endParaRPr>
            </a:p>
          </p:txBody>
        </p:sp>
        <p:sp>
          <p:nvSpPr>
            <p:cNvPr id="39" name="テキスト ボックス 38">
              <a:extLst>
                <a:ext uri="{FF2B5EF4-FFF2-40B4-BE49-F238E27FC236}">
                  <a16:creationId xmlns:a16="http://schemas.microsoft.com/office/drawing/2014/main" id="{042AFEDE-8F94-8536-5075-52739B886B67}"/>
                </a:ext>
              </a:extLst>
            </p:cNvPr>
            <p:cNvSpPr txBox="1"/>
            <p:nvPr/>
          </p:nvSpPr>
          <p:spPr>
            <a:xfrm>
              <a:off x="9961271" y="4250273"/>
              <a:ext cx="507207" cy="400110"/>
            </a:xfrm>
            <a:prstGeom prst="rect">
              <a:avLst/>
            </a:prstGeom>
            <a:noFill/>
          </p:spPr>
          <p:txBody>
            <a:bodyPr wrap="square" rtlCol="0">
              <a:spAutoFit/>
            </a:bodyPr>
            <a:lstStyle/>
            <a:p>
              <a:pPr algn="ctr"/>
              <a:r>
                <a:rPr kumimoji="1" lang="en-US" altLang="ja-JP" sz="2000" dirty="0"/>
                <a:t>1</a:t>
              </a:r>
              <a:r>
                <a:rPr lang="en-US" altLang="ja-JP" sz="2000" dirty="0"/>
                <a:t>5</a:t>
              </a:r>
              <a:endParaRPr kumimoji="1" lang="ja-JP" altLang="en-US" sz="2000" dirty="0"/>
            </a:p>
          </p:txBody>
        </p:sp>
        <p:sp>
          <p:nvSpPr>
            <p:cNvPr id="40" name="テキスト ボックス 39">
              <a:extLst>
                <a:ext uri="{FF2B5EF4-FFF2-40B4-BE49-F238E27FC236}">
                  <a16:creationId xmlns:a16="http://schemas.microsoft.com/office/drawing/2014/main" id="{2CCC579E-BAC9-3A25-251F-21BCB5262DDE}"/>
                </a:ext>
              </a:extLst>
            </p:cNvPr>
            <p:cNvSpPr txBox="1"/>
            <p:nvPr/>
          </p:nvSpPr>
          <p:spPr>
            <a:xfrm>
              <a:off x="10743255" y="4284806"/>
              <a:ext cx="507207" cy="400110"/>
            </a:xfrm>
            <a:prstGeom prst="rect">
              <a:avLst/>
            </a:prstGeom>
            <a:noFill/>
          </p:spPr>
          <p:txBody>
            <a:bodyPr wrap="square" rtlCol="0">
              <a:spAutoFit/>
            </a:bodyPr>
            <a:lstStyle/>
            <a:p>
              <a:pPr algn="ctr"/>
              <a:r>
                <a:rPr lang="en-US" altLang="ja-JP" sz="2000" dirty="0"/>
                <a:t>0</a:t>
              </a:r>
              <a:endParaRPr kumimoji="1" lang="ja-JP" altLang="en-US" sz="2000" dirty="0"/>
            </a:p>
          </p:txBody>
        </p:sp>
        <p:sp>
          <p:nvSpPr>
            <p:cNvPr id="41" name="テキスト ボックス 40">
              <a:extLst>
                <a:ext uri="{FF2B5EF4-FFF2-40B4-BE49-F238E27FC236}">
                  <a16:creationId xmlns:a16="http://schemas.microsoft.com/office/drawing/2014/main" id="{64A9BD51-F454-8CB9-F156-E9182878B980}"/>
                </a:ext>
              </a:extLst>
            </p:cNvPr>
            <p:cNvSpPr txBox="1"/>
            <p:nvPr/>
          </p:nvSpPr>
          <p:spPr>
            <a:xfrm>
              <a:off x="9641663" y="4261297"/>
              <a:ext cx="507207" cy="400110"/>
            </a:xfrm>
            <a:prstGeom prst="rect">
              <a:avLst/>
            </a:prstGeom>
            <a:noFill/>
          </p:spPr>
          <p:txBody>
            <a:bodyPr wrap="square" rtlCol="0">
              <a:spAutoFit/>
            </a:bodyPr>
            <a:lstStyle/>
            <a:p>
              <a:pPr algn="ctr"/>
              <a:r>
                <a:rPr kumimoji="1" lang="en-US" altLang="ja-JP" sz="2000" dirty="0"/>
                <a:t>16</a:t>
              </a:r>
              <a:endParaRPr kumimoji="1" lang="ja-JP" altLang="en-US" sz="2000" dirty="0"/>
            </a:p>
          </p:txBody>
        </p:sp>
        <p:sp>
          <p:nvSpPr>
            <p:cNvPr id="42" name="テキスト ボックス 41">
              <a:extLst>
                <a:ext uri="{FF2B5EF4-FFF2-40B4-BE49-F238E27FC236}">
                  <a16:creationId xmlns:a16="http://schemas.microsoft.com/office/drawing/2014/main" id="{1F7744B6-831E-2F0D-04A0-80DE678E7B91}"/>
                </a:ext>
              </a:extLst>
            </p:cNvPr>
            <p:cNvSpPr txBox="1"/>
            <p:nvPr/>
          </p:nvSpPr>
          <p:spPr>
            <a:xfrm>
              <a:off x="9052428" y="4284806"/>
              <a:ext cx="507207" cy="400110"/>
            </a:xfrm>
            <a:prstGeom prst="rect">
              <a:avLst/>
            </a:prstGeom>
            <a:noFill/>
          </p:spPr>
          <p:txBody>
            <a:bodyPr wrap="square" rtlCol="0">
              <a:spAutoFit/>
            </a:bodyPr>
            <a:lstStyle/>
            <a:p>
              <a:pPr algn="ctr"/>
              <a:r>
                <a:rPr lang="en-US" altLang="ja-JP" sz="2000" dirty="0"/>
                <a:t>30</a:t>
              </a:r>
              <a:endParaRPr kumimoji="1" lang="ja-JP" altLang="en-US" sz="2000" dirty="0"/>
            </a:p>
          </p:txBody>
        </p:sp>
        <p:sp>
          <p:nvSpPr>
            <p:cNvPr id="43" name="テキスト ボックス 42">
              <a:extLst>
                <a:ext uri="{FF2B5EF4-FFF2-40B4-BE49-F238E27FC236}">
                  <a16:creationId xmlns:a16="http://schemas.microsoft.com/office/drawing/2014/main" id="{7182A377-662C-51EA-BA3E-8ADD73EE92B1}"/>
                </a:ext>
              </a:extLst>
            </p:cNvPr>
            <p:cNvSpPr txBox="1"/>
            <p:nvPr/>
          </p:nvSpPr>
          <p:spPr>
            <a:xfrm>
              <a:off x="8572352" y="4266734"/>
              <a:ext cx="507207" cy="400110"/>
            </a:xfrm>
            <a:prstGeom prst="rect">
              <a:avLst/>
            </a:prstGeom>
            <a:noFill/>
          </p:spPr>
          <p:txBody>
            <a:bodyPr wrap="square" rtlCol="0">
              <a:spAutoFit/>
            </a:bodyPr>
            <a:lstStyle/>
            <a:p>
              <a:pPr algn="ctr"/>
              <a:r>
                <a:rPr lang="en-US" altLang="ja-JP" sz="2000" dirty="0"/>
                <a:t>31</a:t>
              </a:r>
              <a:endParaRPr kumimoji="1" lang="ja-JP" altLang="en-US" sz="2000" dirty="0"/>
            </a:p>
          </p:txBody>
        </p:sp>
        <p:sp>
          <p:nvSpPr>
            <p:cNvPr id="44" name="テキスト ボックス 43">
              <a:extLst>
                <a:ext uri="{FF2B5EF4-FFF2-40B4-BE49-F238E27FC236}">
                  <a16:creationId xmlns:a16="http://schemas.microsoft.com/office/drawing/2014/main" id="{379886DB-465E-1B8D-CA81-958398DFFCA7}"/>
                </a:ext>
              </a:extLst>
            </p:cNvPr>
            <p:cNvSpPr txBox="1"/>
            <p:nvPr/>
          </p:nvSpPr>
          <p:spPr>
            <a:xfrm>
              <a:off x="7984971" y="4266734"/>
              <a:ext cx="507207" cy="400110"/>
            </a:xfrm>
            <a:prstGeom prst="rect">
              <a:avLst/>
            </a:prstGeom>
            <a:noFill/>
          </p:spPr>
          <p:txBody>
            <a:bodyPr wrap="square" rtlCol="0">
              <a:spAutoFit/>
            </a:bodyPr>
            <a:lstStyle/>
            <a:p>
              <a:pPr algn="ctr"/>
              <a:r>
                <a:rPr lang="en-US" altLang="ja-JP" sz="2000" dirty="0"/>
                <a:t>32</a:t>
              </a:r>
              <a:endParaRPr kumimoji="1" lang="ja-JP" altLang="en-US" sz="2000" dirty="0"/>
            </a:p>
          </p:txBody>
        </p:sp>
        <p:sp>
          <p:nvSpPr>
            <p:cNvPr id="45" name="テキスト ボックス 44">
              <a:extLst>
                <a:ext uri="{FF2B5EF4-FFF2-40B4-BE49-F238E27FC236}">
                  <a16:creationId xmlns:a16="http://schemas.microsoft.com/office/drawing/2014/main" id="{D3974567-790B-1725-2197-BBA7D1BE4BEB}"/>
                </a:ext>
              </a:extLst>
            </p:cNvPr>
            <p:cNvSpPr txBox="1"/>
            <p:nvPr/>
          </p:nvSpPr>
          <p:spPr>
            <a:xfrm>
              <a:off x="7430867" y="4250273"/>
              <a:ext cx="507207" cy="400110"/>
            </a:xfrm>
            <a:prstGeom prst="rect">
              <a:avLst/>
            </a:prstGeom>
            <a:noFill/>
          </p:spPr>
          <p:txBody>
            <a:bodyPr wrap="square" rtlCol="0">
              <a:spAutoFit/>
            </a:bodyPr>
            <a:lstStyle/>
            <a:p>
              <a:pPr algn="ctr"/>
              <a:r>
                <a:rPr lang="en-US" altLang="ja-JP" sz="2000" dirty="0"/>
                <a:t>33</a:t>
              </a:r>
              <a:endParaRPr kumimoji="1" lang="ja-JP" altLang="en-US" sz="2000" dirty="0"/>
            </a:p>
          </p:txBody>
        </p:sp>
        <p:sp>
          <p:nvSpPr>
            <p:cNvPr id="46" name="テキスト ボックス 45">
              <a:extLst>
                <a:ext uri="{FF2B5EF4-FFF2-40B4-BE49-F238E27FC236}">
                  <a16:creationId xmlns:a16="http://schemas.microsoft.com/office/drawing/2014/main" id="{49EA8A22-1AF1-01B6-97B8-C1DC77846202}"/>
                </a:ext>
              </a:extLst>
            </p:cNvPr>
            <p:cNvSpPr txBox="1"/>
            <p:nvPr/>
          </p:nvSpPr>
          <p:spPr>
            <a:xfrm>
              <a:off x="6836482" y="4275628"/>
              <a:ext cx="507207" cy="400110"/>
            </a:xfrm>
            <a:prstGeom prst="rect">
              <a:avLst/>
            </a:prstGeom>
            <a:noFill/>
          </p:spPr>
          <p:txBody>
            <a:bodyPr wrap="square" rtlCol="0">
              <a:spAutoFit/>
            </a:bodyPr>
            <a:lstStyle/>
            <a:p>
              <a:pPr algn="ctr"/>
              <a:r>
                <a:rPr lang="en-US" altLang="ja-JP" sz="2000" dirty="0"/>
                <a:t>34</a:t>
              </a:r>
              <a:endParaRPr kumimoji="1" lang="ja-JP" altLang="en-US" sz="2000" dirty="0"/>
            </a:p>
          </p:txBody>
        </p:sp>
        <p:sp>
          <p:nvSpPr>
            <p:cNvPr id="47" name="テキスト ボックス 46">
              <a:extLst>
                <a:ext uri="{FF2B5EF4-FFF2-40B4-BE49-F238E27FC236}">
                  <a16:creationId xmlns:a16="http://schemas.microsoft.com/office/drawing/2014/main" id="{4B2A3DED-7380-8F19-F8BE-65904075FE58}"/>
                </a:ext>
              </a:extLst>
            </p:cNvPr>
            <p:cNvSpPr txBox="1"/>
            <p:nvPr/>
          </p:nvSpPr>
          <p:spPr>
            <a:xfrm>
              <a:off x="6196762" y="4281951"/>
              <a:ext cx="507207" cy="400110"/>
            </a:xfrm>
            <a:prstGeom prst="rect">
              <a:avLst/>
            </a:prstGeom>
            <a:noFill/>
          </p:spPr>
          <p:txBody>
            <a:bodyPr wrap="square" rtlCol="0">
              <a:spAutoFit/>
            </a:bodyPr>
            <a:lstStyle/>
            <a:p>
              <a:pPr algn="ctr"/>
              <a:r>
                <a:rPr lang="en-US" altLang="ja-JP" sz="2000" dirty="0"/>
                <a:t>35</a:t>
              </a:r>
              <a:endParaRPr kumimoji="1" lang="ja-JP" altLang="en-US" sz="2000" dirty="0"/>
            </a:p>
          </p:txBody>
        </p:sp>
      </p:grpSp>
      <p:grpSp>
        <p:nvGrpSpPr>
          <p:cNvPr id="81" name="グループ化 80">
            <a:extLst>
              <a:ext uri="{FF2B5EF4-FFF2-40B4-BE49-F238E27FC236}">
                <a16:creationId xmlns:a16="http://schemas.microsoft.com/office/drawing/2014/main" id="{C0C357F1-19E8-992E-4CD2-0965BBBA4CF4}"/>
              </a:ext>
            </a:extLst>
          </p:cNvPr>
          <p:cNvGrpSpPr/>
          <p:nvPr/>
        </p:nvGrpSpPr>
        <p:grpSpPr>
          <a:xfrm>
            <a:off x="1110411" y="3598456"/>
            <a:ext cx="6486441" cy="825274"/>
            <a:chOff x="4698586" y="2899496"/>
            <a:chExt cx="6486441" cy="825274"/>
          </a:xfrm>
        </p:grpSpPr>
        <p:sp>
          <p:nvSpPr>
            <p:cNvPr id="61" name="テキスト ボックス 60">
              <a:extLst>
                <a:ext uri="{FF2B5EF4-FFF2-40B4-BE49-F238E27FC236}">
                  <a16:creationId xmlns:a16="http://schemas.microsoft.com/office/drawing/2014/main" id="{B6FD8BF5-822B-C3C9-BBD5-024F0C5F59A3}"/>
                </a:ext>
              </a:extLst>
            </p:cNvPr>
            <p:cNvSpPr txBox="1"/>
            <p:nvPr/>
          </p:nvSpPr>
          <p:spPr>
            <a:xfrm>
              <a:off x="4730402" y="3309302"/>
              <a:ext cx="507207" cy="400110"/>
            </a:xfrm>
            <a:prstGeom prst="rect">
              <a:avLst/>
            </a:prstGeom>
            <a:noFill/>
          </p:spPr>
          <p:txBody>
            <a:bodyPr wrap="square" rtlCol="0">
              <a:spAutoFit/>
            </a:bodyPr>
            <a:lstStyle/>
            <a:p>
              <a:pPr algn="ctr"/>
              <a:r>
                <a:rPr lang="en-US" altLang="ja-JP" sz="2000" dirty="0"/>
                <a:t>37</a:t>
              </a:r>
              <a:endParaRPr kumimoji="1" lang="ja-JP" altLang="en-US" sz="2000" dirty="0"/>
            </a:p>
          </p:txBody>
        </p:sp>
        <p:sp>
          <p:nvSpPr>
            <p:cNvPr id="62" name="正方形/長方形 61">
              <a:extLst>
                <a:ext uri="{FF2B5EF4-FFF2-40B4-BE49-F238E27FC236}">
                  <a16:creationId xmlns:a16="http://schemas.microsoft.com/office/drawing/2014/main" id="{574091B0-2F17-D027-4C48-622B48CA4DE2}"/>
                </a:ext>
              </a:extLst>
            </p:cNvPr>
            <p:cNvSpPr/>
            <p:nvPr/>
          </p:nvSpPr>
          <p:spPr>
            <a:xfrm>
              <a:off x="4698586" y="2902210"/>
              <a:ext cx="66349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LR2</a:t>
              </a:r>
              <a:endParaRPr kumimoji="1" lang="ja-JP" altLang="en-US" sz="2000" dirty="0">
                <a:solidFill>
                  <a:schemeClr val="tx1"/>
                </a:solidFill>
              </a:endParaRPr>
            </a:p>
          </p:txBody>
        </p:sp>
        <p:sp>
          <p:nvSpPr>
            <p:cNvPr id="63" name="正方形/長方形 62">
              <a:extLst>
                <a:ext uri="{FF2B5EF4-FFF2-40B4-BE49-F238E27FC236}">
                  <a16:creationId xmlns:a16="http://schemas.microsoft.com/office/drawing/2014/main" id="{09B85249-74E3-2C9E-24EE-54B6D6D90EDC}"/>
                </a:ext>
              </a:extLst>
            </p:cNvPr>
            <p:cNvSpPr/>
            <p:nvPr/>
          </p:nvSpPr>
          <p:spPr>
            <a:xfrm>
              <a:off x="5362084" y="2902210"/>
              <a:ext cx="66349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LR1</a:t>
              </a:r>
              <a:endParaRPr kumimoji="1" lang="ja-JP" altLang="en-US" sz="2000" dirty="0">
                <a:solidFill>
                  <a:schemeClr val="tx1"/>
                </a:solidFill>
              </a:endParaRPr>
            </a:p>
          </p:txBody>
        </p:sp>
        <p:sp>
          <p:nvSpPr>
            <p:cNvPr id="64" name="テキスト ボックス 63">
              <a:extLst>
                <a:ext uri="{FF2B5EF4-FFF2-40B4-BE49-F238E27FC236}">
                  <a16:creationId xmlns:a16="http://schemas.microsoft.com/office/drawing/2014/main" id="{8D386E93-3390-EB30-ED0C-C794A06D2BB3}"/>
                </a:ext>
              </a:extLst>
            </p:cNvPr>
            <p:cNvSpPr txBox="1"/>
            <p:nvPr/>
          </p:nvSpPr>
          <p:spPr>
            <a:xfrm>
              <a:off x="5440229" y="3307906"/>
              <a:ext cx="507207" cy="400110"/>
            </a:xfrm>
            <a:prstGeom prst="rect">
              <a:avLst/>
            </a:prstGeom>
            <a:noFill/>
          </p:spPr>
          <p:txBody>
            <a:bodyPr wrap="square" rtlCol="0">
              <a:spAutoFit/>
            </a:bodyPr>
            <a:lstStyle/>
            <a:p>
              <a:pPr algn="ctr"/>
              <a:r>
                <a:rPr kumimoji="1" lang="en-US" altLang="ja-JP" sz="2000" dirty="0"/>
                <a:t>3</a:t>
              </a:r>
              <a:r>
                <a:rPr lang="en-US" altLang="ja-JP" sz="2000" dirty="0"/>
                <a:t>6</a:t>
              </a:r>
              <a:endParaRPr kumimoji="1" lang="ja-JP" altLang="en-US" sz="2000" dirty="0"/>
            </a:p>
          </p:txBody>
        </p:sp>
        <p:sp>
          <p:nvSpPr>
            <p:cNvPr id="65" name="正方形/長方形 64">
              <a:extLst>
                <a:ext uri="{FF2B5EF4-FFF2-40B4-BE49-F238E27FC236}">
                  <a16:creationId xmlns:a16="http://schemas.microsoft.com/office/drawing/2014/main" id="{B680C312-D188-8522-D21F-6B92B7CBAE79}"/>
                </a:ext>
              </a:extLst>
            </p:cNvPr>
            <p:cNvSpPr/>
            <p:nvPr/>
          </p:nvSpPr>
          <p:spPr>
            <a:xfrm>
              <a:off x="6025582" y="2902210"/>
              <a:ext cx="71935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MF</a:t>
              </a:r>
              <a:endParaRPr kumimoji="1" lang="ja-JP" altLang="en-US" sz="2000" dirty="0">
                <a:solidFill>
                  <a:schemeClr val="tx1"/>
                </a:solidFill>
              </a:endParaRPr>
            </a:p>
          </p:txBody>
        </p:sp>
        <p:sp>
          <p:nvSpPr>
            <p:cNvPr id="66" name="正方形/長方形 65">
              <a:extLst>
                <a:ext uri="{FF2B5EF4-FFF2-40B4-BE49-F238E27FC236}">
                  <a16:creationId xmlns:a16="http://schemas.microsoft.com/office/drawing/2014/main" id="{B8681F7C-2263-5116-72DA-317F43B13505}"/>
                </a:ext>
              </a:extLst>
            </p:cNvPr>
            <p:cNvSpPr/>
            <p:nvPr/>
          </p:nvSpPr>
          <p:spPr>
            <a:xfrm>
              <a:off x="6744940" y="2902210"/>
              <a:ext cx="57128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C</a:t>
              </a:r>
              <a:r>
                <a:rPr lang="en-US" altLang="ja-JP" sz="2000" dirty="0">
                  <a:solidFill>
                    <a:schemeClr val="tx1"/>
                  </a:solidFill>
                </a:rPr>
                <a:t>2</a:t>
              </a:r>
              <a:endParaRPr kumimoji="1" lang="ja-JP" altLang="en-US" sz="2000" dirty="0">
                <a:solidFill>
                  <a:schemeClr val="tx1"/>
                </a:solidFill>
              </a:endParaRPr>
            </a:p>
          </p:txBody>
        </p:sp>
        <p:sp>
          <p:nvSpPr>
            <p:cNvPr id="67" name="正方形/長方形 66">
              <a:extLst>
                <a:ext uri="{FF2B5EF4-FFF2-40B4-BE49-F238E27FC236}">
                  <a16:creationId xmlns:a16="http://schemas.microsoft.com/office/drawing/2014/main" id="{6D65932C-35AF-D953-6829-C1D51EFEEAB2}"/>
                </a:ext>
              </a:extLst>
            </p:cNvPr>
            <p:cNvSpPr/>
            <p:nvPr/>
          </p:nvSpPr>
          <p:spPr>
            <a:xfrm>
              <a:off x="7316220" y="2902210"/>
              <a:ext cx="57128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C1</a:t>
              </a:r>
              <a:endParaRPr kumimoji="1" lang="ja-JP" altLang="en-US" sz="2000" dirty="0">
                <a:solidFill>
                  <a:schemeClr val="tx1"/>
                </a:solidFill>
              </a:endParaRPr>
            </a:p>
          </p:txBody>
        </p:sp>
        <p:sp>
          <p:nvSpPr>
            <p:cNvPr id="68" name="正方形/長方形 67">
              <a:extLst>
                <a:ext uri="{FF2B5EF4-FFF2-40B4-BE49-F238E27FC236}">
                  <a16:creationId xmlns:a16="http://schemas.microsoft.com/office/drawing/2014/main" id="{DA3937DD-0613-0292-293F-0A2E03DF93A2}"/>
                </a:ext>
              </a:extLst>
            </p:cNvPr>
            <p:cNvSpPr/>
            <p:nvPr/>
          </p:nvSpPr>
          <p:spPr>
            <a:xfrm>
              <a:off x="7887500" y="2902210"/>
              <a:ext cx="57128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Z2</a:t>
              </a:r>
              <a:endParaRPr kumimoji="1" lang="ja-JP" altLang="en-US" sz="2000" dirty="0">
                <a:solidFill>
                  <a:schemeClr val="tx1"/>
                </a:solidFill>
              </a:endParaRPr>
            </a:p>
          </p:txBody>
        </p:sp>
        <p:sp>
          <p:nvSpPr>
            <p:cNvPr id="69" name="正方形/長方形 68">
              <a:extLst>
                <a:ext uri="{FF2B5EF4-FFF2-40B4-BE49-F238E27FC236}">
                  <a16:creationId xmlns:a16="http://schemas.microsoft.com/office/drawing/2014/main" id="{B21F57F7-FBDF-48F7-476B-164AA73FEB07}"/>
                </a:ext>
              </a:extLst>
            </p:cNvPr>
            <p:cNvSpPr/>
            <p:nvPr/>
          </p:nvSpPr>
          <p:spPr>
            <a:xfrm>
              <a:off x="8458780" y="2900853"/>
              <a:ext cx="57128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a:t>
              </a:r>
              <a:r>
                <a:rPr kumimoji="1" lang="en-US" altLang="ja-JP" sz="2000" dirty="0">
                  <a:solidFill>
                    <a:schemeClr val="tx1"/>
                  </a:solidFill>
                </a:rPr>
                <a:t>1</a:t>
              </a:r>
              <a:endParaRPr kumimoji="1" lang="ja-JP" altLang="en-US" sz="2000" dirty="0">
                <a:solidFill>
                  <a:schemeClr val="tx1"/>
                </a:solidFill>
              </a:endParaRPr>
            </a:p>
          </p:txBody>
        </p:sp>
        <p:sp>
          <p:nvSpPr>
            <p:cNvPr id="70" name="正方形/長方形 69">
              <a:extLst>
                <a:ext uri="{FF2B5EF4-FFF2-40B4-BE49-F238E27FC236}">
                  <a16:creationId xmlns:a16="http://schemas.microsoft.com/office/drawing/2014/main" id="{BD76D856-4805-5A61-50D8-7458A5FA3EF3}"/>
                </a:ext>
              </a:extLst>
            </p:cNvPr>
            <p:cNvSpPr/>
            <p:nvPr/>
          </p:nvSpPr>
          <p:spPr>
            <a:xfrm>
              <a:off x="9034459" y="2899496"/>
              <a:ext cx="94990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Data2</a:t>
              </a:r>
              <a:endParaRPr kumimoji="1" lang="ja-JP" altLang="en-US" sz="2000" dirty="0">
                <a:solidFill>
                  <a:schemeClr val="tx1"/>
                </a:solidFill>
              </a:endParaRPr>
            </a:p>
          </p:txBody>
        </p:sp>
        <p:sp>
          <p:nvSpPr>
            <p:cNvPr id="71" name="正方形/長方形 70">
              <a:extLst>
                <a:ext uri="{FF2B5EF4-FFF2-40B4-BE49-F238E27FC236}">
                  <a16:creationId xmlns:a16="http://schemas.microsoft.com/office/drawing/2014/main" id="{3E21EAFC-700E-9556-99E5-FCFC6C76A021}"/>
                </a:ext>
              </a:extLst>
            </p:cNvPr>
            <p:cNvSpPr/>
            <p:nvPr/>
          </p:nvSpPr>
          <p:spPr>
            <a:xfrm>
              <a:off x="9984363" y="2899496"/>
              <a:ext cx="94990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Data1</a:t>
              </a:r>
              <a:endParaRPr kumimoji="1" lang="ja-JP" altLang="en-US" sz="2000" dirty="0">
                <a:solidFill>
                  <a:schemeClr val="tx1"/>
                </a:solidFill>
              </a:endParaRPr>
            </a:p>
          </p:txBody>
        </p:sp>
        <p:sp>
          <p:nvSpPr>
            <p:cNvPr id="72" name="テキスト ボックス 71">
              <a:extLst>
                <a:ext uri="{FF2B5EF4-FFF2-40B4-BE49-F238E27FC236}">
                  <a16:creationId xmlns:a16="http://schemas.microsoft.com/office/drawing/2014/main" id="{EA597D11-0CAF-C3C8-0145-A8B34DA04B0D}"/>
                </a:ext>
              </a:extLst>
            </p:cNvPr>
            <p:cNvSpPr txBox="1"/>
            <p:nvPr/>
          </p:nvSpPr>
          <p:spPr>
            <a:xfrm>
              <a:off x="9895836" y="3290127"/>
              <a:ext cx="507207" cy="400110"/>
            </a:xfrm>
            <a:prstGeom prst="rect">
              <a:avLst/>
            </a:prstGeom>
            <a:noFill/>
          </p:spPr>
          <p:txBody>
            <a:bodyPr wrap="square" rtlCol="0">
              <a:spAutoFit/>
            </a:bodyPr>
            <a:lstStyle/>
            <a:p>
              <a:pPr algn="ctr"/>
              <a:r>
                <a:rPr kumimoji="1" lang="en-US" altLang="ja-JP" sz="2000" dirty="0"/>
                <a:t>1</a:t>
              </a:r>
              <a:r>
                <a:rPr lang="en-US" altLang="ja-JP" sz="2000" dirty="0"/>
                <a:t>5</a:t>
              </a:r>
              <a:endParaRPr kumimoji="1" lang="ja-JP" altLang="en-US" sz="2000" dirty="0"/>
            </a:p>
          </p:txBody>
        </p:sp>
        <p:sp>
          <p:nvSpPr>
            <p:cNvPr id="73" name="テキスト ボックス 72">
              <a:extLst>
                <a:ext uri="{FF2B5EF4-FFF2-40B4-BE49-F238E27FC236}">
                  <a16:creationId xmlns:a16="http://schemas.microsoft.com/office/drawing/2014/main" id="{84A89E79-8133-6E43-A2B2-4344E5B94C27}"/>
                </a:ext>
              </a:extLst>
            </p:cNvPr>
            <p:cNvSpPr txBox="1"/>
            <p:nvPr/>
          </p:nvSpPr>
          <p:spPr>
            <a:xfrm>
              <a:off x="10677820" y="3324660"/>
              <a:ext cx="507207" cy="400110"/>
            </a:xfrm>
            <a:prstGeom prst="rect">
              <a:avLst/>
            </a:prstGeom>
            <a:noFill/>
          </p:spPr>
          <p:txBody>
            <a:bodyPr wrap="square" rtlCol="0">
              <a:spAutoFit/>
            </a:bodyPr>
            <a:lstStyle/>
            <a:p>
              <a:pPr algn="ctr"/>
              <a:r>
                <a:rPr lang="en-US" altLang="ja-JP" sz="2000" dirty="0"/>
                <a:t>0</a:t>
              </a:r>
              <a:endParaRPr kumimoji="1" lang="ja-JP" altLang="en-US" sz="2000" dirty="0"/>
            </a:p>
          </p:txBody>
        </p:sp>
        <p:sp>
          <p:nvSpPr>
            <p:cNvPr id="74" name="テキスト ボックス 73">
              <a:extLst>
                <a:ext uri="{FF2B5EF4-FFF2-40B4-BE49-F238E27FC236}">
                  <a16:creationId xmlns:a16="http://schemas.microsoft.com/office/drawing/2014/main" id="{E4D1C1BE-7CB4-4E7D-8FDA-9D31A9566A29}"/>
                </a:ext>
              </a:extLst>
            </p:cNvPr>
            <p:cNvSpPr txBox="1"/>
            <p:nvPr/>
          </p:nvSpPr>
          <p:spPr>
            <a:xfrm>
              <a:off x="9576228" y="3301151"/>
              <a:ext cx="507207" cy="400110"/>
            </a:xfrm>
            <a:prstGeom prst="rect">
              <a:avLst/>
            </a:prstGeom>
            <a:noFill/>
          </p:spPr>
          <p:txBody>
            <a:bodyPr wrap="square" rtlCol="0">
              <a:spAutoFit/>
            </a:bodyPr>
            <a:lstStyle/>
            <a:p>
              <a:pPr algn="ctr"/>
              <a:r>
                <a:rPr kumimoji="1" lang="en-US" altLang="ja-JP" sz="2000" dirty="0"/>
                <a:t>16</a:t>
              </a:r>
              <a:endParaRPr kumimoji="1" lang="ja-JP" altLang="en-US" sz="2000" dirty="0"/>
            </a:p>
          </p:txBody>
        </p:sp>
        <p:sp>
          <p:nvSpPr>
            <p:cNvPr id="75" name="テキスト ボックス 74">
              <a:extLst>
                <a:ext uri="{FF2B5EF4-FFF2-40B4-BE49-F238E27FC236}">
                  <a16:creationId xmlns:a16="http://schemas.microsoft.com/office/drawing/2014/main" id="{5FFF7226-F0BD-81E6-E8A3-AD89DDC8BA11}"/>
                </a:ext>
              </a:extLst>
            </p:cNvPr>
            <p:cNvSpPr txBox="1"/>
            <p:nvPr/>
          </p:nvSpPr>
          <p:spPr>
            <a:xfrm>
              <a:off x="8986993" y="3324660"/>
              <a:ext cx="507207" cy="400110"/>
            </a:xfrm>
            <a:prstGeom prst="rect">
              <a:avLst/>
            </a:prstGeom>
            <a:noFill/>
          </p:spPr>
          <p:txBody>
            <a:bodyPr wrap="square" rtlCol="0">
              <a:spAutoFit/>
            </a:bodyPr>
            <a:lstStyle/>
            <a:p>
              <a:pPr algn="ctr"/>
              <a:r>
                <a:rPr lang="en-US" altLang="ja-JP" sz="2000" dirty="0"/>
                <a:t>30</a:t>
              </a:r>
              <a:endParaRPr kumimoji="1" lang="ja-JP" altLang="en-US" sz="2000" dirty="0"/>
            </a:p>
          </p:txBody>
        </p:sp>
        <p:sp>
          <p:nvSpPr>
            <p:cNvPr id="76" name="テキスト ボックス 75">
              <a:extLst>
                <a:ext uri="{FF2B5EF4-FFF2-40B4-BE49-F238E27FC236}">
                  <a16:creationId xmlns:a16="http://schemas.microsoft.com/office/drawing/2014/main" id="{35E075A2-6928-E462-DC6C-EDCC2318C136}"/>
                </a:ext>
              </a:extLst>
            </p:cNvPr>
            <p:cNvSpPr txBox="1"/>
            <p:nvPr/>
          </p:nvSpPr>
          <p:spPr>
            <a:xfrm>
              <a:off x="8506917" y="3306588"/>
              <a:ext cx="507207" cy="400110"/>
            </a:xfrm>
            <a:prstGeom prst="rect">
              <a:avLst/>
            </a:prstGeom>
            <a:noFill/>
          </p:spPr>
          <p:txBody>
            <a:bodyPr wrap="square" rtlCol="0">
              <a:spAutoFit/>
            </a:bodyPr>
            <a:lstStyle/>
            <a:p>
              <a:pPr algn="ctr"/>
              <a:r>
                <a:rPr lang="en-US" altLang="ja-JP" sz="2000" dirty="0"/>
                <a:t>31</a:t>
              </a:r>
              <a:endParaRPr kumimoji="1" lang="ja-JP" altLang="en-US" sz="2000" dirty="0"/>
            </a:p>
          </p:txBody>
        </p:sp>
        <p:sp>
          <p:nvSpPr>
            <p:cNvPr id="77" name="テキスト ボックス 76">
              <a:extLst>
                <a:ext uri="{FF2B5EF4-FFF2-40B4-BE49-F238E27FC236}">
                  <a16:creationId xmlns:a16="http://schemas.microsoft.com/office/drawing/2014/main" id="{C8B3E7CD-76F3-1FE4-A52B-1C64EF0D1150}"/>
                </a:ext>
              </a:extLst>
            </p:cNvPr>
            <p:cNvSpPr txBox="1"/>
            <p:nvPr/>
          </p:nvSpPr>
          <p:spPr>
            <a:xfrm>
              <a:off x="7919536" y="3306588"/>
              <a:ext cx="507207" cy="400110"/>
            </a:xfrm>
            <a:prstGeom prst="rect">
              <a:avLst/>
            </a:prstGeom>
            <a:noFill/>
          </p:spPr>
          <p:txBody>
            <a:bodyPr wrap="square" rtlCol="0">
              <a:spAutoFit/>
            </a:bodyPr>
            <a:lstStyle/>
            <a:p>
              <a:pPr algn="ctr"/>
              <a:r>
                <a:rPr lang="en-US" altLang="ja-JP" sz="2000" dirty="0"/>
                <a:t>32</a:t>
              </a:r>
              <a:endParaRPr kumimoji="1" lang="ja-JP" altLang="en-US" sz="2000" dirty="0"/>
            </a:p>
          </p:txBody>
        </p:sp>
        <p:sp>
          <p:nvSpPr>
            <p:cNvPr id="78" name="テキスト ボックス 77">
              <a:extLst>
                <a:ext uri="{FF2B5EF4-FFF2-40B4-BE49-F238E27FC236}">
                  <a16:creationId xmlns:a16="http://schemas.microsoft.com/office/drawing/2014/main" id="{D449C11E-A9CA-F3BE-D33A-8B1BC2608CD9}"/>
                </a:ext>
              </a:extLst>
            </p:cNvPr>
            <p:cNvSpPr txBox="1"/>
            <p:nvPr/>
          </p:nvSpPr>
          <p:spPr>
            <a:xfrm>
              <a:off x="7365432" y="3290127"/>
              <a:ext cx="507207" cy="400110"/>
            </a:xfrm>
            <a:prstGeom prst="rect">
              <a:avLst/>
            </a:prstGeom>
            <a:noFill/>
          </p:spPr>
          <p:txBody>
            <a:bodyPr wrap="square" rtlCol="0">
              <a:spAutoFit/>
            </a:bodyPr>
            <a:lstStyle/>
            <a:p>
              <a:pPr algn="ctr"/>
              <a:r>
                <a:rPr lang="en-US" altLang="ja-JP" sz="2000" dirty="0"/>
                <a:t>33</a:t>
              </a:r>
              <a:endParaRPr kumimoji="1" lang="ja-JP" altLang="en-US" sz="2000" dirty="0"/>
            </a:p>
          </p:txBody>
        </p:sp>
        <p:sp>
          <p:nvSpPr>
            <p:cNvPr id="79" name="テキスト ボックス 78">
              <a:extLst>
                <a:ext uri="{FF2B5EF4-FFF2-40B4-BE49-F238E27FC236}">
                  <a16:creationId xmlns:a16="http://schemas.microsoft.com/office/drawing/2014/main" id="{3C8DBDEA-A53B-5A82-F47A-A0D46C96FBBC}"/>
                </a:ext>
              </a:extLst>
            </p:cNvPr>
            <p:cNvSpPr txBox="1"/>
            <p:nvPr/>
          </p:nvSpPr>
          <p:spPr>
            <a:xfrm>
              <a:off x="6771047" y="3315482"/>
              <a:ext cx="507207" cy="400110"/>
            </a:xfrm>
            <a:prstGeom prst="rect">
              <a:avLst/>
            </a:prstGeom>
            <a:noFill/>
          </p:spPr>
          <p:txBody>
            <a:bodyPr wrap="square" rtlCol="0">
              <a:spAutoFit/>
            </a:bodyPr>
            <a:lstStyle/>
            <a:p>
              <a:pPr algn="ctr"/>
              <a:r>
                <a:rPr lang="en-US" altLang="ja-JP" sz="2000" dirty="0"/>
                <a:t>34</a:t>
              </a:r>
              <a:endParaRPr kumimoji="1" lang="ja-JP" altLang="en-US" sz="2000" dirty="0"/>
            </a:p>
          </p:txBody>
        </p:sp>
        <p:sp>
          <p:nvSpPr>
            <p:cNvPr id="80" name="テキスト ボックス 79">
              <a:extLst>
                <a:ext uri="{FF2B5EF4-FFF2-40B4-BE49-F238E27FC236}">
                  <a16:creationId xmlns:a16="http://schemas.microsoft.com/office/drawing/2014/main" id="{DA25056C-B7AE-4D11-0EB5-02A116FEDA28}"/>
                </a:ext>
              </a:extLst>
            </p:cNvPr>
            <p:cNvSpPr txBox="1"/>
            <p:nvPr/>
          </p:nvSpPr>
          <p:spPr>
            <a:xfrm>
              <a:off x="6131327" y="3321805"/>
              <a:ext cx="507207" cy="400110"/>
            </a:xfrm>
            <a:prstGeom prst="rect">
              <a:avLst/>
            </a:prstGeom>
            <a:noFill/>
          </p:spPr>
          <p:txBody>
            <a:bodyPr wrap="square" rtlCol="0">
              <a:spAutoFit/>
            </a:bodyPr>
            <a:lstStyle/>
            <a:p>
              <a:pPr algn="ctr"/>
              <a:r>
                <a:rPr lang="en-US" altLang="ja-JP" sz="2000" dirty="0"/>
                <a:t>35</a:t>
              </a:r>
              <a:endParaRPr kumimoji="1" lang="ja-JP" altLang="en-US" sz="2000" dirty="0"/>
            </a:p>
          </p:txBody>
        </p:sp>
      </p:grpSp>
      <p:grpSp>
        <p:nvGrpSpPr>
          <p:cNvPr id="88" name="グループ化 87">
            <a:extLst>
              <a:ext uri="{FF2B5EF4-FFF2-40B4-BE49-F238E27FC236}">
                <a16:creationId xmlns:a16="http://schemas.microsoft.com/office/drawing/2014/main" id="{E388834D-C337-4E9D-9BE6-7EF4ABD16C6E}"/>
              </a:ext>
            </a:extLst>
          </p:cNvPr>
          <p:cNvGrpSpPr/>
          <p:nvPr/>
        </p:nvGrpSpPr>
        <p:grpSpPr>
          <a:xfrm>
            <a:off x="7998762" y="3634940"/>
            <a:ext cx="2198034" cy="825274"/>
            <a:chOff x="5532607" y="4052765"/>
            <a:chExt cx="2198034" cy="825274"/>
          </a:xfrm>
        </p:grpSpPr>
        <p:sp>
          <p:nvSpPr>
            <p:cNvPr id="82" name="正方形/長方形 81">
              <a:extLst>
                <a:ext uri="{FF2B5EF4-FFF2-40B4-BE49-F238E27FC236}">
                  <a16:creationId xmlns:a16="http://schemas.microsoft.com/office/drawing/2014/main" id="{0B952BEE-859C-7827-C7EF-710CBC814CB1}"/>
                </a:ext>
              </a:extLst>
            </p:cNvPr>
            <p:cNvSpPr/>
            <p:nvPr/>
          </p:nvSpPr>
          <p:spPr>
            <a:xfrm>
              <a:off x="5580073" y="4052765"/>
              <a:ext cx="94990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Data2</a:t>
              </a:r>
              <a:endParaRPr kumimoji="1" lang="ja-JP" altLang="en-US" sz="2000" dirty="0">
                <a:solidFill>
                  <a:schemeClr val="tx1"/>
                </a:solidFill>
              </a:endParaRPr>
            </a:p>
          </p:txBody>
        </p:sp>
        <p:sp>
          <p:nvSpPr>
            <p:cNvPr id="83" name="正方形/長方形 82">
              <a:extLst>
                <a:ext uri="{FF2B5EF4-FFF2-40B4-BE49-F238E27FC236}">
                  <a16:creationId xmlns:a16="http://schemas.microsoft.com/office/drawing/2014/main" id="{B6573A0F-0A1D-BA1B-D491-2D2871B748BB}"/>
                </a:ext>
              </a:extLst>
            </p:cNvPr>
            <p:cNvSpPr/>
            <p:nvPr/>
          </p:nvSpPr>
          <p:spPr>
            <a:xfrm>
              <a:off x="6529977" y="4052765"/>
              <a:ext cx="94990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Data1</a:t>
              </a:r>
              <a:endParaRPr kumimoji="1" lang="ja-JP" altLang="en-US" sz="2000" dirty="0">
                <a:solidFill>
                  <a:schemeClr val="tx1"/>
                </a:solidFill>
              </a:endParaRPr>
            </a:p>
          </p:txBody>
        </p:sp>
        <p:sp>
          <p:nvSpPr>
            <p:cNvPr id="84" name="テキスト ボックス 83">
              <a:extLst>
                <a:ext uri="{FF2B5EF4-FFF2-40B4-BE49-F238E27FC236}">
                  <a16:creationId xmlns:a16="http://schemas.microsoft.com/office/drawing/2014/main" id="{B65DE57A-68CB-1505-1D37-9685133B511F}"/>
                </a:ext>
              </a:extLst>
            </p:cNvPr>
            <p:cNvSpPr txBox="1"/>
            <p:nvPr/>
          </p:nvSpPr>
          <p:spPr>
            <a:xfrm>
              <a:off x="6441450" y="4443396"/>
              <a:ext cx="507207" cy="400110"/>
            </a:xfrm>
            <a:prstGeom prst="rect">
              <a:avLst/>
            </a:prstGeom>
            <a:noFill/>
          </p:spPr>
          <p:txBody>
            <a:bodyPr wrap="square" rtlCol="0">
              <a:spAutoFit/>
            </a:bodyPr>
            <a:lstStyle/>
            <a:p>
              <a:pPr algn="ctr"/>
              <a:r>
                <a:rPr kumimoji="1" lang="en-US" altLang="ja-JP" sz="2000" dirty="0"/>
                <a:t>1</a:t>
              </a:r>
              <a:r>
                <a:rPr lang="en-US" altLang="ja-JP" sz="2000" dirty="0"/>
                <a:t>5</a:t>
              </a:r>
              <a:endParaRPr kumimoji="1" lang="ja-JP" altLang="en-US" sz="2000" dirty="0"/>
            </a:p>
          </p:txBody>
        </p:sp>
        <p:sp>
          <p:nvSpPr>
            <p:cNvPr id="85" name="テキスト ボックス 84">
              <a:extLst>
                <a:ext uri="{FF2B5EF4-FFF2-40B4-BE49-F238E27FC236}">
                  <a16:creationId xmlns:a16="http://schemas.microsoft.com/office/drawing/2014/main" id="{560A3E6D-AF9F-FC2A-6988-DE8EBC0C8DF4}"/>
                </a:ext>
              </a:extLst>
            </p:cNvPr>
            <p:cNvSpPr txBox="1"/>
            <p:nvPr/>
          </p:nvSpPr>
          <p:spPr>
            <a:xfrm>
              <a:off x="7223434" y="4477929"/>
              <a:ext cx="507207" cy="400110"/>
            </a:xfrm>
            <a:prstGeom prst="rect">
              <a:avLst/>
            </a:prstGeom>
            <a:noFill/>
          </p:spPr>
          <p:txBody>
            <a:bodyPr wrap="square" rtlCol="0">
              <a:spAutoFit/>
            </a:bodyPr>
            <a:lstStyle/>
            <a:p>
              <a:pPr algn="ctr"/>
              <a:r>
                <a:rPr lang="en-US" altLang="ja-JP" sz="2000" dirty="0"/>
                <a:t>0</a:t>
              </a:r>
              <a:endParaRPr kumimoji="1" lang="ja-JP" altLang="en-US" sz="2000" dirty="0"/>
            </a:p>
          </p:txBody>
        </p:sp>
        <p:sp>
          <p:nvSpPr>
            <p:cNvPr id="86" name="テキスト ボックス 85">
              <a:extLst>
                <a:ext uri="{FF2B5EF4-FFF2-40B4-BE49-F238E27FC236}">
                  <a16:creationId xmlns:a16="http://schemas.microsoft.com/office/drawing/2014/main" id="{FFE57409-D64C-6AFD-6892-3EA1182496D4}"/>
                </a:ext>
              </a:extLst>
            </p:cNvPr>
            <p:cNvSpPr txBox="1"/>
            <p:nvPr/>
          </p:nvSpPr>
          <p:spPr>
            <a:xfrm>
              <a:off x="6121842" y="4454420"/>
              <a:ext cx="507207" cy="400110"/>
            </a:xfrm>
            <a:prstGeom prst="rect">
              <a:avLst/>
            </a:prstGeom>
            <a:noFill/>
          </p:spPr>
          <p:txBody>
            <a:bodyPr wrap="square" rtlCol="0">
              <a:spAutoFit/>
            </a:bodyPr>
            <a:lstStyle/>
            <a:p>
              <a:pPr algn="ctr"/>
              <a:r>
                <a:rPr kumimoji="1" lang="en-US" altLang="ja-JP" sz="2000" dirty="0"/>
                <a:t>16</a:t>
              </a:r>
              <a:endParaRPr kumimoji="1" lang="ja-JP" altLang="en-US" sz="2000" dirty="0"/>
            </a:p>
          </p:txBody>
        </p:sp>
        <p:sp>
          <p:nvSpPr>
            <p:cNvPr id="87" name="テキスト ボックス 86">
              <a:extLst>
                <a:ext uri="{FF2B5EF4-FFF2-40B4-BE49-F238E27FC236}">
                  <a16:creationId xmlns:a16="http://schemas.microsoft.com/office/drawing/2014/main" id="{9C22B4BC-FC6C-F68B-474B-D43912F3B67C}"/>
                </a:ext>
              </a:extLst>
            </p:cNvPr>
            <p:cNvSpPr txBox="1"/>
            <p:nvPr/>
          </p:nvSpPr>
          <p:spPr>
            <a:xfrm>
              <a:off x="5532607" y="4477929"/>
              <a:ext cx="507207" cy="400110"/>
            </a:xfrm>
            <a:prstGeom prst="rect">
              <a:avLst/>
            </a:prstGeom>
            <a:noFill/>
          </p:spPr>
          <p:txBody>
            <a:bodyPr wrap="square" rtlCol="0">
              <a:spAutoFit/>
            </a:bodyPr>
            <a:lstStyle/>
            <a:p>
              <a:pPr algn="ctr"/>
              <a:r>
                <a:rPr lang="en-US" altLang="ja-JP" sz="2000" dirty="0"/>
                <a:t>30</a:t>
              </a:r>
              <a:endParaRPr kumimoji="1" lang="ja-JP" altLang="en-US" sz="2000" dirty="0"/>
            </a:p>
          </p:txBody>
        </p:sp>
      </p:grpSp>
      <p:sp>
        <p:nvSpPr>
          <p:cNvPr id="89" name="テキスト ボックス 88">
            <a:extLst>
              <a:ext uri="{FF2B5EF4-FFF2-40B4-BE49-F238E27FC236}">
                <a16:creationId xmlns:a16="http://schemas.microsoft.com/office/drawing/2014/main" id="{6C74096E-B027-DF5C-C98B-4F098A71FA8E}"/>
              </a:ext>
            </a:extLst>
          </p:cNvPr>
          <p:cNvSpPr txBox="1"/>
          <p:nvPr/>
        </p:nvSpPr>
        <p:spPr>
          <a:xfrm>
            <a:off x="7980029" y="3263397"/>
            <a:ext cx="3597929" cy="400110"/>
          </a:xfrm>
          <a:prstGeom prst="rect">
            <a:avLst/>
          </a:prstGeom>
          <a:noFill/>
        </p:spPr>
        <p:txBody>
          <a:bodyPr wrap="square" rtlCol="0">
            <a:spAutoFit/>
          </a:bodyPr>
          <a:lstStyle/>
          <a:p>
            <a:r>
              <a:rPr lang="en-US" altLang="ja-JP" sz="2000" dirty="0"/>
              <a:t>CST_DATA</a:t>
            </a:r>
            <a:endParaRPr kumimoji="1" lang="ja-JP" altLang="en-US" sz="2000" dirty="0"/>
          </a:p>
        </p:txBody>
      </p:sp>
      <p:grpSp>
        <p:nvGrpSpPr>
          <p:cNvPr id="211" name="グループ化 210">
            <a:extLst>
              <a:ext uri="{FF2B5EF4-FFF2-40B4-BE49-F238E27FC236}">
                <a16:creationId xmlns:a16="http://schemas.microsoft.com/office/drawing/2014/main" id="{B55E8CC6-2638-4E5B-898E-18F2FC12066F}"/>
              </a:ext>
            </a:extLst>
          </p:cNvPr>
          <p:cNvGrpSpPr/>
          <p:nvPr/>
        </p:nvGrpSpPr>
        <p:grpSpPr>
          <a:xfrm>
            <a:off x="891752" y="4771017"/>
            <a:ext cx="9167877" cy="822572"/>
            <a:chOff x="832391" y="5212118"/>
            <a:chExt cx="9167877" cy="822572"/>
          </a:xfrm>
        </p:grpSpPr>
        <p:grpSp>
          <p:nvGrpSpPr>
            <p:cNvPr id="186" name="グループ化 185">
              <a:extLst>
                <a:ext uri="{FF2B5EF4-FFF2-40B4-BE49-F238E27FC236}">
                  <a16:creationId xmlns:a16="http://schemas.microsoft.com/office/drawing/2014/main" id="{A49BA5E3-E79B-AEF7-1BDB-AD482EF4738C}"/>
                </a:ext>
              </a:extLst>
            </p:cNvPr>
            <p:cNvGrpSpPr/>
            <p:nvPr/>
          </p:nvGrpSpPr>
          <p:grpSpPr>
            <a:xfrm>
              <a:off x="832391" y="5212118"/>
              <a:ext cx="7521733" cy="822572"/>
              <a:chOff x="1056032" y="2487604"/>
              <a:chExt cx="7521733" cy="822572"/>
            </a:xfrm>
          </p:grpSpPr>
          <p:grpSp>
            <p:nvGrpSpPr>
              <p:cNvPr id="187" name="グループ化 186">
                <a:extLst>
                  <a:ext uri="{FF2B5EF4-FFF2-40B4-BE49-F238E27FC236}">
                    <a16:creationId xmlns:a16="http://schemas.microsoft.com/office/drawing/2014/main" id="{9EAE5FCE-C2A2-4834-823C-ADA1FD076EDF}"/>
                  </a:ext>
                </a:extLst>
              </p:cNvPr>
              <p:cNvGrpSpPr/>
              <p:nvPr/>
            </p:nvGrpSpPr>
            <p:grpSpPr>
              <a:xfrm>
                <a:off x="1309636" y="2487604"/>
                <a:ext cx="7153586" cy="390643"/>
                <a:chOff x="928636" y="2807245"/>
                <a:chExt cx="7153586" cy="390643"/>
              </a:xfrm>
            </p:grpSpPr>
            <p:sp>
              <p:nvSpPr>
                <p:cNvPr id="200" name="正方形/長方形 199">
                  <a:extLst>
                    <a:ext uri="{FF2B5EF4-FFF2-40B4-BE49-F238E27FC236}">
                      <a16:creationId xmlns:a16="http://schemas.microsoft.com/office/drawing/2014/main" id="{7FC52597-1E7C-40F9-CC95-59FD5A7E2194}"/>
                    </a:ext>
                  </a:extLst>
                </p:cNvPr>
                <p:cNvSpPr/>
                <p:nvPr/>
              </p:nvSpPr>
              <p:spPr>
                <a:xfrm>
                  <a:off x="928636" y="2807257"/>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color</a:t>
                  </a:r>
                  <a:endParaRPr kumimoji="1" lang="ja-JP" altLang="en-US" sz="2000" dirty="0">
                    <a:solidFill>
                      <a:schemeClr val="tx1"/>
                    </a:solidFill>
                  </a:endParaRPr>
                </a:p>
              </p:txBody>
            </p:sp>
            <p:sp>
              <p:nvSpPr>
                <p:cNvPr id="201" name="正方形/長方形 200">
                  <a:extLst>
                    <a:ext uri="{FF2B5EF4-FFF2-40B4-BE49-F238E27FC236}">
                      <a16:creationId xmlns:a16="http://schemas.microsoft.com/office/drawing/2014/main" id="{36302898-C2E6-B09C-8F44-0F8BC79FA8A7}"/>
                    </a:ext>
                  </a:extLst>
                </p:cNvPr>
                <p:cNvSpPr/>
                <p:nvPr/>
              </p:nvSpPr>
              <p:spPr>
                <a:xfrm>
                  <a:off x="2080010"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gen</a:t>
                  </a:r>
                  <a:endParaRPr kumimoji="1" lang="ja-JP" altLang="en-US" sz="2000" dirty="0">
                    <a:solidFill>
                      <a:schemeClr val="tx1"/>
                    </a:solidFill>
                  </a:endParaRPr>
                </a:p>
              </p:txBody>
            </p:sp>
            <p:sp>
              <p:nvSpPr>
                <p:cNvPr id="202" name="正方形/長方形 201">
                  <a:extLst>
                    <a:ext uri="{FF2B5EF4-FFF2-40B4-BE49-F238E27FC236}">
                      <a16:creationId xmlns:a16="http://schemas.microsoft.com/office/drawing/2014/main" id="{821FF7A1-A24F-6751-107C-621021F4BE7A}"/>
                    </a:ext>
                  </a:extLst>
                </p:cNvPr>
                <p:cNvSpPr/>
                <p:nvPr/>
              </p:nvSpPr>
              <p:spPr>
                <a:xfrm>
                  <a:off x="3231384"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DEST</a:t>
                  </a:r>
                  <a:endParaRPr kumimoji="1" lang="ja-JP" altLang="en-US" sz="2000" dirty="0">
                    <a:solidFill>
                      <a:schemeClr val="tx1"/>
                    </a:solidFill>
                  </a:endParaRPr>
                </a:p>
              </p:txBody>
            </p:sp>
            <p:sp>
              <p:nvSpPr>
                <p:cNvPr id="203" name="正方形/長方形 202">
                  <a:extLst>
                    <a:ext uri="{FF2B5EF4-FFF2-40B4-BE49-F238E27FC236}">
                      <a16:creationId xmlns:a16="http://schemas.microsoft.com/office/drawing/2014/main" id="{D045D31A-5916-8FB5-4364-34B172C0E70D}"/>
                    </a:ext>
                  </a:extLst>
                </p:cNvPr>
                <p:cNvSpPr/>
                <p:nvPr/>
              </p:nvSpPr>
              <p:spPr>
                <a:xfrm>
                  <a:off x="4382758" y="2807256"/>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a:t>
                  </a:r>
                  <a:endParaRPr kumimoji="1" lang="ja-JP" altLang="en-US" sz="2000" dirty="0">
                    <a:solidFill>
                      <a:schemeClr val="tx1"/>
                    </a:solidFill>
                  </a:endParaRPr>
                </a:p>
              </p:txBody>
            </p:sp>
            <p:sp>
              <p:nvSpPr>
                <p:cNvPr id="204" name="正方形/長方形 203">
                  <a:extLst>
                    <a:ext uri="{FF2B5EF4-FFF2-40B4-BE49-F238E27FC236}">
                      <a16:creationId xmlns:a16="http://schemas.microsoft.com/office/drawing/2014/main" id="{E2B96E74-AAE9-D66A-755D-571DA1A847CA}"/>
                    </a:ext>
                  </a:extLst>
                </p:cNvPr>
                <p:cNvSpPr/>
                <p:nvPr/>
              </p:nvSpPr>
              <p:spPr>
                <a:xfrm>
                  <a:off x="4922044" y="2807255"/>
                  <a:ext cx="583207"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MF</a:t>
                  </a:r>
                  <a:endParaRPr kumimoji="1" lang="ja-JP" altLang="en-US" sz="2000" dirty="0">
                    <a:solidFill>
                      <a:schemeClr val="tx1"/>
                    </a:solidFill>
                  </a:endParaRPr>
                </a:p>
              </p:txBody>
            </p:sp>
            <p:sp>
              <p:nvSpPr>
                <p:cNvPr id="205" name="正方形/長方形 204">
                  <a:extLst>
                    <a:ext uri="{FF2B5EF4-FFF2-40B4-BE49-F238E27FC236}">
                      <a16:creationId xmlns:a16="http://schemas.microsoft.com/office/drawing/2014/main" id="{A5488418-E5B5-AC88-1603-77230EA20869}"/>
                    </a:ext>
                  </a:extLst>
                </p:cNvPr>
                <p:cNvSpPr/>
                <p:nvPr/>
              </p:nvSpPr>
              <p:spPr>
                <a:xfrm>
                  <a:off x="5502870" y="2807245"/>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C</a:t>
                  </a:r>
                  <a:endParaRPr kumimoji="1" lang="ja-JP" altLang="en-US" sz="2000" dirty="0">
                    <a:solidFill>
                      <a:schemeClr val="tx1"/>
                    </a:solidFill>
                  </a:endParaRPr>
                </a:p>
              </p:txBody>
            </p:sp>
            <p:sp>
              <p:nvSpPr>
                <p:cNvPr id="206" name="正方形/長方形 205">
                  <a:extLst>
                    <a:ext uri="{FF2B5EF4-FFF2-40B4-BE49-F238E27FC236}">
                      <a16:creationId xmlns:a16="http://schemas.microsoft.com/office/drawing/2014/main" id="{48B7A3AC-A329-B39A-A9C6-06424B3146EE}"/>
                    </a:ext>
                  </a:extLst>
                </p:cNvPr>
                <p:cNvSpPr/>
                <p:nvPr/>
              </p:nvSpPr>
              <p:spPr>
                <a:xfrm>
                  <a:off x="6042156" y="2807245"/>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a:t>
                  </a:r>
                  <a:endParaRPr kumimoji="1" lang="ja-JP" altLang="en-US" sz="2000" dirty="0">
                    <a:solidFill>
                      <a:schemeClr val="tx1"/>
                    </a:solidFill>
                  </a:endParaRPr>
                </a:p>
              </p:txBody>
            </p:sp>
            <p:sp>
              <p:nvSpPr>
                <p:cNvPr id="207" name="正方形/長方形 206">
                  <a:extLst>
                    <a:ext uri="{FF2B5EF4-FFF2-40B4-BE49-F238E27FC236}">
                      <a16:creationId xmlns:a16="http://schemas.microsoft.com/office/drawing/2014/main" id="{01276057-312C-2D5C-C836-ED07B9C65EA6}"/>
                    </a:ext>
                  </a:extLst>
                </p:cNvPr>
                <p:cNvSpPr/>
                <p:nvPr/>
              </p:nvSpPr>
              <p:spPr>
                <a:xfrm>
                  <a:off x="6579061" y="2807245"/>
                  <a:ext cx="150316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Data</a:t>
                  </a:r>
                  <a:endParaRPr kumimoji="1" lang="ja-JP" altLang="en-US" sz="2000" dirty="0">
                    <a:solidFill>
                      <a:schemeClr val="tx1"/>
                    </a:solidFill>
                  </a:endParaRPr>
                </a:p>
              </p:txBody>
            </p:sp>
          </p:grpSp>
          <p:sp>
            <p:nvSpPr>
              <p:cNvPr id="188" name="テキスト ボックス 187">
                <a:extLst>
                  <a:ext uri="{FF2B5EF4-FFF2-40B4-BE49-F238E27FC236}">
                    <a16:creationId xmlns:a16="http://schemas.microsoft.com/office/drawing/2014/main" id="{9D95A41B-E93E-F5BE-6F58-13F9CC793C25}"/>
                  </a:ext>
                </a:extLst>
              </p:cNvPr>
              <p:cNvSpPr txBox="1"/>
              <p:nvPr/>
            </p:nvSpPr>
            <p:spPr>
              <a:xfrm>
                <a:off x="1056032" y="2910066"/>
                <a:ext cx="507207" cy="400110"/>
              </a:xfrm>
              <a:prstGeom prst="rect">
                <a:avLst/>
              </a:prstGeom>
              <a:noFill/>
            </p:spPr>
            <p:txBody>
              <a:bodyPr wrap="square" rtlCol="0">
                <a:spAutoFit/>
              </a:bodyPr>
              <a:lstStyle/>
              <a:p>
                <a:pPr algn="ctr"/>
                <a:r>
                  <a:rPr lang="en-US" altLang="ja-JP" sz="2000" dirty="0"/>
                  <a:t>53</a:t>
                </a:r>
                <a:endParaRPr kumimoji="1" lang="ja-JP" altLang="en-US" sz="2000" dirty="0"/>
              </a:p>
            </p:txBody>
          </p:sp>
          <p:sp>
            <p:nvSpPr>
              <p:cNvPr id="189" name="テキスト ボックス 188">
                <a:extLst>
                  <a:ext uri="{FF2B5EF4-FFF2-40B4-BE49-F238E27FC236}">
                    <a16:creationId xmlns:a16="http://schemas.microsoft.com/office/drawing/2014/main" id="{91AE0BB9-E06E-94EF-13B8-110FD44875D3}"/>
                  </a:ext>
                </a:extLst>
              </p:cNvPr>
              <p:cNvSpPr txBox="1"/>
              <p:nvPr/>
            </p:nvSpPr>
            <p:spPr>
              <a:xfrm>
                <a:off x="2049618" y="2910065"/>
                <a:ext cx="507207" cy="400110"/>
              </a:xfrm>
              <a:prstGeom prst="rect">
                <a:avLst/>
              </a:prstGeom>
              <a:noFill/>
            </p:spPr>
            <p:txBody>
              <a:bodyPr wrap="square" rtlCol="0">
                <a:spAutoFit/>
              </a:bodyPr>
              <a:lstStyle/>
              <a:p>
                <a:pPr algn="ctr"/>
                <a:r>
                  <a:rPr lang="en-US" altLang="ja-JP" sz="2000" dirty="0"/>
                  <a:t>51</a:t>
                </a:r>
                <a:endParaRPr kumimoji="1" lang="ja-JP" altLang="en-US" sz="2000" dirty="0"/>
              </a:p>
            </p:txBody>
          </p:sp>
          <p:sp>
            <p:nvSpPr>
              <p:cNvPr id="190" name="テキスト ボックス 189">
                <a:extLst>
                  <a:ext uri="{FF2B5EF4-FFF2-40B4-BE49-F238E27FC236}">
                    <a16:creationId xmlns:a16="http://schemas.microsoft.com/office/drawing/2014/main" id="{A4191FB9-8E78-8AA3-3B9A-9CF9E30C5ACA}"/>
                  </a:ext>
                </a:extLst>
              </p:cNvPr>
              <p:cNvSpPr txBox="1"/>
              <p:nvPr/>
            </p:nvSpPr>
            <p:spPr>
              <a:xfrm>
                <a:off x="3190612" y="2896255"/>
                <a:ext cx="507207" cy="400110"/>
              </a:xfrm>
              <a:prstGeom prst="rect">
                <a:avLst/>
              </a:prstGeom>
              <a:noFill/>
            </p:spPr>
            <p:txBody>
              <a:bodyPr wrap="square" rtlCol="0">
                <a:spAutoFit/>
              </a:bodyPr>
              <a:lstStyle/>
              <a:p>
                <a:pPr algn="ctr"/>
                <a:r>
                  <a:rPr kumimoji="1" lang="en-US" altLang="ja-JP" sz="2000" dirty="0"/>
                  <a:t>43</a:t>
                </a:r>
                <a:endParaRPr kumimoji="1" lang="ja-JP" altLang="en-US" sz="2000" dirty="0"/>
              </a:p>
            </p:txBody>
          </p:sp>
          <p:sp>
            <p:nvSpPr>
              <p:cNvPr id="191" name="テキスト ボックス 190">
                <a:extLst>
                  <a:ext uri="{FF2B5EF4-FFF2-40B4-BE49-F238E27FC236}">
                    <a16:creationId xmlns:a16="http://schemas.microsoft.com/office/drawing/2014/main" id="{BB6DBDF2-2326-11CC-EE29-7862C4EA864B}"/>
                  </a:ext>
                </a:extLst>
              </p:cNvPr>
              <p:cNvSpPr txBox="1"/>
              <p:nvPr/>
            </p:nvSpPr>
            <p:spPr>
              <a:xfrm>
                <a:off x="4379381" y="2894707"/>
                <a:ext cx="507207" cy="400110"/>
              </a:xfrm>
              <a:prstGeom prst="rect">
                <a:avLst/>
              </a:prstGeom>
              <a:noFill/>
            </p:spPr>
            <p:txBody>
              <a:bodyPr wrap="square" rtlCol="0">
                <a:spAutoFit/>
              </a:bodyPr>
              <a:lstStyle/>
              <a:p>
                <a:pPr algn="ctr"/>
                <a:r>
                  <a:rPr kumimoji="1" lang="en-US" altLang="ja-JP" sz="2000" dirty="0"/>
                  <a:t>36</a:t>
                </a:r>
                <a:endParaRPr kumimoji="1" lang="ja-JP" altLang="en-US" sz="2000" dirty="0"/>
              </a:p>
            </p:txBody>
          </p:sp>
          <p:sp>
            <p:nvSpPr>
              <p:cNvPr id="192" name="テキスト ボックス 191">
                <a:extLst>
                  <a:ext uri="{FF2B5EF4-FFF2-40B4-BE49-F238E27FC236}">
                    <a16:creationId xmlns:a16="http://schemas.microsoft.com/office/drawing/2014/main" id="{EB603D17-A314-45F3-57EE-3786B7349E8C}"/>
                  </a:ext>
                </a:extLst>
              </p:cNvPr>
              <p:cNvSpPr txBox="1"/>
              <p:nvPr/>
            </p:nvSpPr>
            <p:spPr>
              <a:xfrm>
                <a:off x="3531393" y="2894707"/>
                <a:ext cx="507207" cy="400110"/>
              </a:xfrm>
              <a:prstGeom prst="rect">
                <a:avLst/>
              </a:prstGeom>
              <a:noFill/>
            </p:spPr>
            <p:txBody>
              <a:bodyPr wrap="square" rtlCol="0">
                <a:spAutoFit/>
              </a:bodyPr>
              <a:lstStyle/>
              <a:p>
                <a:pPr algn="ctr"/>
                <a:r>
                  <a:rPr kumimoji="1" lang="en-US" altLang="ja-JP" sz="2000" dirty="0"/>
                  <a:t>42</a:t>
                </a:r>
                <a:endParaRPr kumimoji="1" lang="ja-JP" altLang="en-US" sz="2000" dirty="0"/>
              </a:p>
            </p:txBody>
          </p:sp>
          <p:sp>
            <p:nvSpPr>
              <p:cNvPr id="193" name="テキスト ボックス 192">
                <a:extLst>
                  <a:ext uri="{FF2B5EF4-FFF2-40B4-BE49-F238E27FC236}">
                    <a16:creationId xmlns:a16="http://schemas.microsoft.com/office/drawing/2014/main" id="{758B0FE8-5EF6-B59C-EDB0-6695DE1E4D38}"/>
                  </a:ext>
                </a:extLst>
              </p:cNvPr>
              <p:cNvSpPr txBox="1"/>
              <p:nvPr/>
            </p:nvSpPr>
            <p:spPr>
              <a:xfrm>
                <a:off x="2378279" y="2910065"/>
                <a:ext cx="507207" cy="400110"/>
              </a:xfrm>
              <a:prstGeom prst="rect">
                <a:avLst/>
              </a:prstGeom>
              <a:noFill/>
            </p:spPr>
            <p:txBody>
              <a:bodyPr wrap="square" rtlCol="0">
                <a:spAutoFit/>
              </a:bodyPr>
              <a:lstStyle/>
              <a:p>
                <a:pPr algn="ctr"/>
                <a:r>
                  <a:rPr lang="en-US" altLang="ja-JP" sz="2000" dirty="0"/>
                  <a:t>50</a:t>
                </a:r>
                <a:endParaRPr kumimoji="1" lang="ja-JP" altLang="en-US" sz="2000" dirty="0"/>
              </a:p>
            </p:txBody>
          </p:sp>
          <p:sp>
            <p:nvSpPr>
              <p:cNvPr id="194" name="テキスト ボックス 193">
                <a:extLst>
                  <a:ext uri="{FF2B5EF4-FFF2-40B4-BE49-F238E27FC236}">
                    <a16:creationId xmlns:a16="http://schemas.microsoft.com/office/drawing/2014/main" id="{EB194265-D211-F8B3-17E1-A5F19D5B53AD}"/>
                  </a:ext>
                </a:extLst>
              </p:cNvPr>
              <p:cNvSpPr txBox="1"/>
              <p:nvPr/>
            </p:nvSpPr>
            <p:spPr>
              <a:xfrm>
                <a:off x="4795837" y="2894707"/>
                <a:ext cx="507207" cy="400110"/>
              </a:xfrm>
              <a:prstGeom prst="rect">
                <a:avLst/>
              </a:prstGeom>
              <a:noFill/>
            </p:spPr>
            <p:txBody>
              <a:bodyPr wrap="square" rtlCol="0">
                <a:spAutoFit/>
              </a:bodyPr>
              <a:lstStyle/>
              <a:p>
                <a:pPr algn="ctr"/>
                <a:r>
                  <a:rPr lang="en-US" altLang="ja-JP" sz="2000" dirty="0"/>
                  <a:t>35</a:t>
                </a:r>
                <a:endParaRPr kumimoji="1" lang="ja-JP" altLang="en-US" sz="2000" dirty="0"/>
              </a:p>
            </p:txBody>
          </p:sp>
          <p:sp>
            <p:nvSpPr>
              <p:cNvPr id="195" name="テキスト ボックス 194">
                <a:extLst>
                  <a:ext uri="{FF2B5EF4-FFF2-40B4-BE49-F238E27FC236}">
                    <a16:creationId xmlns:a16="http://schemas.microsoft.com/office/drawing/2014/main" id="{BA3D8941-0994-19AA-466B-0BB8A1C4473A}"/>
                  </a:ext>
                </a:extLst>
              </p:cNvPr>
              <p:cNvSpPr txBox="1"/>
              <p:nvPr/>
            </p:nvSpPr>
            <p:spPr>
              <a:xfrm>
                <a:off x="5325192" y="2894707"/>
                <a:ext cx="507207" cy="400110"/>
              </a:xfrm>
              <a:prstGeom prst="rect">
                <a:avLst/>
              </a:prstGeom>
              <a:noFill/>
            </p:spPr>
            <p:txBody>
              <a:bodyPr wrap="square" rtlCol="0">
                <a:spAutoFit/>
              </a:bodyPr>
              <a:lstStyle/>
              <a:p>
                <a:pPr algn="ctr"/>
                <a:r>
                  <a:rPr lang="en-US" altLang="ja-JP" sz="2000" dirty="0"/>
                  <a:t>34</a:t>
                </a:r>
                <a:endParaRPr kumimoji="1" lang="ja-JP" altLang="en-US" sz="2000" dirty="0"/>
              </a:p>
            </p:txBody>
          </p:sp>
          <p:sp>
            <p:nvSpPr>
              <p:cNvPr id="196" name="テキスト ボックス 195">
                <a:extLst>
                  <a:ext uri="{FF2B5EF4-FFF2-40B4-BE49-F238E27FC236}">
                    <a16:creationId xmlns:a16="http://schemas.microsoft.com/office/drawing/2014/main" id="{188DBFF7-1832-7C7C-50AD-1D9D16A0EDD4}"/>
                  </a:ext>
                </a:extLst>
              </p:cNvPr>
              <p:cNvSpPr txBox="1"/>
              <p:nvPr/>
            </p:nvSpPr>
            <p:spPr>
              <a:xfrm>
                <a:off x="5898963" y="2878235"/>
                <a:ext cx="507207" cy="400110"/>
              </a:xfrm>
              <a:prstGeom prst="rect">
                <a:avLst/>
              </a:prstGeom>
              <a:noFill/>
            </p:spPr>
            <p:txBody>
              <a:bodyPr wrap="square" rtlCol="0">
                <a:spAutoFit/>
              </a:bodyPr>
              <a:lstStyle/>
              <a:p>
                <a:pPr algn="ctr"/>
                <a:r>
                  <a:rPr lang="en-US" altLang="ja-JP" sz="2000" dirty="0"/>
                  <a:t>33</a:t>
                </a:r>
                <a:endParaRPr kumimoji="1" lang="ja-JP" altLang="en-US" sz="2000" dirty="0"/>
              </a:p>
            </p:txBody>
          </p:sp>
          <p:sp>
            <p:nvSpPr>
              <p:cNvPr id="197" name="テキスト ボックス 196">
                <a:extLst>
                  <a:ext uri="{FF2B5EF4-FFF2-40B4-BE49-F238E27FC236}">
                    <a16:creationId xmlns:a16="http://schemas.microsoft.com/office/drawing/2014/main" id="{8D53A9AC-5ABB-B421-9916-99AE441ECE4F}"/>
                  </a:ext>
                </a:extLst>
              </p:cNvPr>
              <p:cNvSpPr txBox="1"/>
              <p:nvPr/>
            </p:nvSpPr>
            <p:spPr>
              <a:xfrm>
                <a:off x="6439195" y="2878235"/>
                <a:ext cx="507207" cy="400110"/>
              </a:xfrm>
              <a:prstGeom prst="rect">
                <a:avLst/>
              </a:prstGeom>
              <a:noFill/>
            </p:spPr>
            <p:txBody>
              <a:bodyPr wrap="square" rtlCol="0">
                <a:spAutoFit/>
              </a:bodyPr>
              <a:lstStyle/>
              <a:p>
                <a:pPr algn="ctr"/>
                <a:r>
                  <a:rPr lang="en-US" altLang="ja-JP" sz="2000" dirty="0"/>
                  <a:t>32</a:t>
                </a:r>
                <a:endParaRPr kumimoji="1" lang="ja-JP" altLang="en-US" sz="2000" dirty="0"/>
              </a:p>
            </p:txBody>
          </p:sp>
          <p:sp>
            <p:nvSpPr>
              <p:cNvPr id="198" name="テキスト ボックス 197">
                <a:extLst>
                  <a:ext uri="{FF2B5EF4-FFF2-40B4-BE49-F238E27FC236}">
                    <a16:creationId xmlns:a16="http://schemas.microsoft.com/office/drawing/2014/main" id="{E0111F35-B13A-A386-ABCB-D48D43CBD3F9}"/>
                  </a:ext>
                </a:extLst>
              </p:cNvPr>
              <p:cNvSpPr txBox="1"/>
              <p:nvPr/>
            </p:nvSpPr>
            <p:spPr>
              <a:xfrm>
                <a:off x="6867075" y="2878235"/>
                <a:ext cx="507207" cy="400110"/>
              </a:xfrm>
              <a:prstGeom prst="rect">
                <a:avLst/>
              </a:prstGeom>
              <a:noFill/>
            </p:spPr>
            <p:txBody>
              <a:bodyPr wrap="square" rtlCol="0">
                <a:spAutoFit/>
              </a:bodyPr>
              <a:lstStyle/>
              <a:p>
                <a:pPr algn="ctr"/>
                <a:r>
                  <a:rPr lang="en-US" altLang="ja-JP" sz="2000" dirty="0"/>
                  <a:t>31</a:t>
                </a:r>
                <a:endParaRPr kumimoji="1" lang="ja-JP" altLang="en-US" sz="2000" dirty="0"/>
              </a:p>
            </p:txBody>
          </p:sp>
          <p:sp>
            <p:nvSpPr>
              <p:cNvPr id="199" name="テキスト ボックス 198">
                <a:extLst>
                  <a:ext uri="{FF2B5EF4-FFF2-40B4-BE49-F238E27FC236}">
                    <a16:creationId xmlns:a16="http://schemas.microsoft.com/office/drawing/2014/main" id="{AD2995E3-5295-C463-656B-2F93AAA70703}"/>
                  </a:ext>
                </a:extLst>
              </p:cNvPr>
              <p:cNvSpPr txBox="1"/>
              <p:nvPr/>
            </p:nvSpPr>
            <p:spPr>
              <a:xfrm>
                <a:off x="8070558" y="2869198"/>
                <a:ext cx="507207" cy="400110"/>
              </a:xfrm>
              <a:prstGeom prst="rect">
                <a:avLst/>
              </a:prstGeom>
              <a:noFill/>
            </p:spPr>
            <p:txBody>
              <a:bodyPr wrap="square" rtlCol="0">
                <a:spAutoFit/>
              </a:bodyPr>
              <a:lstStyle/>
              <a:p>
                <a:pPr algn="ctr"/>
                <a:r>
                  <a:rPr kumimoji="1" lang="en-US" altLang="ja-JP" sz="2000" dirty="0"/>
                  <a:t>16</a:t>
                </a:r>
                <a:endParaRPr kumimoji="1" lang="ja-JP" altLang="en-US" sz="2000" dirty="0"/>
              </a:p>
            </p:txBody>
          </p:sp>
        </p:grpSp>
        <p:sp>
          <p:nvSpPr>
            <p:cNvPr id="208" name="正方形/長方形 207">
              <a:extLst>
                <a:ext uri="{FF2B5EF4-FFF2-40B4-BE49-F238E27FC236}">
                  <a16:creationId xmlns:a16="http://schemas.microsoft.com/office/drawing/2014/main" id="{3E46A705-F24A-D64C-EEDB-F0BFD15D737C}"/>
                </a:ext>
              </a:extLst>
            </p:cNvPr>
            <p:cNvSpPr/>
            <p:nvPr/>
          </p:nvSpPr>
          <p:spPr>
            <a:xfrm>
              <a:off x="8237117" y="5212118"/>
              <a:ext cx="150316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Data</a:t>
              </a:r>
              <a:endParaRPr kumimoji="1" lang="ja-JP" altLang="en-US" sz="2000" dirty="0">
                <a:solidFill>
                  <a:schemeClr val="tx1"/>
                </a:solidFill>
              </a:endParaRPr>
            </a:p>
          </p:txBody>
        </p:sp>
        <p:sp>
          <p:nvSpPr>
            <p:cNvPr id="209" name="テキスト ボックス 208">
              <a:extLst>
                <a:ext uri="{FF2B5EF4-FFF2-40B4-BE49-F238E27FC236}">
                  <a16:creationId xmlns:a16="http://schemas.microsoft.com/office/drawing/2014/main" id="{64FB879C-4C79-33EB-89D2-D56A0582A032}"/>
                </a:ext>
              </a:extLst>
            </p:cNvPr>
            <p:cNvSpPr txBox="1"/>
            <p:nvPr/>
          </p:nvSpPr>
          <p:spPr>
            <a:xfrm>
              <a:off x="9493061" y="5593712"/>
              <a:ext cx="507207" cy="400110"/>
            </a:xfrm>
            <a:prstGeom prst="rect">
              <a:avLst/>
            </a:prstGeom>
            <a:noFill/>
          </p:spPr>
          <p:txBody>
            <a:bodyPr wrap="square" rtlCol="0">
              <a:spAutoFit/>
            </a:bodyPr>
            <a:lstStyle/>
            <a:p>
              <a:pPr algn="ctr"/>
              <a:r>
                <a:rPr lang="en-US" altLang="ja-JP" sz="2000" dirty="0"/>
                <a:t>0</a:t>
              </a:r>
              <a:endParaRPr kumimoji="1" lang="ja-JP" altLang="en-US" sz="2000" dirty="0"/>
            </a:p>
          </p:txBody>
        </p:sp>
        <p:sp>
          <p:nvSpPr>
            <p:cNvPr id="210" name="テキスト ボックス 209">
              <a:extLst>
                <a:ext uri="{FF2B5EF4-FFF2-40B4-BE49-F238E27FC236}">
                  <a16:creationId xmlns:a16="http://schemas.microsoft.com/office/drawing/2014/main" id="{57605890-5C1F-2274-26C1-97E0C0CF2AFB}"/>
                </a:ext>
              </a:extLst>
            </p:cNvPr>
            <p:cNvSpPr txBox="1"/>
            <p:nvPr/>
          </p:nvSpPr>
          <p:spPr>
            <a:xfrm>
              <a:off x="8205509" y="5604118"/>
              <a:ext cx="507207" cy="400110"/>
            </a:xfrm>
            <a:prstGeom prst="rect">
              <a:avLst/>
            </a:prstGeom>
            <a:noFill/>
          </p:spPr>
          <p:txBody>
            <a:bodyPr wrap="square" rtlCol="0">
              <a:spAutoFit/>
            </a:bodyPr>
            <a:lstStyle/>
            <a:p>
              <a:pPr algn="ctr"/>
              <a:r>
                <a:rPr kumimoji="1" lang="en-US" altLang="ja-JP" sz="2000" dirty="0"/>
                <a:t>15</a:t>
              </a:r>
              <a:endParaRPr kumimoji="1" lang="ja-JP" altLang="en-US" sz="2000" dirty="0"/>
            </a:p>
          </p:txBody>
        </p:sp>
      </p:grpSp>
      <p:sp>
        <p:nvSpPr>
          <p:cNvPr id="212" name="テキスト ボックス 211">
            <a:extLst>
              <a:ext uri="{FF2B5EF4-FFF2-40B4-BE49-F238E27FC236}">
                <a16:creationId xmlns:a16="http://schemas.microsoft.com/office/drawing/2014/main" id="{100FA9BB-545D-60D0-B76C-38FFD04B1D85}"/>
              </a:ext>
            </a:extLst>
          </p:cNvPr>
          <p:cNvSpPr txBox="1"/>
          <p:nvPr/>
        </p:nvSpPr>
        <p:spPr>
          <a:xfrm>
            <a:off x="838199" y="5724366"/>
            <a:ext cx="3597929" cy="400110"/>
          </a:xfrm>
          <a:prstGeom prst="rect">
            <a:avLst/>
          </a:prstGeom>
          <a:noFill/>
        </p:spPr>
        <p:txBody>
          <a:bodyPr wrap="square" rtlCol="0">
            <a:spAutoFit/>
          </a:bodyPr>
          <a:lstStyle/>
          <a:p>
            <a:r>
              <a:rPr kumimoji="1" lang="en-US" altLang="ja-JP" sz="2000" dirty="0"/>
              <a:t>PACKET_OUT1,2</a:t>
            </a:r>
            <a:endParaRPr kumimoji="1" lang="ja-JP" altLang="en-US" sz="2000" dirty="0"/>
          </a:p>
        </p:txBody>
      </p:sp>
      <p:grpSp>
        <p:nvGrpSpPr>
          <p:cNvPr id="214" name="グループ化 213">
            <a:extLst>
              <a:ext uri="{FF2B5EF4-FFF2-40B4-BE49-F238E27FC236}">
                <a16:creationId xmlns:a16="http://schemas.microsoft.com/office/drawing/2014/main" id="{9D05CD27-7FEB-BB97-57BC-E19973DB170C}"/>
              </a:ext>
            </a:extLst>
          </p:cNvPr>
          <p:cNvGrpSpPr/>
          <p:nvPr/>
        </p:nvGrpSpPr>
        <p:grpSpPr>
          <a:xfrm>
            <a:off x="2860570" y="5646533"/>
            <a:ext cx="8035219" cy="824408"/>
            <a:chOff x="832391" y="5210282"/>
            <a:chExt cx="8035219" cy="824408"/>
          </a:xfrm>
        </p:grpSpPr>
        <p:grpSp>
          <p:nvGrpSpPr>
            <p:cNvPr id="215" name="グループ化 214">
              <a:extLst>
                <a:ext uri="{FF2B5EF4-FFF2-40B4-BE49-F238E27FC236}">
                  <a16:creationId xmlns:a16="http://schemas.microsoft.com/office/drawing/2014/main" id="{8C9CE788-101D-E99E-B44A-B85D16DEE446}"/>
                </a:ext>
              </a:extLst>
            </p:cNvPr>
            <p:cNvGrpSpPr/>
            <p:nvPr/>
          </p:nvGrpSpPr>
          <p:grpSpPr>
            <a:xfrm>
              <a:off x="832391" y="5210282"/>
              <a:ext cx="6389075" cy="824408"/>
              <a:chOff x="1056032" y="2485768"/>
              <a:chExt cx="6389075" cy="824408"/>
            </a:xfrm>
          </p:grpSpPr>
          <p:grpSp>
            <p:nvGrpSpPr>
              <p:cNvPr id="219" name="グループ化 218">
                <a:extLst>
                  <a:ext uri="{FF2B5EF4-FFF2-40B4-BE49-F238E27FC236}">
                    <a16:creationId xmlns:a16="http://schemas.microsoft.com/office/drawing/2014/main" id="{332097D9-8B39-03C7-8665-677476CDCAAC}"/>
                  </a:ext>
                </a:extLst>
              </p:cNvPr>
              <p:cNvGrpSpPr/>
              <p:nvPr/>
            </p:nvGrpSpPr>
            <p:grpSpPr>
              <a:xfrm>
                <a:off x="1309636" y="2485768"/>
                <a:ext cx="6020928" cy="392479"/>
                <a:chOff x="928636" y="2805409"/>
                <a:chExt cx="6020928" cy="392479"/>
              </a:xfrm>
            </p:grpSpPr>
            <p:sp>
              <p:nvSpPr>
                <p:cNvPr id="232" name="正方形/長方形 231">
                  <a:extLst>
                    <a:ext uri="{FF2B5EF4-FFF2-40B4-BE49-F238E27FC236}">
                      <a16:creationId xmlns:a16="http://schemas.microsoft.com/office/drawing/2014/main" id="{5759958C-BFFE-D012-18B7-961C3AB40959}"/>
                    </a:ext>
                  </a:extLst>
                </p:cNvPr>
                <p:cNvSpPr/>
                <p:nvPr/>
              </p:nvSpPr>
              <p:spPr>
                <a:xfrm>
                  <a:off x="928636" y="2807257"/>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color</a:t>
                  </a:r>
                  <a:endParaRPr kumimoji="1" lang="ja-JP" altLang="en-US" sz="2000" dirty="0">
                    <a:solidFill>
                      <a:schemeClr val="tx1"/>
                    </a:solidFill>
                  </a:endParaRPr>
                </a:p>
              </p:txBody>
            </p:sp>
            <p:sp>
              <p:nvSpPr>
                <p:cNvPr id="233" name="正方形/長方形 232">
                  <a:extLst>
                    <a:ext uri="{FF2B5EF4-FFF2-40B4-BE49-F238E27FC236}">
                      <a16:creationId xmlns:a16="http://schemas.microsoft.com/office/drawing/2014/main" id="{6EFD3496-94FB-B6E8-E7FD-B6B04E45F083}"/>
                    </a:ext>
                  </a:extLst>
                </p:cNvPr>
                <p:cNvSpPr/>
                <p:nvPr/>
              </p:nvSpPr>
              <p:spPr>
                <a:xfrm>
                  <a:off x="2080010"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gen</a:t>
                  </a:r>
                  <a:endParaRPr kumimoji="1" lang="ja-JP" altLang="en-US" sz="2000" dirty="0">
                    <a:solidFill>
                      <a:schemeClr val="tx1"/>
                    </a:solidFill>
                  </a:endParaRPr>
                </a:p>
              </p:txBody>
            </p:sp>
            <p:sp>
              <p:nvSpPr>
                <p:cNvPr id="234" name="正方形/長方形 233">
                  <a:extLst>
                    <a:ext uri="{FF2B5EF4-FFF2-40B4-BE49-F238E27FC236}">
                      <a16:creationId xmlns:a16="http://schemas.microsoft.com/office/drawing/2014/main" id="{07F33D63-D045-749B-BAB0-D6DDAE35A671}"/>
                    </a:ext>
                  </a:extLst>
                </p:cNvPr>
                <p:cNvSpPr/>
                <p:nvPr/>
              </p:nvSpPr>
              <p:spPr>
                <a:xfrm>
                  <a:off x="3231384"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
                  </a:r>
                  <a:r>
                    <a:rPr lang="en-US" altLang="ja-JP" sz="2000" dirty="0">
                      <a:solidFill>
                        <a:schemeClr val="tx1"/>
                      </a:solidFill>
                    </a:rPr>
                    <a:t>EST</a:t>
                  </a:r>
                  <a:endParaRPr kumimoji="1" lang="ja-JP" altLang="en-US" sz="2000" dirty="0">
                    <a:solidFill>
                      <a:schemeClr val="tx1"/>
                    </a:solidFill>
                  </a:endParaRPr>
                </a:p>
              </p:txBody>
            </p:sp>
            <p:sp>
              <p:nvSpPr>
                <p:cNvPr id="237" name="正方形/長方形 236">
                  <a:extLst>
                    <a:ext uri="{FF2B5EF4-FFF2-40B4-BE49-F238E27FC236}">
                      <a16:creationId xmlns:a16="http://schemas.microsoft.com/office/drawing/2014/main" id="{7151AD1C-8C2B-68F9-67C4-698145D0C023}"/>
                    </a:ext>
                  </a:extLst>
                </p:cNvPr>
                <p:cNvSpPr/>
                <p:nvPr/>
              </p:nvSpPr>
              <p:spPr>
                <a:xfrm>
                  <a:off x="4370212" y="2805409"/>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C</a:t>
                  </a:r>
                  <a:endParaRPr kumimoji="1" lang="ja-JP" altLang="en-US" sz="2000" dirty="0">
                    <a:solidFill>
                      <a:schemeClr val="tx1"/>
                    </a:solidFill>
                  </a:endParaRPr>
                </a:p>
              </p:txBody>
            </p:sp>
            <p:sp>
              <p:nvSpPr>
                <p:cNvPr id="238" name="正方形/長方形 237">
                  <a:extLst>
                    <a:ext uri="{FF2B5EF4-FFF2-40B4-BE49-F238E27FC236}">
                      <a16:creationId xmlns:a16="http://schemas.microsoft.com/office/drawing/2014/main" id="{0B02F44B-BA5A-8FEE-5D6E-6CB200581164}"/>
                    </a:ext>
                  </a:extLst>
                </p:cNvPr>
                <p:cNvSpPr/>
                <p:nvPr/>
              </p:nvSpPr>
              <p:spPr>
                <a:xfrm>
                  <a:off x="4909498" y="2805409"/>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a:t>
                  </a:r>
                  <a:endParaRPr kumimoji="1" lang="ja-JP" altLang="en-US" sz="2000" dirty="0">
                    <a:solidFill>
                      <a:schemeClr val="tx1"/>
                    </a:solidFill>
                  </a:endParaRPr>
                </a:p>
              </p:txBody>
            </p:sp>
            <p:sp>
              <p:nvSpPr>
                <p:cNvPr id="239" name="正方形/長方形 238">
                  <a:extLst>
                    <a:ext uri="{FF2B5EF4-FFF2-40B4-BE49-F238E27FC236}">
                      <a16:creationId xmlns:a16="http://schemas.microsoft.com/office/drawing/2014/main" id="{1ED6D43F-B585-90AA-5BE1-1CA49591C120}"/>
                    </a:ext>
                  </a:extLst>
                </p:cNvPr>
                <p:cNvSpPr/>
                <p:nvPr/>
              </p:nvSpPr>
              <p:spPr>
                <a:xfrm>
                  <a:off x="5446403" y="2805409"/>
                  <a:ext cx="150316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err="1">
                      <a:solidFill>
                        <a:schemeClr val="tx1"/>
                      </a:solidFill>
                    </a:rPr>
                    <a:t>DataL</a:t>
                  </a:r>
                  <a:endParaRPr kumimoji="1" lang="ja-JP" altLang="en-US" sz="2000" dirty="0">
                    <a:solidFill>
                      <a:schemeClr val="tx1"/>
                    </a:solidFill>
                  </a:endParaRPr>
                </a:p>
              </p:txBody>
            </p:sp>
          </p:grpSp>
          <p:sp>
            <p:nvSpPr>
              <p:cNvPr id="220" name="テキスト ボックス 219">
                <a:extLst>
                  <a:ext uri="{FF2B5EF4-FFF2-40B4-BE49-F238E27FC236}">
                    <a16:creationId xmlns:a16="http://schemas.microsoft.com/office/drawing/2014/main" id="{E4E0E725-CFC9-BC05-7633-A1260EB6720D}"/>
                  </a:ext>
                </a:extLst>
              </p:cNvPr>
              <p:cNvSpPr txBox="1"/>
              <p:nvPr/>
            </p:nvSpPr>
            <p:spPr>
              <a:xfrm>
                <a:off x="1056032" y="2910066"/>
                <a:ext cx="507207" cy="400110"/>
              </a:xfrm>
              <a:prstGeom prst="rect">
                <a:avLst/>
              </a:prstGeom>
              <a:noFill/>
            </p:spPr>
            <p:txBody>
              <a:bodyPr wrap="square" rtlCol="0">
                <a:spAutoFit/>
              </a:bodyPr>
              <a:lstStyle/>
              <a:p>
                <a:pPr algn="ctr"/>
                <a:r>
                  <a:rPr kumimoji="1" lang="en-US" altLang="ja-JP" sz="2000" dirty="0"/>
                  <a:t>51</a:t>
                </a:r>
                <a:endParaRPr kumimoji="1" lang="ja-JP" altLang="en-US" sz="2000" dirty="0"/>
              </a:p>
            </p:txBody>
          </p:sp>
          <p:sp>
            <p:nvSpPr>
              <p:cNvPr id="221" name="テキスト ボックス 220">
                <a:extLst>
                  <a:ext uri="{FF2B5EF4-FFF2-40B4-BE49-F238E27FC236}">
                    <a16:creationId xmlns:a16="http://schemas.microsoft.com/office/drawing/2014/main" id="{2543EB43-D44B-E03D-C5E0-FA452CF06D8E}"/>
                  </a:ext>
                </a:extLst>
              </p:cNvPr>
              <p:cNvSpPr txBox="1"/>
              <p:nvPr/>
            </p:nvSpPr>
            <p:spPr>
              <a:xfrm>
                <a:off x="2049618" y="2910065"/>
                <a:ext cx="507207" cy="400110"/>
              </a:xfrm>
              <a:prstGeom prst="rect">
                <a:avLst/>
              </a:prstGeom>
              <a:noFill/>
            </p:spPr>
            <p:txBody>
              <a:bodyPr wrap="square" rtlCol="0">
                <a:spAutoFit/>
              </a:bodyPr>
              <a:lstStyle/>
              <a:p>
                <a:pPr algn="ctr"/>
                <a:r>
                  <a:rPr lang="en-US" altLang="ja-JP" sz="2000" dirty="0"/>
                  <a:t>49</a:t>
                </a:r>
                <a:endParaRPr kumimoji="1" lang="ja-JP" altLang="en-US" sz="2000" dirty="0"/>
              </a:p>
            </p:txBody>
          </p:sp>
          <p:sp>
            <p:nvSpPr>
              <p:cNvPr id="222" name="テキスト ボックス 221">
                <a:extLst>
                  <a:ext uri="{FF2B5EF4-FFF2-40B4-BE49-F238E27FC236}">
                    <a16:creationId xmlns:a16="http://schemas.microsoft.com/office/drawing/2014/main" id="{423DC86C-D87B-09B6-A02F-B3ECBE5BB045}"/>
                  </a:ext>
                </a:extLst>
              </p:cNvPr>
              <p:cNvSpPr txBox="1"/>
              <p:nvPr/>
            </p:nvSpPr>
            <p:spPr>
              <a:xfrm>
                <a:off x="3190612" y="2896255"/>
                <a:ext cx="507207" cy="400110"/>
              </a:xfrm>
              <a:prstGeom prst="rect">
                <a:avLst/>
              </a:prstGeom>
              <a:noFill/>
            </p:spPr>
            <p:txBody>
              <a:bodyPr wrap="square" rtlCol="0">
                <a:spAutoFit/>
              </a:bodyPr>
              <a:lstStyle/>
              <a:p>
                <a:pPr algn="ctr"/>
                <a:r>
                  <a:rPr kumimoji="1" lang="en-US" altLang="ja-JP" sz="2000" dirty="0"/>
                  <a:t>41</a:t>
                </a:r>
                <a:endParaRPr kumimoji="1" lang="ja-JP" altLang="en-US" sz="2000" dirty="0"/>
              </a:p>
            </p:txBody>
          </p:sp>
          <p:sp>
            <p:nvSpPr>
              <p:cNvPr id="223" name="テキスト ボックス 222">
                <a:extLst>
                  <a:ext uri="{FF2B5EF4-FFF2-40B4-BE49-F238E27FC236}">
                    <a16:creationId xmlns:a16="http://schemas.microsoft.com/office/drawing/2014/main" id="{87098D72-DCBA-3166-182F-FE438E91E460}"/>
                  </a:ext>
                </a:extLst>
              </p:cNvPr>
              <p:cNvSpPr txBox="1"/>
              <p:nvPr/>
            </p:nvSpPr>
            <p:spPr>
              <a:xfrm>
                <a:off x="4379381" y="2894707"/>
                <a:ext cx="507207" cy="400110"/>
              </a:xfrm>
              <a:prstGeom prst="rect">
                <a:avLst/>
              </a:prstGeom>
              <a:noFill/>
            </p:spPr>
            <p:txBody>
              <a:bodyPr wrap="square" rtlCol="0">
                <a:spAutoFit/>
              </a:bodyPr>
              <a:lstStyle/>
              <a:p>
                <a:pPr algn="ctr"/>
                <a:r>
                  <a:rPr kumimoji="1" lang="en-US" altLang="ja-JP" sz="2000" dirty="0"/>
                  <a:t>3</a:t>
                </a:r>
                <a:r>
                  <a:rPr lang="en-US" altLang="ja-JP" sz="2000" dirty="0"/>
                  <a:t>4</a:t>
                </a:r>
                <a:endParaRPr kumimoji="1" lang="ja-JP" altLang="en-US" sz="2000" dirty="0"/>
              </a:p>
            </p:txBody>
          </p:sp>
          <p:sp>
            <p:nvSpPr>
              <p:cNvPr id="224" name="テキスト ボックス 223">
                <a:extLst>
                  <a:ext uri="{FF2B5EF4-FFF2-40B4-BE49-F238E27FC236}">
                    <a16:creationId xmlns:a16="http://schemas.microsoft.com/office/drawing/2014/main" id="{EA2F3365-5E20-5A2A-FE37-F308F8671D4B}"/>
                  </a:ext>
                </a:extLst>
              </p:cNvPr>
              <p:cNvSpPr txBox="1"/>
              <p:nvPr/>
            </p:nvSpPr>
            <p:spPr>
              <a:xfrm>
                <a:off x="3531393" y="2894707"/>
                <a:ext cx="507207" cy="400110"/>
              </a:xfrm>
              <a:prstGeom prst="rect">
                <a:avLst/>
              </a:prstGeom>
              <a:noFill/>
            </p:spPr>
            <p:txBody>
              <a:bodyPr wrap="square" rtlCol="0">
                <a:spAutoFit/>
              </a:bodyPr>
              <a:lstStyle/>
              <a:p>
                <a:pPr algn="ctr"/>
                <a:r>
                  <a:rPr kumimoji="1" lang="en-US" altLang="ja-JP" sz="2000" dirty="0"/>
                  <a:t>4</a:t>
                </a:r>
                <a:r>
                  <a:rPr lang="en-US" altLang="ja-JP" sz="2000" dirty="0"/>
                  <a:t>0</a:t>
                </a:r>
                <a:endParaRPr kumimoji="1" lang="ja-JP" altLang="en-US" sz="2000" dirty="0"/>
              </a:p>
            </p:txBody>
          </p:sp>
          <p:sp>
            <p:nvSpPr>
              <p:cNvPr id="225" name="テキスト ボックス 224">
                <a:extLst>
                  <a:ext uri="{FF2B5EF4-FFF2-40B4-BE49-F238E27FC236}">
                    <a16:creationId xmlns:a16="http://schemas.microsoft.com/office/drawing/2014/main" id="{199B7DD7-3FA4-7B2A-4D41-566FE8A0EB77}"/>
                  </a:ext>
                </a:extLst>
              </p:cNvPr>
              <p:cNvSpPr txBox="1"/>
              <p:nvPr/>
            </p:nvSpPr>
            <p:spPr>
              <a:xfrm>
                <a:off x="2378279" y="2910065"/>
                <a:ext cx="507207" cy="400110"/>
              </a:xfrm>
              <a:prstGeom prst="rect">
                <a:avLst/>
              </a:prstGeom>
              <a:noFill/>
            </p:spPr>
            <p:txBody>
              <a:bodyPr wrap="square" rtlCol="0">
                <a:spAutoFit/>
              </a:bodyPr>
              <a:lstStyle/>
              <a:p>
                <a:pPr algn="ctr"/>
                <a:r>
                  <a:rPr kumimoji="1" lang="en-US" altLang="ja-JP" sz="2000" dirty="0"/>
                  <a:t>48</a:t>
                </a:r>
                <a:endParaRPr kumimoji="1" lang="ja-JP" altLang="en-US" sz="2000" dirty="0"/>
              </a:p>
            </p:txBody>
          </p:sp>
          <p:sp>
            <p:nvSpPr>
              <p:cNvPr id="228" name="テキスト ボックス 227">
                <a:extLst>
                  <a:ext uri="{FF2B5EF4-FFF2-40B4-BE49-F238E27FC236}">
                    <a16:creationId xmlns:a16="http://schemas.microsoft.com/office/drawing/2014/main" id="{4077E7C0-43EA-DB9D-1EA6-8B77943D7D1C}"/>
                  </a:ext>
                </a:extLst>
              </p:cNvPr>
              <p:cNvSpPr txBox="1"/>
              <p:nvPr/>
            </p:nvSpPr>
            <p:spPr>
              <a:xfrm>
                <a:off x="4766305" y="2876399"/>
                <a:ext cx="507207" cy="400110"/>
              </a:xfrm>
              <a:prstGeom prst="rect">
                <a:avLst/>
              </a:prstGeom>
              <a:noFill/>
            </p:spPr>
            <p:txBody>
              <a:bodyPr wrap="square" rtlCol="0">
                <a:spAutoFit/>
              </a:bodyPr>
              <a:lstStyle/>
              <a:p>
                <a:pPr algn="ctr"/>
                <a:r>
                  <a:rPr lang="en-US" altLang="ja-JP" sz="2000" dirty="0"/>
                  <a:t>33</a:t>
                </a:r>
                <a:endParaRPr kumimoji="1" lang="ja-JP" altLang="en-US" sz="2000" dirty="0"/>
              </a:p>
            </p:txBody>
          </p:sp>
          <p:sp>
            <p:nvSpPr>
              <p:cNvPr id="229" name="テキスト ボックス 228">
                <a:extLst>
                  <a:ext uri="{FF2B5EF4-FFF2-40B4-BE49-F238E27FC236}">
                    <a16:creationId xmlns:a16="http://schemas.microsoft.com/office/drawing/2014/main" id="{2857B07D-DFA8-7B86-4382-741CDE3A6FB1}"/>
                  </a:ext>
                </a:extLst>
              </p:cNvPr>
              <p:cNvSpPr txBox="1"/>
              <p:nvPr/>
            </p:nvSpPr>
            <p:spPr>
              <a:xfrm>
                <a:off x="5306537" y="2876399"/>
                <a:ext cx="507207" cy="400110"/>
              </a:xfrm>
              <a:prstGeom prst="rect">
                <a:avLst/>
              </a:prstGeom>
              <a:noFill/>
            </p:spPr>
            <p:txBody>
              <a:bodyPr wrap="square" rtlCol="0">
                <a:spAutoFit/>
              </a:bodyPr>
              <a:lstStyle/>
              <a:p>
                <a:pPr algn="ctr"/>
                <a:r>
                  <a:rPr lang="en-US" altLang="ja-JP" sz="2000" dirty="0"/>
                  <a:t>32</a:t>
                </a:r>
                <a:endParaRPr kumimoji="1" lang="ja-JP" altLang="en-US" sz="2000" dirty="0"/>
              </a:p>
            </p:txBody>
          </p:sp>
          <p:sp>
            <p:nvSpPr>
              <p:cNvPr id="230" name="テキスト ボックス 229">
                <a:extLst>
                  <a:ext uri="{FF2B5EF4-FFF2-40B4-BE49-F238E27FC236}">
                    <a16:creationId xmlns:a16="http://schemas.microsoft.com/office/drawing/2014/main" id="{283CA43D-4891-9FE2-3945-A8E38529B66F}"/>
                  </a:ext>
                </a:extLst>
              </p:cNvPr>
              <p:cNvSpPr txBox="1"/>
              <p:nvPr/>
            </p:nvSpPr>
            <p:spPr>
              <a:xfrm>
                <a:off x="5734417" y="2876399"/>
                <a:ext cx="507207" cy="400110"/>
              </a:xfrm>
              <a:prstGeom prst="rect">
                <a:avLst/>
              </a:prstGeom>
              <a:noFill/>
            </p:spPr>
            <p:txBody>
              <a:bodyPr wrap="square" rtlCol="0">
                <a:spAutoFit/>
              </a:bodyPr>
              <a:lstStyle/>
              <a:p>
                <a:pPr algn="ctr"/>
                <a:r>
                  <a:rPr lang="en-US" altLang="ja-JP" sz="2000" dirty="0"/>
                  <a:t>31</a:t>
                </a:r>
                <a:endParaRPr kumimoji="1" lang="ja-JP" altLang="en-US" sz="2000" dirty="0"/>
              </a:p>
            </p:txBody>
          </p:sp>
          <p:sp>
            <p:nvSpPr>
              <p:cNvPr id="231" name="テキスト ボックス 230">
                <a:extLst>
                  <a:ext uri="{FF2B5EF4-FFF2-40B4-BE49-F238E27FC236}">
                    <a16:creationId xmlns:a16="http://schemas.microsoft.com/office/drawing/2014/main" id="{94BDF7E5-AA05-46BA-34D9-E47216285359}"/>
                  </a:ext>
                </a:extLst>
              </p:cNvPr>
              <p:cNvSpPr txBox="1"/>
              <p:nvPr/>
            </p:nvSpPr>
            <p:spPr>
              <a:xfrm>
                <a:off x="6937900" y="2867362"/>
                <a:ext cx="507207" cy="400110"/>
              </a:xfrm>
              <a:prstGeom prst="rect">
                <a:avLst/>
              </a:prstGeom>
              <a:noFill/>
            </p:spPr>
            <p:txBody>
              <a:bodyPr wrap="square" rtlCol="0">
                <a:spAutoFit/>
              </a:bodyPr>
              <a:lstStyle/>
              <a:p>
                <a:pPr algn="ctr"/>
                <a:r>
                  <a:rPr kumimoji="1" lang="en-US" altLang="ja-JP" sz="2000" dirty="0"/>
                  <a:t>16</a:t>
                </a:r>
                <a:endParaRPr kumimoji="1" lang="ja-JP" altLang="en-US" sz="2000" dirty="0"/>
              </a:p>
            </p:txBody>
          </p:sp>
        </p:grpSp>
        <p:sp>
          <p:nvSpPr>
            <p:cNvPr id="216" name="正方形/長方形 215">
              <a:extLst>
                <a:ext uri="{FF2B5EF4-FFF2-40B4-BE49-F238E27FC236}">
                  <a16:creationId xmlns:a16="http://schemas.microsoft.com/office/drawing/2014/main" id="{248F0B3B-5A0A-9F28-4B07-4DCFC2E65178}"/>
                </a:ext>
              </a:extLst>
            </p:cNvPr>
            <p:cNvSpPr/>
            <p:nvPr/>
          </p:nvSpPr>
          <p:spPr>
            <a:xfrm>
              <a:off x="7104459" y="5210282"/>
              <a:ext cx="150316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err="1">
                  <a:solidFill>
                    <a:schemeClr val="tx1"/>
                  </a:solidFill>
                </a:rPr>
                <a:t>DataR</a:t>
              </a:r>
              <a:endParaRPr kumimoji="1" lang="ja-JP" altLang="en-US" sz="2000" dirty="0">
                <a:solidFill>
                  <a:schemeClr val="tx1"/>
                </a:solidFill>
              </a:endParaRPr>
            </a:p>
          </p:txBody>
        </p:sp>
        <p:sp>
          <p:nvSpPr>
            <p:cNvPr id="217" name="テキスト ボックス 216">
              <a:extLst>
                <a:ext uri="{FF2B5EF4-FFF2-40B4-BE49-F238E27FC236}">
                  <a16:creationId xmlns:a16="http://schemas.microsoft.com/office/drawing/2014/main" id="{962A49D9-044E-1596-EFE3-C79956C0A535}"/>
                </a:ext>
              </a:extLst>
            </p:cNvPr>
            <p:cNvSpPr txBox="1"/>
            <p:nvPr/>
          </p:nvSpPr>
          <p:spPr>
            <a:xfrm>
              <a:off x="8360403" y="5591876"/>
              <a:ext cx="507207" cy="400110"/>
            </a:xfrm>
            <a:prstGeom prst="rect">
              <a:avLst/>
            </a:prstGeom>
            <a:noFill/>
          </p:spPr>
          <p:txBody>
            <a:bodyPr wrap="square" rtlCol="0">
              <a:spAutoFit/>
            </a:bodyPr>
            <a:lstStyle/>
            <a:p>
              <a:pPr algn="ctr"/>
              <a:r>
                <a:rPr lang="en-US" altLang="ja-JP" sz="2000" dirty="0"/>
                <a:t>0</a:t>
              </a:r>
              <a:endParaRPr kumimoji="1" lang="ja-JP" altLang="en-US" sz="2000" dirty="0"/>
            </a:p>
          </p:txBody>
        </p:sp>
        <p:sp>
          <p:nvSpPr>
            <p:cNvPr id="218" name="テキスト ボックス 217">
              <a:extLst>
                <a:ext uri="{FF2B5EF4-FFF2-40B4-BE49-F238E27FC236}">
                  <a16:creationId xmlns:a16="http://schemas.microsoft.com/office/drawing/2014/main" id="{B6EFFF6B-12CC-1549-B0F4-1294EA46F7AB}"/>
                </a:ext>
              </a:extLst>
            </p:cNvPr>
            <p:cNvSpPr txBox="1"/>
            <p:nvPr/>
          </p:nvSpPr>
          <p:spPr>
            <a:xfrm>
              <a:off x="7072851" y="5602282"/>
              <a:ext cx="507207" cy="400110"/>
            </a:xfrm>
            <a:prstGeom prst="rect">
              <a:avLst/>
            </a:prstGeom>
            <a:noFill/>
          </p:spPr>
          <p:txBody>
            <a:bodyPr wrap="square" rtlCol="0">
              <a:spAutoFit/>
            </a:bodyPr>
            <a:lstStyle/>
            <a:p>
              <a:pPr algn="ctr"/>
              <a:r>
                <a:rPr kumimoji="1" lang="en-US" altLang="ja-JP" sz="2000" dirty="0"/>
                <a:t>15</a:t>
              </a:r>
              <a:endParaRPr kumimoji="1" lang="ja-JP" altLang="en-US" sz="2000" dirty="0"/>
            </a:p>
          </p:txBody>
        </p:sp>
      </p:grpSp>
    </p:spTree>
    <p:extLst>
      <p:ext uri="{BB962C8B-B14F-4D97-AF65-F5344CB8AC3E}">
        <p14:creationId xmlns:p14="http://schemas.microsoft.com/office/powerpoint/2010/main" val="34420866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4370A9-D0B7-1CFA-377D-132A3929787F}"/>
              </a:ext>
            </a:extLst>
          </p:cNvPr>
          <p:cNvSpPr>
            <a:spLocks noGrp="1"/>
          </p:cNvSpPr>
          <p:nvPr>
            <p:ph type="title"/>
          </p:nvPr>
        </p:nvSpPr>
        <p:spPr>
          <a:xfrm>
            <a:off x="838200" y="365125"/>
            <a:ext cx="10515600" cy="1325563"/>
          </a:xfrm>
          <a:prstGeom prst="rect">
            <a:avLst/>
          </a:prstGeom>
        </p:spPr>
        <p:txBody>
          <a:bodyPr/>
          <a:lstStyle/>
          <a:p>
            <a:r>
              <a:rPr lang="ja-JP" altLang="en-US" dirty="0"/>
              <a:t>パケットフォーマット</a:t>
            </a:r>
            <a:r>
              <a:rPr lang="en-US" altLang="ja-JP" dirty="0"/>
              <a:t>(4/)</a:t>
            </a:r>
            <a:endParaRPr kumimoji="1" lang="ja-JP" altLang="en-US" dirty="0"/>
          </a:p>
        </p:txBody>
      </p:sp>
      <p:sp>
        <p:nvSpPr>
          <p:cNvPr id="4" name="日付プレースホルダー 3">
            <a:extLst>
              <a:ext uri="{FF2B5EF4-FFF2-40B4-BE49-F238E27FC236}">
                <a16:creationId xmlns:a16="http://schemas.microsoft.com/office/drawing/2014/main" id="{33125557-A87F-CBAC-68AB-19345D2F45B9}"/>
              </a:ext>
            </a:extLst>
          </p:cNvPr>
          <p:cNvSpPr>
            <a:spLocks noGrp="1"/>
          </p:cNvSpPr>
          <p:nvPr>
            <p:ph type="dt" sz="half" idx="10"/>
          </p:nvPr>
        </p:nvSpPr>
        <p:spPr>
          <a:xfrm>
            <a:off x="838200" y="6356350"/>
            <a:ext cx="2743200" cy="365125"/>
          </a:xfrm>
        </p:spPr>
        <p:txBody>
          <a:bodyPr/>
          <a:lstStyle/>
          <a:p>
            <a:fld id="{63A1D84E-213B-4E7D-83CE-C22759CCB9E2}"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A8B04373-CFA5-B5B7-B993-9C9039DF48AD}"/>
              </a:ext>
            </a:extLst>
          </p:cNvPr>
          <p:cNvSpPr>
            <a:spLocks noGrp="1"/>
          </p:cNvSpPr>
          <p:nvPr>
            <p:ph type="ftr" sz="quarter" idx="11"/>
          </p:nvPr>
        </p:nvSpPr>
        <p:spPr>
          <a:xfrm>
            <a:off x="4038600" y="6356350"/>
            <a:ext cx="4114800" cy="365125"/>
          </a:xfrm>
        </p:spPr>
        <p:txBody>
          <a:body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9B00D4C1-272D-D45C-CF14-25367090868D}"/>
              </a:ext>
            </a:extLst>
          </p:cNvPr>
          <p:cNvSpPr>
            <a:spLocks noGrp="1"/>
          </p:cNvSpPr>
          <p:nvPr>
            <p:ph type="sldNum" sz="quarter" idx="12"/>
          </p:nvPr>
        </p:nvSpPr>
        <p:spPr>
          <a:xfrm>
            <a:off x="8610600" y="6356350"/>
            <a:ext cx="2743200" cy="365125"/>
          </a:xfrm>
        </p:spPr>
        <p:txBody>
          <a:bodyPr/>
          <a:lstStyle/>
          <a:p>
            <a:fld id="{273F27D2-06B6-4999-B31F-B875E94682A2}" type="slidenum">
              <a:rPr kumimoji="1" lang="ja-JP" altLang="en-US" smtClean="0"/>
              <a:t>25</a:t>
            </a:fld>
            <a:endParaRPr kumimoji="1" lang="ja-JP" altLang="en-US"/>
          </a:p>
        </p:txBody>
      </p:sp>
      <p:sp>
        <p:nvSpPr>
          <p:cNvPr id="7" name="コンテンツ プレースホルダー 2">
            <a:extLst>
              <a:ext uri="{FF2B5EF4-FFF2-40B4-BE49-F238E27FC236}">
                <a16:creationId xmlns:a16="http://schemas.microsoft.com/office/drawing/2014/main" id="{E1C7C7B3-D7D3-AEA3-B1C6-EB171FEEEBDD}"/>
              </a:ext>
            </a:extLst>
          </p:cNvPr>
          <p:cNvSpPr txBox="1">
            <a:spLocks/>
          </p:cNvSpPr>
          <p:nvPr/>
        </p:nvSpPr>
        <p:spPr>
          <a:xfrm>
            <a:off x="838200" y="1825625"/>
            <a:ext cx="10515600" cy="5270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ü"/>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PS</a:t>
            </a:r>
            <a:r>
              <a:rPr lang="ja-JP" altLang="en-US" dirty="0"/>
              <a:t>パケットフォーマット</a:t>
            </a:r>
          </a:p>
        </p:txBody>
      </p:sp>
      <p:grpSp>
        <p:nvGrpSpPr>
          <p:cNvPr id="53" name="グループ化 52">
            <a:extLst>
              <a:ext uri="{FF2B5EF4-FFF2-40B4-BE49-F238E27FC236}">
                <a16:creationId xmlns:a16="http://schemas.microsoft.com/office/drawing/2014/main" id="{AD631167-1DB8-53DC-C141-8FFA3B7CA1FB}"/>
              </a:ext>
            </a:extLst>
          </p:cNvPr>
          <p:cNvGrpSpPr/>
          <p:nvPr/>
        </p:nvGrpSpPr>
        <p:grpSpPr>
          <a:xfrm>
            <a:off x="838200" y="2701880"/>
            <a:ext cx="8046928" cy="822561"/>
            <a:chOff x="832391" y="5212129"/>
            <a:chExt cx="8046928" cy="822561"/>
          </a:xfrm>
        </p:grpSpPr>
        <p:grpSp>
          <p:nvGrpSpPr>
            <p:cNvPr id="54" name="グループ化 53">
              <a:extLst>
                <a:ext uri="{FF2B5EF4-FFF2-40B4-BE49-F238E27FC236}">
                  <a16:creationId xmlns:a16="http://schemas.microsoft.com/office/drawing/2014/main" id="{FE1EABBE-3447-47FC-9378-9FEFD12A540B}"/>
                </a:ext>
              </a:extLst>
            </p:cNvPr>
            <p:cNvGrpSpPr/>
            <p:nvPr/>
          </p:nvGrpSpPr>
          <p:grpSpPr>
            <a:xfrm>
              <a:off x="832391" y="5212129"/>
              <a:ext cx="6400784" cy="822561"/>
              <a:chOff x="1056032" y="2487615"/>
              <a:chExt cx="6400784" cy="822561"/>
            </a:xfrm>
          </p:grpSpPr>
          <p:grpSp>
            <p:nvGrpSpPr>
              <p:cNvPr id="58" name="グループ化 57">
                <a:extLst>
                  <a:ext uri="{FF2B5EF4-FFF2-40B4-BE49-F238E27FC236}">
                    <a16:creationId xmlns:a16="http://schemas.microsoft.com/office/drawing/2014/main" id="{3A6E34A8-577A-6B6C-B87F-7F76FBC6B0E7}"/>
                  </a:ext>
                </a:extLst>
              </p:cNvPr>
              <p:cNvGrpSpPr/>
              <p:nvPr/>
            </p:nvGrpSpPr>
            <p:grpSpPr>
              <a:xfrm>
                <a:off x="1309636" y="2487615"/>
                <a:ext cx="6032637" cy="396857"/>
                <a:chOff x="928636" y="2807256"/>
                <a:chExt cx="6032637" cy="396857"/>
              </a:xfrm>
            </p:grpSpPr>
            <p:sp>
              <p:nvSpPr>
                <p:cNvPr id="69" name="正方形/長方形 68">
                  <a:extLst>
                    <a:ext uri="{FF2B5EF4-FFF2-40B4-BE49-F238E27FC236}">
                      <a16:creationId xmlns:a16="http://schemas.microsoft.com/office/drawing/2014/main" id="{6990EA3A-C35D-B821-0064-898B91DB84EF}"/>
                    </a:ext>
                  </a:extLst>
                </p:cNvPr>
                <p:cNvSpPr/>
                <p:nvPr/>
              </p:nvSpPr>
              <p:spPr>
                <a:xfrm>
                  <a:off x="928636" y="2807257"/>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color</a:t>
                  </a:r>
                  <a:endParaRPr kumimoji="1" lang="ja-JP" altLang="en-US" sz="2000" dirty="0">
                    <a:solidFill>
                      <a:schemeClr val="tx1"/>
                    </a:solidFill>
                  </a:endParaRPr>
                </a:p>
              </p:txBody>
            </p:sp>
            <p:sp>
              <p:nvSpPr>
                <p:cNvPr id="70" name="正方形/長方形 69">
                  <a:extLst>
                    <a:ext uri="{FF2B5EF4-FFF2-40B4-BE49-F238E27FC236}">
                      <a16:creationId xmlns:a16="http://schemas.microsoft.com/office/drawing/2014/main" id="{F7CAD647-67C5-C274-779F-C37A7F6BD487}"/>
                    </a:ext>
                  </a:extLst>
                </p:cNvPr>
                <p:cNvSpPr/>
                <p:nvPr/>
              </p:nvSpPr>
              <p:spPr>
                <a:xfrm>
                  <a:off x="2080010"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gen</a:t>
                  </a:r>
                  <a:endParaRPr kumimoji="1" lang="ja-JP" altLang="en-US" sz="2000" dirty="0">
                    <a:solidFill>
                      <a:schemeClr val="tx1"/>
                    </a:solidFill>
                  </a:endParaRPr>
                </a:p>
              </p:txBody>
            </p:sp>
            <p:sp>
              <p:nvSpPr>
                <p:cNvPr id="71" name="正方形/長方形 70">
                  <a:extLst>
                    <a:ext uri="{FF2B5EF4-FFF2-40B4-BE49-F238E27FC236}">
                      <a16:creationId xmlns:a16="http://schemas.microsoft.com/office/drawing/2014/main" id="{FF1DAAC0-E8CB-9676-5F22-7CAFA3CC6977}"/>
                    </a:ext>
                  </a:extLst>
                </p:cNvPr>
                <p:cNvSpPr/>
                <p:nvPr/>
              </p:nvSpPr>
              <p:spPr>
                <a:xfrm>
                  <a:off x="3231384"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
                  </a:r>
                  <a:r>
                    <a:rPr lang="en-US" altLang="ja-JP" sz="2000" dirty="0">
                      <a:solidFill>
                        <a:schemeClr val="tx1"/>
                      </a:solidFill>
                    </a:rPr>
                    <a:t>EST</a:t>
                  </a:r>
                  <a:endParaRPr kumimoji="1" lang="ja-JP" altLang="en-US" sz="2000" dirty="0">
                    <a:solidFill>
                      <a:schemeClr val="tx1"/>
                    </a:solidFill>
                  </a:endParaRPr>
                </a:p>
              </p:txBody>
            </p:sp>
            <p:sp>
              <p:nvSpPr>
                <p:cNvPr id="72" name="正方形/長方形 71">
                  <a:extLst>
                    <a:ext uri="{FF2B5EF4-FFF2-40B4-BE49-F238E27FC236}">
                      <a16:creationId xmlns:a16="http://schemas.microsoft.com/office/drawing/2014/main" id="{F5ADA645-5D0D-7B98-3A4B-5C0B154EE7CE}"/>
                    </a:ext>
                  </a:extLst>
                </p:cNvPr>
                <p:cNvSpPr/>
                <p:nvPr/>
              </p:nvSpPr>
              <p:spPr>
                <a:xfrm>
                  <a:off x="4381921" y="2813482"/>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C</a:t>
                  </a:r>
                  <a:endParaRPr kumimoji="1" lang="ja-JP" altLang="en-US" sz="2000" dirty="0">
                    <a:solidFill>
                      <a:schemeClr val="tx1"/>
                    </a:solidFill>
                  </a:endParaRPr>
                </a:p>
              </p:txBody>
            </p:sp>
            <p:sp>
              <p:nvSpPr>
                <p:cNvPr id="73" name="正方形/長方形 72">
                  <a:extLst>
                    <a:ext uri="{FF2B5EF4-FFF2-40B4-BE49-F238E27FC236}">
                      <a16:creationId xmlns:a16="http://schemas.microsoft.com/office/drawing/2014/main" id="{DBAA78C2-A404-555D-3EC9-8ABFAE0445BD}"/>
                    </a:ext>
                  </a:extLst>
                </p:cNvPr>
                <p:cNvSpPr/>
                <p:nvPr/>
              </p:nvSpPr>
              <p:spPr>
                <a:xfrm>
                  <a:off x="4921207" y="2813482"/>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a:t>
                  </a:r>
                  <a:endParaRPr kumimoji="1" lang="ja-JP" altLang="en-US" sz="2000" dirty="0">
                    <a:solidFill>
                      <a:schemeClr val="tx1"/>
                    </a:solidFill>
                  </a:endParaRPr>
                </a:p>
              </p:txBody>
            </p:sp>
            <p:sp>
              <p:nvSpPr>
                <p:cNvPr id="74" name="正方形/長方形 73">
                  <a:extLst>
                    <a:ext uri="{FF2B5EF4-FFF2-40B4-BE49-F238E27FC236}">
                      <a16:creationId xmlns:a16="http://schemas.microsoft.com/office/drawing/2014/main" id="{6475BB9D-8D0B-B6E4-D529-AB0D06E85E58}"/>
                    </a:ext>
                  </a:extLst>
                </p:cNvPr>
                <p:cNvSpPr/>
                <p:nvPr/>
              </p:nvSpPr>
              <p:spPr>
                <a:xfrm>
                  <a:off x="5458112" y="2813482"/>
                  <a:ext cx="150316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err="1">
                      <a:solidFill>
                        <a:schemeClr val="tx1"/>
                      </a:solidFill>
                    </a:rPr>
                    <a:t>DataL</a:t>
                  </a:r>
                  <a:endParaRPr kumimoji="1" lang="ja-JP" altLang="en-US" sz="2000" dirty="0">
                    <a:solidFill>
                      <a:schemeClr val="tx1"/>
                    </a:solidFill>
                  </a:endParaRPr>
                </a:p>
              </p:txBody>
            </p:sp>
          </p:grpSp>
          <p:sp>
            <p:nvSpPr>
              <p:cNvPr id="59" name="テキスト ボックス 58">
                <a:extLst>
                  <a:ext uri="{FF2B5EF4-FFF2-40B4-BE49-F238E27FC236}">
                    <a16:creationId xmlns:a16="http://schemas.microsoft.com/office/drawing/2014/main" id="{BBF44843-D9DF-A20F-00E5-915E73CEF499}"/>
                  </a:ext>
                </a:extLst>
              </p:cNvPr>
              <p:cNvSpPr txBox="1"/>
              <p:nvPr/>
            </p:nvSpPr>
            <p:spPr>
              <a:xfrm>
                <a:off x="1056032" y="2910066"/>
                <a:ext cx="507207" cy="400110"/>
              </a:xfrm>
              <a:prstGeom prst="rect">
                <a:avLst/>
              </a:prstGeom>
              <a:noFill/>
            </p:spPr>
            <p:txBody>
              <a:bodyPr wrap="square" rtlCol="0">
                <a:spAutoFit/>
              </a:bodyPr>
              <a:lstStyle/>
              <a:p>
                <a:pPr algn="ctr"/>
                <a:r>
                  <a:rPr kumimoji="1" lang="en-US" altLang="ja-JP" sz="2000" dirty="0"/>
                  <a:t>51</a:t>
                </a:r>
                <a:endParaRPr kumimoji="1" lang="ja-JP" altLang="en-US" sz="2000" dirty="0"/>
              </a:p>
            </p:txBody>
          </p:sp>
          <p:sp>
            <p:nvSpPr>
              <p:cNvPr id="60" name="テキスト ボックス 59">
                <a:extLst>
                  <a:ext uri="{FF2B5EF4-FFF2-40B4-BE49-F238E27FC236}">
                    <a16:creationId xmlns:a16="http://schemas.microsoft.com/office/drawing/2014/main" id="{0DC498C8-E025-E731-A7FB-4DEC58A5F9C0}"/>
                  </a:ext>
                </a:extLst>
              </p:cNvPr>
              <p:cNvSpPr txBox="1"/>
              <p:nvPr/>
            </p:nvSpPr>
            <p:spPr>
              <a:xfrm>
                <a:off x="2049618" y="2910065"/>
                <a:ext cx="507207" cy="400110"/>
              </a:xfrm>
              <a:prstGeom prst="rect">
                <a:avLst/>
              </a:prstGeom>
              <a:noFill/>
            </p:spPr>
            <p:txBody>
              <a:bodyPr wrap="square" rtlCol="0">
                <a:spAutoFit/>
              </a:bodyPr>
              <a:lstStyle/>
              <a:p>
                <a:pPr algn="ctr"/>
                <a:r>
                  <a:rPr lang="en-US" altLang="ja-JP" sz="2000" dirty="0"/>
                  <a:t>49</a:t>
                </a:r>
                <a:endParaRPr kumimoji="1" lang="ja-JP" altLang="en-US" sz="2000" dirty="0"/>
              </a:p>
            </p:txBody>
          </p:sp>
          <p:sp>
            <p:nvSpPr>
              <p:cNvPr id="61" name="テキスト ボックス 60">
                <a:extLst>
                  <a:ext uri="{FF2B5EF4-FFF2-40B4-BE49-F238E27FC236}">
                    <a16:creationId xmlns:a16="http://schemas.microsoft.com/office/drawing/2014/main" id="{0D795D51-3ED8-2A27-8AD9-26CFF510992A}"/>
                  </a:ext>
                </a:extLst>
              </p:cNvPr>
              <p:cNvSpPr txBox="1"/>
              <p:nvPr/>
            </p:nvSpPr>
            <p:spPr>
              <a:xfrm>
                <a:off x="3190612" y="2896255"/>
                <a:ext cx="507207" cy="400110"/>
              </a:xfrm>
              <a:prstGeom prst="rect">
                <a:avLst/>
              </a:prstGeom>
              <a:noFill/>
            </p:spPr>
            <p:txBody>
              <a:bodyPr wrap="square" rtlCol="0">
                <a:spAutoFit/>
              </a:bodyPr>
              <a:lstStyle/>
              <a:p>
                <a:pPr algn="ctr"/>
                <a:r>
                  <a:rPr kumimoji="1" lang="en-US" altLang="ja-JP" sz="2000" dirty="0"/>
                  <a:t>41</a:t>
                </a:r>
                <a:endParaRPr kumimoji="1" lang="ja-JP" altLang="en-US" sz="2000" dirty="0"/>
              </a:p>
            </p:txBody>
          </p:sp>
          <p:sp>
            <p:nvSpPr>
              <p:cNvPr id="62" name="テキスト ボックス 61">
                <a:extLst>
                  <a:ext uri="{FF2B5EF4-FFF2-40B4-BE49-F238E27FC236}">
                    <a16:creationId xmlns:a16="http://schemas.microsoft.com/office/drawing/2014/main" id="{CD23A693-3A30-6EC9-CE08-A64773380E65}"/>
                  </a:ext>
                </a:extLst>
              </p:cNvPr>
              <p:cNvSpPr txBox="1"/>
              <p:nvPr/>
            </p:nvSpPr>
            <p:spPr>
              <a:xfrm>
                <a:off x="4379381" y="2894707"/>
                <a:ext cx="507207" cy="400110"/>
              </a:xfrm>
              <a:prstGeom prst="rect">
                <a:avLst/>
              </a:prstGeom>
              <a:noFill/>
            </p:spPr>
            <p:txBody>
              <a:bodyPr wrap="square" rtlCol="0">
                <a:spAutoFit/>
              </a:bodyPr>
              <a:lstStyle/>
              <a:p>
                <a:pPr algn="ctr"/>
                <a:r>
                  <a:rPr kumimoji="1" lang="en-US" altLang="ja-JP" sz="2000" dirty="0"/>
                  <a:t>3</a:t>
                </a:r>
                <a:r>
                  <a:rPr lang="en-US" altLang="ja-JP" sz="2000" dirty="0"/>
                  <a:t>4</a:t>
                </a:r>
                <a:endParaRPr kumimoji="1" lang="ja-JP" altLang="en-US" sz="2000" dirty="0"/>
              </a:p>
            </p:txBody>
          </p:sp>
          <p:sp>
            <p:nvSpPr>
              <p:cNvPr id="63" name="テキスト ボックス 62">
                <a:extLst>
                  <a:ext uri="{FF2B5EF4-FFF2-40B4-BE49-F238E27FC236}">
                    <a16:creationId xmlns:a16="http://schemas.microsoft.com/office/drawing/2014/main" id="{4785CA35-E0B2-1EA3-8F1C-39B7EDABF3AB}"/>
                  </a:ext>
                </a:extLst>
              </p:cNvPr>
              <p:cNvSpPr txBox="1"/>
              <p:nvPr/>
            </p:nvSpPr>
            <p:spPr>
              <a:xfrm>
                <a:off x="3531393" y="2894707"/>
                <a:ext cx="507207" cy="400110"/>
              </a:xfrm>
              <a:prstGeom prst="rect">
                <a:avLst/>
              </a:prstGeom>
              <a:noFill/>
            </p:spPr>
            <p:txBody>
              <a:bodyPr wrap="square" rtlCol="0">
                <a:spAutoFit/>
              </a:bodyPr>
              <a:lstStyle/>
              <a:p>
                <a:pPr algn="ctr"/>
                <a:r>
                  <a:rPr kumimoji="1" lang="en-US" altLang="ja-JP" sz="2000" dirty="0"/>
                  <a:t>4</a:t>
                </a:r>
                <a:r>
                  <a:rPr lang="en-US" altLang="ja-JP" sz="2000" dirty="0"/>
                  <a:t>0</a:t>
                </a:r>
                <a:endParaRPr kumimoji="1" lang="ja-JP" altLang="en-US" sz="2000" dirty="0"/>
              </a:p>
            </p:txBody>
          </p:sp>
          <p:sp>
            <p:nvSpPr>
              <p:cNvPr id="64" name="テキスト ボックス 63">
                <a:extLst>
                  <a:ext uri="{FF2B5EF4-FFF2-40B4-BE49-F238E27FC236}">
                    <a16:creationId xmlns:a16="http://schemas.microsoft.com/office/drawing/2014/main" id="{04ED154C-C467-E5D3-2065-D909D9E64FB3}"/>
                  </a:ext>
                </a:extLst>
              </p:cNvPr>
              <p:cNvSpPr txBox="1"/>
              <p:nvPr/>
            </p:nvSpPr>
            <p:spPr>
              <a:xfrm>
                <a:off x="2378279" y="2910065"/>
                <a:ext cx="507207" cy="400110"/>
              </a:xfrm>
              <a:prstGeom prst="rect">
                <a:avLst/>
              </a:prstGeom>
              <a:noFill/>
            </p:spPr>
            <p:txBody>
              <a:bodyPr wrap="square" rtlCol="0">
                <a:spAutoFit/>
              </a:bodyPr>
              <a:lstStyle/>
              <a:p>
                <a:pPr algn="ctr"/>
                <a:r>
                  <a:rPr kumimoji="1" lang="en-US" altLang="ja-JP" sz="2000" dirty="0"/>
                  <a:t>48</a:t>
                </a:r>
                <a:endParaRPr kumimoji="1" lang="ja-JP" altLang="en-US" sz="2000" dirty="0"/>
              </a:p>
            </p:txBody>
          </p:sp>
          <p:sp>
            <p:nvSpPr>
              <p:cNvPr id="65" name="テキスト ボックス 64">
                <a:extLst>
                  <a:ext uri="{FF2B5EF4-FFF2-40B4-BE49-F238E27FC236}">
                    <a16:creationId xmlns:a16="http://schemas.microsoft.com/office/drawing/2014/main" id="{2C71F13C-AFA2-EC06-74F5-1B12B25967C0}"/>
                  </a:ext>
                </a:extLst>
              </p:cNvPr>
              <p:cNvSpPr txBox="1"/>
              <p:nvPr/>
            </p:nvSpPr>
            <p:spPr>
              <a:xfrm>
                <a:off x="4778014" y="2884472"/>
                <a:ext cx="507207" cy="400110"/>
              </a:xfrm>
              <a:prstGeom prst="rect">
                <a:avLst/>
              </a:prstGeom>
              <a:noFill/>
            </p:spPr>
            <p:txBody>
              <a:bodyPr wrap="square" rtlCol="0">
                <a:spAutoFit/>
              </a:bodyPr>
              <a:lstStyle/>
              <a:p>
                <a:pPr algn="ctr"/>
                <a:r>
                  <a:rPr lang="en-US" altLang="ja-JP" sz="2000" dirty="0"/>
                  <a:t>33</a:t>
                </a:r>
                <a:endParaRPr kumimoji="1" lang="ja-JP" altLang="en-US" sz="2000" dirty="0"/>
              </a:p>
            </p:txBody>
          </p:sp>
          <p:sp>
            <p:nvSpPr>
              <p:cNvPr id="66" name="テキスト ボックス 65">
                <a:extLst>
                  <a:ext uri="{FF2B5EF4-FFF2-40B4-BE49-F238E27FC236}">
                    <a16:creationId xmlns:a16="http://schemas.microsoft.com/office/drawing/2014/main" id="{D295D734-4ED4-01FA-B1D4-57F49011A29F}"/>
                  </a:ext>
                </a:extLst>
              </p:cNvPr>
              <p:cNvSpPr txBox="1"/>
              <p:nvPr/>
            </p:nvSpPr>
            <p:spPr>
              <a:xfrm>
                <a:off x="5318246" y="2884472"/>
                <a:ext cx="507207" cy="400110"/>
              </a:xfrm>
              <a:prstGeom prst="rect">
                <a:avLst/>
              </a:prstGeom>
              <a:noFill/>
            </p:spPr>
            <p:txBody>
              <a:bodyPr wrap="square" rtlCol="0">
                <a:spAutoFit/>
              </a:bodyPr>
              <a:lstStyle/>
              <a:p>
                <a:pPr algn="ctr"/>
                <a:r>
                  <a:rPr lang="en-US" altLang="ja-JP" sz="2000" dirty="0"/>
                  <a:t>32</a:t>
                </a:r>
                <a:endParaRPr kumimoji="1" lang="ja-JP" altLang="en-US" sz="2000" dirty="0"/>
              </a:p>
            </p:txBody>
          </p:sp>
          <p:sp>
            <p:nvSpPr>
              <p:cNvPr id="67" name="テキスト ボックス 66">
                <a:extLst>
                  <a:ext uri="{FF2B5EF4-FFF2-40B4-BE49-F238E27FC236}">
                    <a16:creationId xmlns:a16="http://schemas.microsoft.com/office/drawing/2014/main" id="{342A0A42-CCBB-D26F-B2EE-6669475E5903}"/>
                  </a:ext>
                </a:extLst>
              </p:cNvPr>
              <p:cNvSpPr txBox="1"/>
              <p:nvPr/>
            </p:nvSpPr>
            <p:spPr>
              <a:xfrm>
                <a:off x="5746126" y="2884472"/>
                <a:ext cx="507207" cy="400110"/>
              </a:xfrm>
              <a:prstGeom prst="rect">
                <a:avLst/>
              </a:prstGeom>
              <a:noFill/>
            </p:spPr>
            <p:txBody>
              <a:bodyPr wrap="square" rtlCol="0">
                <a:spAutoFit/>
              </a:bodyPr>
              <a:lstStyle/>
              <a:p>
                <a:pPr algn="ctr"/>
                <a:r>
                  <a:rPr lang="en-US" altLang="ja-JP" sz="2000" dirty="0"/>
                  <a:t>31</a:t>
                </a:r>
                <a:endParaRPr kumimoji="1" lang="ja-JP" altLang="en-US" sz="2000" dirty="0"/>
              </a:p>
            </p:txBody>
          </p:sp>
          <p:sp>
            <p:nvSpPr>
              <p:cNvPr id="68" name="テキスト ボックス 67">
                <a:extLst>
                  <a:ext uri="{FF2B5EF4-FFF2-40B4-BE49-F238E27FC236}">
                    <a16:creationId xmlns:a16="http://schemas.microsoft.com/office/drawing/2014/main" id="{5080771F-FDB0-DF6B-9EED-81FE1074971E}"/>
                  </a:ext>
                </a:extLst>
              </p:cNvPr>
              <p:cNvSpPr txBox="1"/>
              <p:nvPr/>
            </p:nvSpPr>
            <p:spPr>
              <a:xfrm>
                <a:off x="6949609" y="2875435"/>
                <a:ext cx="507207" cy="400110"/>
              </a:xfrm>
              <a:prstGeom prst="rect">
                <a:avLst/>
              </a:prstGeom>
              <a:noFill/>
            </p:spPr>
            <p:txBody>
              <a:bodyPr wrap="square" rtlCol="0">
                <a:spAutoFit/>
              </a:bodyPr>
              <a:lstStyle/>
              <a:p>
                <a:pPr algn="ctr"/>
                <a:r>
                  <a:rPr kumimoji="1" lang="en-US" altLang="ja-JP" sz="2000" dirty="0"/>
                  <a:t>16</a:t>
                </a:r>
                <a:endParaRPr kumimoji="1" lang="ja-JP" altLang="en-US" sz="2000" dirty="0"/>
              </a:p>
            </p:txBody>
          </p:sp>
        </p:grpSp>
        <p:sp>
          <p:nvSpPr>
            <p:cNvPr id="55" name="正方形/長方形 54">
              <a:extLst>
                <a:ext uri="{FF2B5EF4-FFF2-40B4-BE49-F238E27FC236}">
                  <a16:creationId xmlns:a16="http://schemas.microsoft.com/office/drawing/2014/main" id="{FC7F9FED-5AFD-FAE5-AB9D-2E50BB4C13C5}"/>
                </a:ext>
              </a:extLst>
            </p:cNvPr>
            <p:cNvSpPr/>
            <p:nvPr/>
          </p:nvSpPr>
          <p:spPr>
            <a:xfrm>
              <a:off x="7116168" y="5218355"/>
              <a:ext cx="150316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err="1">
                  <a:solidFill>
                    <a:schemeClr val="tx1"/>
                  </a:solidFill>
                </a:rPr>
                <a:t>DataR</a:t>
              </a:r>
              <a:endParaRPr kumimoji="1" lang="ja-JP" altLang="en-US" sz="2000" dirty="0">
                <a:solidFill>
                  <a:schemeClr val="tx1"/>
                </a:solidFill>
              </a:endParaRPr>
            </a:p>
          </p:txBody>
        </p:sp>
        <p:sp>
          <p:nvSpPr>
            <p:cNvPr id="56" name="テキスト ボックス 55">
              <a:extLst>
                <a:ext uri="{FF2B5EF4-FFF2-40B4-BE49-F238E27FC236}">
                  <a16:creationId xmlns:a16="http://schemas.microsoft.com/office/drawing/2014/main" id="{5B5508BD-E2E1-9ABB-806E-7CAEFC98C3F1}"/>
                </a:ext>
              </a:extLst>
            </p:cNvPr>
            <p:cNvSpPr txBox="1"/>
            <p:nvPr/>
          </p:nvSpPr>
          <p:spPr>
            <a:xfrm>
              <a:off x="8372112" y="5599949"/>
              <a:ext cx="507207" cy="400110"/>
            </a:xfrm>
            <a:prstGeom prst="rect">
              <a:avLst/>
            </a:prstGeom>
            <a:noFill/>
          </p:spPr>
          <p:txBody>
            <a:bodyPr wrap="square" rtlCol="0">
              <a:spAutoFit/>
            </a:bodyPr>
            <a:lstStyle/>
            <a:p>
              <a:pPr algn="ctr"/>
              <a:r>
                <a:rPr lang="en-US" altLang="ja-JP" sz="2000" dirty="0"/>
                <a:t>0</a:t>
              </a:r>
              <a:endParaRPr kumimoji="1" lang="ja-JP" altLang="en-US" sz="2000" dirty="0"/>
            </a:p>
          </p:txBody>
        </p:sp>
        <p:sp>
          <p:nvSpPr>
            <p:cNvPr id="57" name="テキスト ボックス 56">
              <a:extLst>
                <a:ext uri="{FF2B5EF4-FFF2-40B4-BE49-F238E27FC236}">
                  <a16:creationId xmlns:a16="http://schemas.microsoft.com/office/drawing/2014/main" id="{41C3747D-10D5-42B2-65DD-9B102B55AD45}"/>
                </a:ext>
              </a:extLst>
            </p:cNvPr>
            <p:cNvSpPr txBox="1"/>
            <p:nvPr/>
          </p:nvSpPr>
          <p:spPr>
            <a:xfrm>
              <a:off x="7084560" y="5610355"/>
              <a:ext cx="507207" cy="400110"/>
            </a:xfrm>
            <a:prstGeom prst="rect">
              <a:avLst/>
            </a:prstGeom>
            <a:noFill/>
          </p:spPr>
          <p:txBody>
            <a:bodyPr wrap="square" rtlCol="0">
              <a:spAutoFit/>
            </a:bodyPr>
            <a:lstStyle/>
            <a:p>
              <a:pPr algn="ctr"/>
              <a:r>
                <a:rPr kumimoji="1" lang="en-US" altLang="ja-JP" sz="2000" dirty="0"/>
                <a:t>15</a:t>
              </a:r>
              <a:endParaRPr kumimoji="1" lang="ja-JP" altLang="en-US" sz="2000" dirty="0"/>
            </a:p>
          </p:txBody>
        </p:sp>
      </p:grpSp>
      <p:sp>
        <p:nvSpPr>
          <p:cNvPr id="75" name="テキスト ボックス 74">
            <a:extLst>
              <a:ext uri="{FF2B5EF4-FFF2-40B4-BE49-F238E27FC236}">
                <a16:creationId xmlns:a16="http://schemas.microsoft.com/office/drawing/2014/main" id="{08147033-B47F-2263-534B-6A6E9433E921}"/>
              </a:ext>
            </a:extLst>
          </p:cNvPr>
          <p:cNvSpPr txBox="1"/>
          <p:nvPr/>
        </p:nvSpPr>
        <p:spPr>
          <a:xfrm>
            <a:off x="868689" y="2268876"/>
            <a:ext cx="3597929" cy="400110"/>
          </a:xfrm>
          <a:prstGeom prst="rect">
            <a:avLst/>
          </a:prstGeom>
          <a:noFill/>
        </p:spPr>
        <p:txBody>
          <a:bodyPr wrap="square" rtlCol="0">
            <a:spAutoFit/>
          </a:bodyPr>
          <a:lstStyle/>
          <a:p>
            <a:r>
              <a:rPr kumimoji="1" lang="en-US" altLang="ja-JP" sz="2000" dirty="0"/>
              <a:t>PACKET_IN1,2</a:t>
            </a:r>
            <a:endParaRPr kumimoji="1" lang="ja-JP" altLang="en-US" sz="2000" dirty="0"/>
          </a:p>
        </p:txBody>
      </p:sp>
      <p:sp>
        <p:nvSpPr>
          <p:cNvPr id="76" name="テキスト ボックス 75">
            <a:extLst>
              <a:ext uri="{FF2B5EF4-FFF2-40B4-BE49-F238E27FC236}">
                <a16:creationId xmlns:a16="http://schemas.microsoft.com/office/drawing/2014/main" id="{45DBC5E2-3286-6E88-6F70-41AD16A0F8AB}"/>
              </a:ext>
            </a:extLst>
          </p:cNvPr>
          <p:cNvSpPr txBox="1"/>
          <p:nvPr/>
        </p:nvSpPr>
        <p:spPr>
          <a:xfrm>
            <a:off x="868689" y="3521615"/>
            <a:ext cx="3597929" cy="400110"/>
          </a:xfrm>
          <a:prstGeom prst="rect">
            <a:avLst/>
          </a:prstGeom>
          <a:noFill/>
        </p:spPr>
        <p:txBody>
          <a:bodyPr wrap="square" rtlCol="0">
            <a:spAutoFit/>
          </a:bodyPr>
          <a:lstStyle/>
          <a:p>
            <a:r>
              <a:rPr lang="en-US" altLang="ja-JP" sz="2000" dirty="0" err="1"/>
              <a:t>PSData</a:t>
            </a:r>
            <a:endParaRPr kumimoji="1" lang="ja-JP" altLang="en-US" sz="2000" dirty="0"/>
          </a:p>
        </p:txBody>
      </p:sp>
      <p:grpSp>
        <p:nvGrpSpPr>
          <p:cNvPr id="103" name="グループ化 102">
            <a:extLst>
              <a:ext uri="{FF2B5EF4-FFF2-40B4-BE49-F238E27FC236}">
                <a16:creationId xmlns:a16="http://schemas.microsoft.com/office/drawing/2014/main" id="{120A9F46-EC1A-5078-F835-07FFD8466C56}"/>
              </a:ext>
            </a:extLst>
          </p:cNvPr>
          <p:cNvGrpSpPr/>
          <p:nvPr/>
        </p:nvGrpSpPr>
        <p:grpSpPr>
          <a:xfrm>
            <a:off x="837363" y="3948166"/>
            <a:ext cx="10021811" cy="824408"/>
            <a:chOff x="837363" y="3948166"/>
            <a:chExt cx="10021811" cy="824408"/>
          </a:xfrm>
        </p:grpSpPr>
        <p:sp>
          <p:nvSpPr>
            <p:cNvPr id="93" name="正方形/長方形 92">
              <a:extLst>
                <a:ext uri="{FF2B5EF4-FFF2-40B4-BE49-F238E27FC236}">
                  <a16:creationId xmlns:a16="http://schemas.microsoft.com/office/drawing/2014/main" id="{48D7728A-AD55-DB6F-C397-CD76EE07CEDF}"/>
                </a:ext>
              </a:extLst>
            </p:cNvPr>
            <p:cNvSpPr/>
            <p:nvPr/>
          </p:nvSpPr>
          <p:spPr>
            <a:xfrm>
              <a:off x="1090967" y="3950014"/>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
              </a:r>
              <a:r>
                <a:rPr lang="en-US" altLang="ja-JP" sz="2000" dirty="0">
                  <a:solidFill>
                    <a:schemeClr val="tx1"/>
                  </a:solidFill>
                </a:rPr>
                <a:t>EST</a:t>
              </a:r>
              <a:endParaRPr kumimoji="1" lang="ja-JP" altLang="en-US" sz="2000" dirty="0">
                <a:solidFill>
                  <a:schemeClr val="tx1"/>
                </a:solidFill>
              </a:endParaRPr>
            </a:p>
          </p:txBody>
        </p:sp>
        <p:sp>
          <p:nvSpPr>
            <p:cNvPr id="94" name="正方形/長方形 93">
              <a:extLst>
                <a:ext uri="{FF2B5EF4-FFF2-40B4-BE49-F238E27FC236}">
                  <a16:creationId xmlns:a16="http://schemas.microsoft.com/office/drawing/2014/main" id="{B07C19FF-BD40-8695-1AB4-1D5FE5ED312E}"/>
                </a:ext>
              </a:extLst>
            </p:cNvPr>
            <p:cNvSpPr/>
            <p:nvPr/>
          </p:nvSpPr>
          <p:spPr>
            <a:xfrm>
              <a:off x="2242341" y="3950013"/>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LR2_2</a:t>
              </a:r>
              <a:endParaRPr kumimoji="1" lang="ja-JP" altLang="en-US" sz="2000" dirty="0">
                <a:solidFill>
                  <a:schemeClr val="tx1"/>
                </a:solidFill>
              </a:endParaRPr>
            </a:p>
          </p:txBody>
        </p:sp>
        <p:sp>
          <p:nvSpPr>
            <p:cNvPr id="95" name="正方形/長方形 94">
              <a:extLst>
                <a:ext uri="{FF2B5EF4-FFF2-40B4-BE49-F238E27FC236}">
                  <a16:creationId xmlns:a16="http://schemas.microsoft.com/office/drawing/2014/main" id="{DA26372A-B935-B28F-EFD8-3C3B7A6CE1E4}"/>
                </a:ext>
              </a:extLst>
            </p:cNvPr>
            <p:cNvSpPr/>
            <p:nvPr/>
          </p:nvSpPr>
          <p:spPr>
            <a:xfrm>
              <a:off x="3393715" y="3950013"/>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LR2_1</a:t>
              </a:r>
              <a:endParaRPr kumimoji="1" lang="ja-JP" altLang="en-US" sz="2000" dirty="0">
                <a:solidFill>
                  <a:schemeClr val="tx1"/>
                </a:solidFill>
              </a:endParaRPr>
            </a:p>
          </p:txBody>
        </p:sp>
        <p:sp>
          <p:nvSpPr>
            <p:cNvPr id="96" name="正方形/長方形 95">
              <a:extLst>
                <a:ext uri="{FF2B5EF4-FFF2-40B4-BE49-F238E27FC236}">
                  <a16:creationId xmlns:a16="http://schemas.microsoft.com/office/drawing/2014/main" id="{110F8483-36EC-949C-E19F-B07A1EDE1C2A}"/>
                </a:ext>
              </a:extLst>
            </p:cNvPr>
            <p:cNvSpPr/>
            <p:nvPr/>
          </p:nvSpPr>
          <p:spPr>
            <a:xfrm>
              <a:off x="4532543" y="3948166"/>
              <a:ext cx="71779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BR2</a:t>
              </a:r>
              <a:endParaRPr kumimoji="1" lang="ja-JP" altLang="en-US" sz="2000" dirty="0">
                <a:solidFill>
                  <a:schemeClr val="tx1"/>
                </a:solidFill>
              </a:endParaRPr>
            </a:p>
          </p:txBody>
        </p:sp>
        <p:sp>
          <p:nvSpPr>
            <p:cNvPr id="97" name="正方形/長方形 96">
              <a:extLst>
                <a:ext uri="{FF2B5EF4-FFF2-40B4-BE49-F238E27FC236}">
                  <a16:creationId xmlns:a16="http://schemas.microsoft.com/office/drawing/2014/main" id="{1A6586FC-26F0-2793-D8F4-FCF8E9EB04CE}"/>
                </a:ext>
              </a:extLst>
            </p:cNvPr>
            <p:cNvSpPr/>
            <p:nvPr/>
          </p:nvSpPr>
          <p:spPr>
            <a:xfrm>
              <a:off x="6789924" y="3948166"/>
              <a:ext cx="83303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CPY1</a:t>
              </a:r>
              <a:endParaRPr kumimoji="1" lang="ja-JP" altLang="en-US" sz="2000" dirty="0">
                <a:solidFill>
                  <a:schemeClr val="tx1"/>
                </a:solidFill>
              </a:endParaRPr>
            </a:p>
          </p:txBody>
        </p:sp>
        <p:sp>
          <p:nvSpPr>
            <p:cNvPr id="98" name="正方形/長方形 97">
              <a:extLst>
                <a:ext uri="{FF2B5EF4-FFF2-40B4-BE49-F238E27FC236}">
                  <a16:creationId xmlns:a16="http://schemas.microsoft.com/office/drawing/2014/main" id="{2FF31996-ABA2-0BC6-0630-BEE94E445D68}"/>
                </a:ext>
              </a:extLst>
            </p:cNvPr>
            <p:cNvSpPr/>
            <p:nvPr/>
          </p:nvSpPr>
          <p:spPr>
            <a:xfrm>
              <a:off x="7607851" y="3948166"/>
              <a:ext cx="150316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OPC2</a:t>
              </a:r>
              <a:endParaRPr kumimoji="1" lang="ja-JP" altLang="en-US" sz="2000" dirty="0">
                <a:solidFill>
                  <a:schemeClr val="tx1"/>
                </a:solidFill>
              </a:endParaRPr>
            </a:p>
          </p:txBody>
        </p:sp>
        <p:sp>
          <p:nvSpPr>
            <p:cNvPr id="83" name="テキスト ボックス 82">
              <a:extLst>
                <a:ext uri="{FF2B5EF4-FFF2-40B4-BE49-F238E27FC236}">
                  <a16:creationId xmlns:a16="http://schemas.microsoft.com/office/drawing/2014/main" id="{F353F8C2-2F5A-DDE7-C062-1A7EC13AD82D}"/>
                </a:ext>
              </a:extLst>
            </p:cNvPr>
            <p:cNvSpPr txBox="1"/>
            <p:nvPr/>
          </p:nvSpPr>
          <p:spPr>
            <a:xfrm>
              <a:off x="837363" y="4372464"/>
              <a:ext cx="507207" cy="400110"/>
            </a:xfrm>
            <a:prstGeom prst="rect">
              <a:avLst/>
            </a:prstGeom>
            <a:noFill/>
          </p:spPr>
          <p:txBody>
            <a:bodyPr wrap="square" rtlCol="0">
              <a:spAutoFit/>
            </a:bodyPr>
            <a:lstStyle/>
            <a:p>
              <a:pPr algn="ctr"/>
              <a:r>
                <a:rPr lang="en-US" altLang="ja-JP" sz="2000" dirty="0"/>
                <a:t>28</a:t>
              </a:r>
              <a:endParaRPr kumimoji="1" lang="ja-JP" altLang="en-US" sz="2000" dirty="0"/>
            </a:p>
          </p:txBody>
        </p:sp>
        <p:sp>
          <p:nvSpPr>
            <p:cNvPr id="84" name="テキスト ボックス 83">
              <a:extLst>
                <a:ext uri="{FF2B5EF4-FFF2-40B4-BE49-F238E27FC236}">
                  <a16:creationId xmlns:a16="http://schemas.microsoft.com/office/drawing/2014/main" id="{93F3331C-B95D-516B-7D2B-34140CE31E17}"/>
                </a:ext>
              </a:extLst>
            </p:cNvPr>
            <p:cNvSpPr txBox="1"/>
            <p:nvPr/>
          </p:nvSpPr>
          <p:spPr>
            <a:xfrm>
              <a:off x="1830949" y="4372463"/>
              <a:ext cx="507207" cy="400110"/>
            </a:xfrm>
            <a:prstGeom prst="rect">
              <a:avLst/>
            </a:prstGeom>
            <a:noFill/>
          </p:spPr>
          <p:txBody>
            <a:bodyPr wrap="square" rtlCol="0">
              <a:spAutoFit/>
            </a:bodyPr>
            <a:lstStyle/>
            <a:p>
              <a:pPr algn="ctr"/>
              <a:r>
                <a:rPr kumimoji="1" lang="en-US" altLang="ja-JP" sz="2000" dirty="0"/>
                <a:t>22</a:t>
              </a:r>
              <a:endParaRPr kumimoji="1" lang="ja-JP" altLang="en-US" sz="2000" dirty="0"/>
            </a:p>
          </p:txBody>
        </p:sp>
        <p:sp>
          <p:nvSpPr>
            <p:cNvPr id="85" name="テキスト ボックス 84">
              <a:extLst>
                <a:ext uri="{FF2B5EF4-FFF2-40B4-BE49-F238E27FC236}">
                  <a16:creationId xmlns:a16="http://schemas.microsoft.com/office/drawing/2014/main" id="{DE64519B-EE56-F64D-1DD1-E3FD5EBE82AA}"/>
                </a:ext>
              </a:extLst>
            </p:cNvPr>
            <p:cNvSpPr txBox="1"/>
            <p:nvPr/>
          </p:nvSpPr>
          <p:spPr>
            <a:xfrm>
              <a:off x="2971943" y="4358653"/>
              <a:ext cx="507207" cy="400110"/>
            </a:xfrm>
            <a:prstGeom prst="rect">
              <a:avLst/>
            </a:prstGeom>
            <a:noFill/>
          </p:spPr>
          <p:txBody>
            <a:bodyPr wrap="square" rtlCol="0">
              <a:spAutoFit/>
            </a:bodyPr>
            <a:lstStyle/>
            <a:p>
              <a:pPr algn="ctr"/>
              <a:r>
                <a:rPr kumimoji="1" lang="en-US" altLang="ja-JP" sz="2000" dirty="0"/>
                <a:t>19</a:t>
              </a:r>
              <a:endParaRPr kumimoji="1" lang="ja-JP" altLang="en-US" sz="2000" dirty="0"/>
            </a:p>
          </p:txBody>
        </p:sp>
        <p:sp>
          <p:nvSpPr>
            <p:cNvPr id="86" name="テキスト ボックス 85">
              <a:extLst>
                <a:ext uri="{FF2B5EF4-FFF2-40B4-BE49-F238E27FC236}">
                  <a16:creationId xmlns:a16="http://schemas.microsoft.com/office/drawing/2014/main" id="{58548B3D-B3DC-12FF-8AF0-DC6CB53A7328}"/>
                </a:ext>
              </a:extLst>
            </p:cNvPr>
            <p:cNvSpPr txBox="1"/>
            <p:nvPr/>
          </p:nvSpPr>
          <p:spPr>
            <a:xfrm>
              <a:off x="4160712" y="4357105"/>
              <a:ext cx="507207" cy="400110"/>
            </a:xfrm>
            <a:prstGeom prst="rect">
              <a:avLst/>
            </a:prstGeom>
            <a:noFill/>
          </p:spPr>
          <p:txBody>
            <a:bodyPr wrap="square" rtlCol="0">
              <a:spAutoFit/>
            </a:bodyPr>
            <a:lstStyle/>
            <a:p>
              <a:pPr algn="ctr"/>
              <a:r>
                <a:rPr lang="en-US" altLang="ja-JP" sz="2000" dirty="0"/>
                <a:t>16</a:t>
              </a:r>
              <a:endParaRPr kumimoji="1" lang="ja-JP" altLang="en-US" sz="2000" dirty="0"/>
            </a:p>
          </p:txBody>
        </p:sp>
        <p:sp>
          <p:nvSpPr>
            <p:cNvPr id="87" name="テキスト ボックス 86">
              <a:extLst>
                <a:ext uri="{FF2B5EF4-FFF2-40B4-BE49-F238E27FC236}">
                  <a16:creationId xmlns:a16="http://schemas.microsoft.com/office/drawing/2014/main" id="{92709DA8-51A8-CCBB-9837-9D6CED1DDE9F}"/>
                </a:ext>
              </a:extLst>
            </p:cNvPr>
            <p:cNvSpPr txBox="1"/>
            <p:nvPr/>
          </p:nvSpPr>
          <p:spPr>
            <a:xfrm>
              <a:off x="3313561" y="4368274"/>
              <a:ext cx="507207" cy="400110"/>
            </a:xfrm>
            <a:prstGeom prst="rect">
              <a:avLst/>
            </a:prstGeom>
            <a:noFill/>
          </p:spPr>
          <p:txBody>
            <a:bodyPr wrap="square" rtlCol="0">
              <a:spAutoFit/>
            </a:bodyPr>
            <a:lstStyle/>
            <a:p>
              <a:pPr algn="ctr"/>
              <a:r>
                <a:rPr lang="en-US" altLang="ja-JP" sz="2000" dirty="0"/>
                <a:t>18</a:t>
              </a:r>
              <a:endParaRPr kumimoji="1" lang="ja-JP" altLang="en-US" sz="2000" dirty="0"/>
            </a:p>
          </p:txBody>
        </p:sp>
        <p:sp>
          <p:nvSpPr>
            <p:cNvPr id="88" name="テキスト ボックス 87">
              <a:extLst>
                <a:ext uri="{FF2B5EF4-FFF2-40B4-BE49-F238E27FC236}">
                  <a16:creationId xmlns:a16="http://schemas.microsoft.com/office/drawing/2014/main" id="{3A2D5A22-7B59-814F-D8C3-26EDFABC5C57}"/>
                </a:ext>
              </a:extLst>
            </p:cNvPr>
            <p:cNvSpPr txBox="1"/>
            <p:nvPr/>
          </p:nvSpPr>
          <p:spPr>
            <a:xfrm>
              <a:off x="2159610" y="4372463"/>
              <a:ext cx="507207" cy="400110"/>
            </a:xfrm>
            <a:prstGeom prst="rect">
              <a:avLst/>
            </a:prstGeom>
            <a:noFill/>
          </p:spPr>
          <p:txBody>
            <a:bodyPr wrap="square" rtlCol="0">
              <a:spAutoFit/>
            </a:bodyPr>
            <a:lstStyle/>
            <a:p>
              <a:pPr algn="ctr"/>
              <a:r>
                <a:rPr kumimoji="1" lang="en-US" altLang="ja-JP" sz="2000" dirty="0"/>
                <a:t>2</a:t>
              </a:r>
              <a:r>
                <a:rPr lang="en-US" altLang="ja-JP" sz="2000" dirty="0"/>
                <a:t>1</a:t>
              </a:r>
              <a:endParaRPr kumimoji="1" lang="ja-JP" altLang="en-US" sz="2000" dirty="0"/>
            </a:p>
          </p:txBody>
        </p:sp>
        <p:sp>
          <p:nvSpPr>
            <p:cNvPr id="89" name="テキスト ボックス 88">
              <a:extLst>
                <a:ext uri="{FF2B5EF4-FFF2-40B4-BE49-F238E27FC236}">
                  <a16:creationId xmlns:a16="http://schemas.microsoft.com/office/drawing/2014/main" id="{A1716FDE-DD12-4998-FBE4-FF25431EB5E3}"/>
                </a:ext>
              </a:extLst>
            </p:cNvPr>
            <p:cNvSpPr txBox="1"/>
            <p:nvPr/>
          </p:nvSpPr>
          <p:spPr>
            <a:xfrm>
              <a:off x="4642390" y="4334108"/>
              <a:ext cx="507207" cy="400110"/>
            </a:xfrm>
            <a:prstGeom prst="rect">
              <a:avLst/>
            </a:prstGeom>
            <a:noFill/>
          </p:spPr>
          <p:txBody>
            <a:bodyPr wrap="square" rtlCol="0">
              <a:spAutoFit/>
            </a:bodyPr>
            <a:lstStyle/>
            <a:p>
              <a:pPr algn="ctr"/>
              <a:r>
                <a:rPr kumimoji="1" lang="en-US" altLang="ja-JP" sz="2000" dirty="0"/>
                <a:t>15</a:t>
              </a:r>
              <a:endParaRPr kumimoji="1" lang="ja-JP" altLang="en-US" sz="2000" dirty="0"/>
            </a:p>
          </p:txBody>
        </p:sp>
        <p:sp>
          <p:nvSpPr>
            <p:cNvPr id="90" name="テキスト ボックス 89">
              <a:extLst>
                <a:ext uri="{FF2B5EF4-FFF2-40B4-BE49-F238E27FC236}">
                  <a16:creationId xmlns:a16="http://schemas.microsoft.com/office/drawing/2014/main" id="{4E403EB3-4E43-C92C-85CF-A5737EA14256}"/>
                </a:ext>
              </a:extLst>
            </p:cNvPr>
            <p:cNvSpPr txBox="1"/>
            <p:nvPr/>
          </p:nvSpPr>
          <p:spPr>
            <a:xfrm>
              <a:off x="6952710" y="4320101"/>
              <a:ext cx="507207" cy="400110"/>
            </a:xfrm>
            <a:prstGeom prst="rect">
              <a:avLst/>
            </a:prstGeom>
            <a:noFill/>
          </p:spPr>
          <p:txBody>
            <a:bodyPr wrap="square" rtlCol="0">
              <a:spAutoFit/>
            </a:bodyPr>
            <a:lstStyle/>
            <a:p>
              <a:pPr algn="ctr"/>
              <a:r>
                <a:rPr kumimoji="1" lang="en-US" altLang="ja-JP" sz="2000" dirty="0"/>
                <a:t>12</a:t>
              </a:r>
              <a:endParaRPr kumimoji="1" lang="ja-JP" altLang="en-US" sz="2000" dirty="0"/>
            </a:p>
          </p:txBody>
        </p:sp>
        <p:sp>
          <p:nvSpPr>
            <p:cNvPr id="91" name="テキスト ボックス 90">
              <a:extLst>
                <a:ext uri="{FF2B5EF4-FFF2-40B4-BE49-F238E27FC236}">
                  <a16:creationId xmlns:a16="http://schemas.microsoft.com/office/drawing/2014/main" id="{9C73A550-56B2-F894-9978-563D15B6F601}"/>
                </a:ext>
              </a:extLst>
            </p:cNvPr>
            <p:cNvSpPr txBox="1"/>
            <p:nvPr/>
          </p:nvSpPr>
          <p:spPr>
            <a:xfrm>
              <a:off x="7547860" y="4338797"/>
              <a:ext cx="507207" cy="400110"/>
            </a:xfrm>
            <a:prstGeom prst="rect">
              <a:avLst/>
            </a:prstGeom>
            <a:noFill/>
          </p:spPr>
          <p:txBody>
            <a:bodyPr wrap="square" rtlCol="0">
              <a:spAutoFit/>
            </a:bodyPr>
            <a:lstStyle/>
            <a:p>
              <a:pPr algn="ctr"/>
              <a:r>
                <a:rPr kumimoji="1" lang="en-US" altLang="ja-JP" sz="2000" dirty="0"/>
                <a:t>11</a:t>
              </a:r>
              <a:endParaRPr kumimoji="1" lang="ja-JP" altLang="en-US" sz="2000" dirty="0"/>
            </a:p>
          </p:txBody>
        </p:sp>
        <p:sp>
          <p:nvSpPr>
            <p:cNvPr id="92" name="テキスト ボックス 91">
              <a:extLst>
                <a:ext uri="{FF2B5EF4-FFF2-40B4-BE49-F238E27FC236}">
                  <a16:creationId xmlns:a16="http://schemas.microsoft.com/office/drawing/2014/main" id="{46335A91-4CF9-EC82-7186-7F3F58593500}"/>
                </a:ext>
              </a:extLst>
            </p:cNvPr>
            <p:cNvSpPr txBox="1"/>
            <p:nvPr/>
          </p:nvSpPr>
          <p:spPr>
            <a:xfrm>
              <a:off x="8760311" y="4329760"/>
              <a:ext cx="507207" cy="400110"/>
            </a:xfrm>
            <a:prstGeom prst="rect">
              <a:avLst/>
            </a:prstGeom>
            <a:noFill/>
          </p:spPr>
          <p:txBody>
            <a:bodyPr wrap="square" rtlCol="0">
              <a:spAutoFit/>
            </a:bodyPr>
            <a:lstStyle/>
            <a:p>
              <a:pPr algn="ctr"/>
              <a:r>
                <a:rPr kumimoji="1" lang="en-US" altLang="ja-JP" sz="2000" dirty="0"/>
                <a:t>6</a:t>
              </a:r>
              <a:endParaRPr kumimoji="1" lang="ja-JP" altLang="en-US" sz="2000" dirty="0"/>
            </a:p>
          </p:txBody>
        </p:sp>
        <p:sp>
          <p:nvSpPr>
            <p:cNvPr id="79" name="正方形/長方形 78">
              <a:extLst>
                <a:ext uri="{FF2B5EF4-FFF2-40B4-BE49-F238E27FC236}">
                  <a16:creationId xmlns:a16="http://schemas.microsoft.com/office/drawing/2014/main" id="{12792982-3656-47F3-E7AD-41DEBBDA428B}"/>
                </a:ext>
              </a:extLst>
            </p:cNvPr>
            <p:cNvSpPr/>
            <p:nvPr/>
          </p:nvSpPr>
          <p:spPr>
            <a:xfrm>
              <a:off x="9108548" y="3948166"/>
              <a:ext cx="150316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OPC1</a:t>
              </a:r>
              <a:endParaRPr kumimoji="1" lang="ja-JP" altLang="en-US" sz="2000" dirty="0">
                <a:solidFill>
                  <a:schemeClr val="tx1"/>
                </a:solidFill>
              </a:endParaRPr>
            </a:p>
          </p:txBody>
        </p:sp>
        <p:sp>
          <p:nvSpPr>
            <p:cNvPr id="80" name="テキスト ボックス 79">
              <a:extLst>
                <a:ext uri="{FF2B5EF4-FFF2-40B4-BE49-F238E27FC236}">
                  <a16:creationId xmlns:a16="http://schemas.microsoft.com/office/drawing/2014/main" id="{1F3F9634-9BC1-38F0-E26B-5593F6DCBD64}"/>
                </a:ext>
              </a:extLst>
            </p:cNvPr>
            <p:cNvSpPr txBox="1"/>
            <p:nvPr/>
          </p:nvSpPr>
          <p:spPr>
            <a:xfrm>
              <a:off x="10351967" y="4338797"/>
              <a:ext cx="507207" cy="400110"/>
            </a:xfrm>
            <a:prstGeom prst="rect">
              <a:avLst/>
            </a:prstGeom>
            <a:noFill/>
          </p:spPr>
          <p:txBody>
            <a:bodyPr wrap="square" rtlCol="0">
              <a:spAutoFit/>
            </a:bodyPr>
            <a:lstStyle/>
            <a:p>
              <a:pPr algn="ctr"/>
              <a:r>
                <a:rPr lang="en-US" altLang="ja-JP" sz="2000" dirty="0"/>
                <a:t>0</a:t>
              </a:r>
              <a:endParaRPr kumimoji="1" lang="ja-JP" altLang="en-US" sz="2000" dirty="0"/>
            </a:p>
          </p:txBody>
        </p:sp>
        <p:sp>
          <p:nvSpPr>
            <p:cNvPr id="81" name="テキスト ボックス 80">
              <a:extLst>
                <a:ext uri="{FF2B5EF4-FFF2-40B4-BE49-F238E27FC236}">
                  <a16:creationId xmlns:a16="http://schemas.microsoft.com/office/drawing/2014/main" id="{E5E930F0-2548-AB9B-8B36-72CEF38CD86D}"/>
                </a:ext>
              </a:extLst>
            </p:cNvPr>
            <p:cNvSpPr txBox="1"/>
            <p:nvPr/>
          </p:nvSpPr>
          <p:spPr>
            <a:xfrm>
              <a:off x="9007712" y="4329760"/>
              <a:ext cx="507207" cy="400110"/>
            </a:xfrm>
            <a:prstGeom prst="rect">
              <a:avLst/>
            </a:prstGeom>
            <a:noFill/>
          </p:spPr>
          <p:txBody>
            <a:bodyPr wrap="square" rtlCol="0">
              <a:spAutoFit/>
            </a:bodyPr>
            <a:lstStyle/>
            <a:p>
              <a:pPr algn="ctr"/>
              <a:r>
                <a:rPr kumimoji="1" lang="en-US" altLang="ja-JP" sz="2000" dirty="0"/>
                <a:t>5</a:t>
              </a:r>
              <a:endParaRPr kumimoji="1" lang="ja-JP" altLang="en-US" sz="2000" dirty="0"/>
            </a:p>
          </p:txBody>
        </p:sp>
        <p:sp>
          <p:nvSpPr>
            <p:cNvPr id="99" name="正方形/長方形 98">
              <a:extLst>
                <a:ext uri="{FF2B5EF4-FFF2-40B4-BE49-F238E27FC236}">
                  <a16:creationId xmlns:a16="http://schemas.microsoft.com/office/drawing/2014/main" id="{7F6DF41E-FA5E-3145-7DA2-65CF3FA4AED8}"/>
                </a:ext>
              </a:extLst>
            </p:cNvPr>
            <p:cNvSpPr/>
            <p:nvPr/>
          </p:nvSpPr>
          <p:spPr>
            <a:xfrm>
              <a:off x="5958197" y="3948166"/>
              <a:ext cx="83303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CPY2</a:t>
              </a:r>
              <a:endParaRPr kumimoji="1" lang="ja-JP" altLang="en-US" sz="2000" dirty="0">
                <a:solidFill>
                  <a:schemeClr val="tx1"/>
                </a:solidFill>
              </a:endParaRPr>
            </a:p>
          </p:txBody>
        </p:sp>
        <p:sp>
          <p:nvSpPr>
            <p:cNvPr id="100" name="テキスト ボックス 99">
              <a:extLst>
                <a:ext uri="{FF2B5EF4-FFF2-40B4-BE49-F238E27FC236}">
                  <a16:creationId xmlns:a16="http://schemas.microsoft.com/office/drawing/2014/main" id="{95437CC1-C4F6-07F8-28DA-C094E35A2AD5}"/>
                </a:ext>
              </a:extLst>
            </p:cNvPr>
            <p:cNvSpPr txBox="1"/>
            <p:nvPr/>
          </p:nvSpPr>
          <p:spPr>
            <a:xfrm>
              <a:off x="6095487" y="4320101"/>
              <a:ext cx="507207" cy="400110"/>
            </a:xfrm>
            <a:prstGeom prst="rect">
              <a:avLst/>
            </a:prstGeom>
            <a:noFill/>
          </p:spPr>
          <p:txBody>
            <a:bodyPr wrap="square" rtlCol="0">
              <a:spAutoFit/>
            </a:bodyPr>
            <a:lstStyle/>
            <a:p>
              <a:pPr algn="ctr"/>
              <a:r>
                <a:rPr kumimoji="1" lang="en-US" altLang="ja-JP" sz="2000" dirty="0"/>
                <a:t>1</a:t>
              </a:r>
              <a:r>
                <a:rPr lang="en-US" altLang="ja-JP" sz="2000" dirty="0"/>
                <a:t>3</a:t>
              </a:r>
              <a:endParaRPr kumimoji="1" lang="ja-JP" altLang="en-US" sz="2000" dirty="0"/>
            </a:p>
          </p:txBody>
        </p:sp>
        <p:sp>
          <p:nvSpPr>
            <p:cNvPr id="101" name="正方形/長方形 100">
              <a:extLst>
                <a:ext uri="{FF2B5EF4-FFF2-40B4-BE49-F238E27FC236}">
                  <a16:creationId xmlns:a16="http://schemas.microsoft.com/office/drawing/2014/main" id="{B78DD402-479D-CD09-39E0-BF7117D5C904}"/>
                </a:ext>
              </a:extLst>
            </p:cNvPr>
            <p:cNvSpPr/>
            <p:nvPr/>
          </p:nvSpPr>
          <p:spPr>
            <a:xfrm>
              <a:off x="5248615" y="3948166"/>
              <a:ext cx="71779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BR1</a:t>
              </a:r>
              <a:endParaRPr kumimoji="1" lang="ja-JP" altLang="en-US" sz="2000" dirty="0">
                <a:solidFill>
                  <a:schemeClr val="tx1"/>
                </a:solidFill>
              </a:endParaRPr>
            </a:p>
          </p:txBody>
        </p:sp>
        <p:sp>
          <p:nvSpPr>
            <p:cNvPr id="102" name="テキスト ボックス 101">
              <a:extLst>
                <a:ext uri="{FF2B5EF4-FFF2-40B4-BE49-F238E27FC236}">
                  <a16:creationId xmlns:a16="http://schemas.microsoft.com/office/drawing/2014/main" id="{7D1F40FF-C5B6-681C-0206-B420CF911250}"/>
                </a:ext>
              </a:extLst>
            </p:cNvPr>
            <p:cNvSpPr txBox="1"/>
            <p:nvPr/>
          </p:nvSpPr>
          <p:spPr>
            <a:xfrm>
              <a:off x="5379525" y="4329760"/>
              <a:ext cx="507207" cy="400110"/>
            </a:xfrm>
            <a:prstGeom prst="rect">
              <a:avLst/>
            </a:prstGeom>
            <a:noFill/>
          </p:spPr>
          <p:txBody>
            <a:bodyPr wrap="square" rtlCol="0">
              <a:spAutoFit/>
            </a:bodyPr>
            <a:lstStyle/>
            <a:p>
              <a:pPr algn="ctr"/>
              <a:r>
                <a:rPr kumimoji="1" lang="en-US" altLang="ja-JP" sz="2000" dirty="0"/>
                <a:t>14</a:t>
              </a:r>
              <a:endParaRPr kumimoji="1" lang="ja-JP" altLang="en-US" sz="2000" dirty="0"/>
            </a:p>
          </p:txBody>
        </p:sp>
      </p:grpSp>
      <p:sp>
        <p:nvSpPr>
          <p:cNvPr id="126" name="テキスト ボックス 125">
            <a:extLst>
              <a:ext uri="{FF2B5EF4-FFF2-40B4-BE49-F238E27FC236}">
                <a16:creationId xmlns:a16="http://schemas.microsoft.com/office/drawing/2014/main" id="{4A8815A2-5206-3873-133E-9F07AEDE341A}"/>
              </a:ext>
            </a:extLst>
          </p:cNvPr>
          <p:cNvSpPr txBox="1"/>
          <p:nvPr/>
        </p:nvSpPr>
        <p:spPr>
          <a:xfrm>
            <a:off x="874489" y="4732054"/>
            <a:ext cx="3597929" cy="400110"/>
          </a:xfrm>
          <a:prstGeom prst="rect">
            <a:avLst/>
          </a:prstGeom>
          <a:noFill/>
        </p:spPr>
        <p:txBody>
          <a:bodyPr wrap="square" rtlCol="0">
            <a:spAutoFit/>
          </a:bodyPr>
          <a:lstStyle/>
          <a:p>
            <a:r>
              <a:rPr kumimoji="1" lang="en-US" altLang="ja-JP" sz="2000" dirty="0"/>
              <a:t>PACKET_OUT1,2</a:t>
            </a:r>
            <a:endParaRPr kumimoji="1" lang="ja-JP" altLang="en-US" sz="2000" dirty="0"/>
          </a:p>
        </p:txBody>
      </p:sp>
      <p:grpSp>
        <p:nvGrpSpPr>
          <p:cNvPr id="147" name="グループ化 146">
            <a:extLst>
              <a:ext uri="{FF2B5EF4-FFF2-40B4-BE49-F238E27FC236}">
                <a16:creationId xmlns:a16="http://schemas.microsoft.com/office/drawing/2014/main" id="{12C91EBE-DA43-8B25-4EE7-11D12BA996C9}"/>
              </a:ext>
            </a:extLst>
          </p:cNvPr>
          <p:cNvGrpSpPr/>
          <p:nvPr/>
        </p:nvGrpSpPr>
        <p:grpSpPr>
          <a:xfrm>
            <a:off x="867974" y="5167973"/>
            <a:ext cx="11201816" cy="827108"/>
            <a:chOff x="867974" y="5167973"/>
            <a:chExt cx="11201816" cy="827108"/>
          </a:xfrm>
        </p:grpSpPr>
        <p:grpSp>
          <p:nvGrpSpPr>
            <p:cNvPr id="109" name="グループ化 108">
              <a:extLst>
                <a:ext uri="{FF2B5EF4-FFF2-40B4-BE49-F238E27FC236}">
                  <a16:creationId xmlns:a16="http://schemas.microsoft.com/office/drawing/2014/main" id="{7CFE2D14-B913-2266-C1E4-58692D27E239}"/>
                </a:ext>
              </a:extLst>
            </p:cNvPr>
            <p:cNvGrpSpPr/>
            <p:nvPr/>
          </p:nvGrpSpPr>
          <p:grpSpPr>
            <a:xfrm>
              <a:off x="1121578" y="5167973"/>
              <a:ext cx="3454122" cy="390632"/>
              <a:chOff x="928636" y="2807256"/>
              <a:chExt cx="3454122" cy="390632"/>
            </a:xfrm>
          </p:grpSpPr>
          <p:sp>
            <p:nvSpPr>
              <p:cNvPr id="120" name="正方形/長方形 119">
                <a:extLst>
                  <a:ext uri="{FF2B5EF4-FFF2-40B4-BE49-F238E27FC236}">
                    <a16:creationId xmlns:a16="http://schemas.microsoft.com/office/drawing/2014/main" id="{AFA1139D-428A-CFB6-F955-8D4464FEE1A4}"/>
                  </a:ext>
                </a:extLst>
              </p:cNvPr>
              <p:cNvSpPr/>
              <p:nvPr/>
            </p:nvSpPr>
            <p:spPr>
              <a:xfrm>
                <a:off x="928636" y="2807257"/>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color</a:t>
                </a:r>
                <a:endParaRPr kumimoji="1" lang="ja-JP" altLang="en-US" sz="2000" dirty="0">
                  <a:solidFill>
                    <a:schemeClr val="tx1"/>
                  </a:solidFill>
                </a:endParaRPr>
              </a:p>
            </p:txBody>
          </p:sp>
          <p:sp>
            <p:nvSpPr>
              <p:cNvPr id="121" name="正方形/長方形 120">
                <a:extLst>
                  <a:ext uri="{FF2B5EF4-FFF2-40B4-BE49-F238E27FC236}">
                    <a16:creationId xmlns:a16="http://schemas.microsoft.com/office/drawing/2014/main" id="{3B754055-E192-AC58-DC0C-EC7ECD9FA679}"/>
                  </a:ext>
                </a:extLst>
              </p:cNvPr>
              <p:cNvSpPr/>
              <p:nvPr/>
            </p:nvSpPr>
            <p:spPr>
              <a:xfrm>
                <a:off x="2080010"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gen</a:t>
                </a:r>
                <a:endParaRPr kumimoji="1" lang="ja-JP" altLang="en-US" sz="2000" dirty="0">
                  <a:solidFill>
                    <a:schemeClr val="tx1"/>
                  </a:solidFill>
                </a:endParaRPr>
              </a:p>
            </p:txBody>
          </p:sp>
          <p:sp>
            <p:nvSpPr>
              <p:cNvPr id="122" name="正方形/長方形 121">
                <a:extLst>
                  <a:ext uri="{FF2B5EF4-FFF2-40B4-BE49-F238E27FC236}">
                    <a16:creationId xmlns:a16="http://schemas.microsoft.com/office/drawing/2014/main" id="{5D37F191-A61A-6952-41E0-280D1AD86B77}"/>
                  </a:ext>
                </a:extLst>
              </p:cNvPr>
              <p:cNvSpPr/>
              <p:nvPr/>
            </p:nvSpPr>
            <p:spPr>
              <a:xfrm>
                <a:off x="3231384"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
                </a:r>
                <a:r>
                  <a:rPr lang="en-US" altLang="ja-JP" sz="2000" dirty="0">
                    <a:solidFill>
                      <a:schemeClr val="tx1"/>
                    </a:solidFill>
                  </a:rPr>
                  <a:t>EST</a:t>
                </a:r>
                <a:endParaRPr kumimoji="1" lang="ja-JP" altLang="en-US" sz="2000" dirty="0">
                  <a:solidFill>
                    <a:schemeClr val="tx1"/>
                  </a:solidFill>
                </a:endParaRPr>
              </a:p>
            </p:txBody>
          </p:sp>
        </p:grpSp>
        <p:sp>
          <p:nvSpPr>
            <p:cNvPr id="110" name="テキスト ボックス 109">
              <a:extLst>
                <a:ext uri="{FF2B5EF4-FFF2-40B4-BE49-F238E27FC236}">
                  <a16:creationId xmlns:a16="http://schemas.microsoft.com/office/drawing/2014/main" id="{E85CA718-8EBF-A54A-8C3F-04CB5FC5821D}"/>
                </a:ext>
              </a:extLst>
            </p:cNvPr>
            <p:cNvSpPr txBox="1"/>
            <p:nvPr/>
          </p:nvSpPr>
          <p:spPr>
            <a:xfrm>
              <a:off x="867974" y="5590424"/>
              <a:ext cx="507207" cy="400110"/>
            </a:xfrm>
            <a:prstGeom prst="rect">
              <a:avLst/>
            </a:prstGeom>
            <a:noFill/>
          </p:spPr>
          <p:txBody>
            <a:bodyPr wrap="square" rtlCol="0">
              <a:spAutoFit/>
            </a:bodyPr>
            <a:lstStyle/>
            <a:p>
              <a:pPr algn="ctr"/>
              <a:r>
                <a:rPr lang="en-US" altLang="ja-JP" sz="2000" dirty="0"/>
                <a:t>61</a:t>
              </a:r>
              <a:endParaRPr kumimoji="1" lang="ja-JP" altLang="en-US" sz="2000" dirty="0"/>
            </a:p>
          </p:txBody>
        </p:sp>
        <p:sp>
          <p:nvSpPr>
            <p:cNvPr id="111" name="テキスト ボックス 110">
              <a:extLst>
                <a:ext uri="{FF2B5EF4-FFF2-40B4-BE49-F238E27FC236}">
                  <a16:creationId xmlns:a16="http://schemas.microsoft.com/office/drawing/2014/main" id="{A530C52A-BA6F-8022-11F4-3E2E4C6F3A05}"/>
                </a:ext>
              </a:extLst>
            </p:cNvPr>
            <p:cNvSpPr txBox="1"/>
            <p:nvPr/>
          </p:nvSpPr>
          <p:spPr>
            <a:xfrm>
              <a:off x="1861560" y="5590423"/>
              <a:ext cx="507207" cy="400110"/>
            </a:xfrm>
            <a:prstGeom prst="rect">
              <a:avLst/>
            </a:prstGeom>
            <a:noFill/>
          </p:spPr>
          <p:txBody>
            <a:bodyPr wrap="square" rtlCol="0">
              <a:spAutoFit/>
            </a:bodyPr>
            <a:lstStyle/>
            <a:p>
              <a:pPr algn="ctr"/>
              <a:r>
                <a:rPr kumimoji="1" lang="en-US" altLang="ja-JP" sz="2000" dirty="0"/>
                <a:t>59</a:t>
              </a:r>
              <a:endParaRPr kumimoji="1" lang="ja-JP" altLang="en-US" sz="2000" dirty="0"/>
            </a:p>
          </p:txBody>
        </p:sp>
        <p:sp>
          <p:nvSpPr>
            <p:cNvPr id="112" name="テキスト ボックス 111">
              <a:extLst>
                <a:ext uri="{FF2B5EF4-FFF2-40B4-BE49-F238E27FC236}">
                  <a16:creationId xmlns:a16="http://schemas.microsoft.com/office/drawing/2014/main" id="{09CDE92F-9500-88EE-A393-A51955C206F0}"/>
                </a:ext>
              </a:extLst>
            </p:cNvPr>
            <p:cNvSpPr txBox="1"/>
            <p:nvPr/>
          </p:nvSpPr>
          <p:spPr>
            <a:xfrm>
              <a:off x="3002554" y="5576613"/>
              <a:ext cx="507207" cy="400110"/>
            </a:xfrm>
            <a:prstGeom prst="rect">
              <a:avLst/>
            </a:prstGeom>
            <a:noFill/>
          </p:spPr>
          <p:txBody>
            <a:bodyPr wrap="square" rtlCol="0">
              <a:spAutoFit/>
            </a:bodyPr>
            <a:lstStyle/>
            <a:p>
              <a:pPr algn="ctr"/>
              <a:r>
                <a:rPr lang="en-US" altLang="ja-JP" sz="2000" dirty="0"/>
                <a:t>51</a:t>
              </a:r>
              <a:endParaRPr kumimoji="1" lang="ja-JP" altLang="en-US" sz="2000" dirty="0"/>
            </a:p>
          </p:txBody>
        </p:sp>
        <p:sp>
          <p:nvSpPr>
            <p:cNvPr id="113" name="テキスト ボックス 112">
              <a:extLst>
                <a:ext uri="{FF2B5EF4-FFF2-40B4-BE49-F238E27FC236}">
                  <a16:creationId xmlns:a16="http://schemas.microsoft.com/office/drawing/2014/main" id="{1621A51B-38DF-5B59-25B6-778065198AE2}"/>
                </a:ext>
              </a:extLst>
            </p:cNvPr>
            <p:cNvSpPr txBox="1"/>
            <p:nvPr/>
          </p:nvSpPr>
          <p:spPr>
            <a:xfrm>
              <a:off x="4191323" y="5575065"/>
              <a:ext cx="507207" cy="400110"/>
            </a:xfrm>
            <a:prstGeom prst="rect">
              <a:avLst/>
            </a:prstGeom>
            <a:noFill/>
          </p:spPr>
          <p:txBody>
            <a:bodyPr wrap="square" rtlCol="0">
              <a:spAutoFit/>
            </a:bodyPr>
            <a:lstStyle/>
            <a:p>
              <a:pPr algn="ctr"/>
              <a:r>
                <a:rPr kumimoji="1" lang="en-US" altLang="ja-JP" sz="2000" dirty="0"/>
                <a:t>44</a:t>
              </a:r>
              <a:endParaRPr kumimoji="1" lang="ja-JP" altLang="en-US" sz="2000" dirty="0"/>
            </a:p>
          </p:txBody>
        </p:sp>
        <p:sp>
          <p:nvSpPr>
            <p:cNvPr id="114" name="テキスト ボックス 113">
              <a:extLst>
                <a:ext uri="{FF2B5EF4-FFF2-40B4-BE49-F238E27FC236}">
                  <a16:creationId xmlns:a16="http://schemas.microsoft.com/office/drawing/2014/main" id="{3B2D6428-AD97-C3B2-C7B9-3F5919703797}"/>
                </a:ext>
              </a:extLst>
            </p:cNvPr>
            <p:cNvSpPr txBox="1"/>
            <p:nvPr/>
          </p:nvSpPr>
          <p:spPr>
            <a:xfrm>
              <a:off x="3343335" y="5575065"/>
              <a:ext cx="507207" cy="400110"/>
            </a:xfrm>
            <a:prstGeom prst="rect">
              <a:avLst/>
            </a:prstGeom>
            <a:noFill/>
          </p:spPr>
          <p:txBody>
            <a:bodyPr wrap="square" rtlCol="0">
              <a:spAutoFit/>
            </a:bodyPr>
            <a:lstStyle/>
            <a:p>
              <a:pPr algn="ctr"/>
              <a:r>
                <a:rPr lang="en-US" altLang="ja-JP" sz="2000" dirty="0"/>
                <a:t>50</a:t>
              </a:r>
              <a:endParaRPr kumimoji="1" lang="ja-JP" altLang="en-US" sz="2000" dirty="0"/>
            </a:p>
          </p:txBody>
        </p:sp>
        <p:sp>
          <p:nvSpPr>
            <p:cNvPr id="115" name="テキスト ボックス 114">
              <a:extLst>
                <a:ext uri="{FF2B5EF4-FFF2-40B4-BE49-F238E27FC236}">
                  <a16:creationId xmlns:a16="http://schemas.microsoft.com/office/drawing/2014/main" id="{0576E7AF-3491-555A-5AED-3C37160C9BF4}"/>
                </a:ext>
              </a:extLst>
            </p:cNvPr>
            <p:cNvSpPr txBox="1"/>
            <p:nvPr/>
          </p:nvSpPr>
          <p:spPr>
            <a:xfrm>
              <a:off x="2190221" y="5590423"/>
              <a:ext cx="507207" cy="400110"/>
            </a:xfrm>
            <a:prstGeom prst="rect">
              <a:avLst/>
            </a:prstGeom>
            <a:noFill/>
          </p:spPr>
          <p:txBody>
            <a:bodyPr wrap="square" rtlCol="0">
              <a:spAutoFit/>
            </a:bodyPr>
            <a:lstStyle/>
            <a:p>
              <a:pPr algn="ctr"/>
              <a:r>
                <a:rPr kumimoji="1" lang="en-US" altLang="ja-JP" sz="2000" dirty="0"/>
                <a:t>58</a:t>
              </a:r>
              <a:endParaRPr kumimoji="1" lang="ja-JP" altLang="en-US" sz="2000" dirty="0"/>
            </a:p>
          </p:txBody>
        </p:sp>
        <p:sp>
          <p:nvSpPr>
            <p:cNvPr id="127" name="正方形/長方形 126">
              <a:extLst>
                <a:ext uri="{FF2B5EF4-FFF2-40B4-BE49-F238E27FC236}">
                  <a16:creationId xmlns:a16="http://schemas.microsoft.com/office/drawing/2014/main" id="{A285CF0E-CD57-635D-310B-3387FD4B318F}"/>
                </a:ext>
              </a:extLst>
            </p:cNvPr>
            <p:cNvSpPr/>
            <p:nvPr/>
          </p:nvSpPr>
          <p:spPr>
            <a:xfrm>
              <a:off x="7739225" y="5171448"/>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C</a:t>
              </a:r>
              <a:endParaRPr kumimoji="1" lang="ja-JP" altLang="en-US" sz="2000" dirty="0">
                <a:solidFill>
                  <a:schemeClr val="tx1"/>
                </a:solidFill>
              </a:endParaRPr>
            </a:p>
          </p:txBody>
        </p:sp>
        <p:sp>
          <p:nvSpPr>
            <p:cNvPr id="128" name="正方形/長方形 127">
              <a:extLst>
                <a:ext uri="{FF2B5EF4-FFF2-40B4-BE49-F238E27FC236}">
                  <a16:creationId xmlns:a16="http://schemas.microsoft.com/office/drawing/2014/main" id="{3BF83C5B-B132-D57B-94E6-CDE4AC44E9F9}"/>
                </a:ext>
              </a:extLst>
            </p:cNvPr>
            <p:cNvSpPr/>
            <p:nvPr/>
          </p:nvSpPr>
          <p:spPr>
            <a:xfrm>
              <a:off x="8278511" y="5171448"/>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a:t>
              </a:r>
              <a:endParaRPr kumimoji="1" lang="ja-JP" altLang="en-US" sz="2000" dirty="0">
                <a:solidFill>
                  <a:schemeClr val="tx1"/>
                </a:solidFill>
              </a:endParaRPr>
            </a:p>
          </p:txBody>
        </p:sp>
        <p:sp>
          <p:nvSpPr>
            <p:cNvPr id="129" name="正方形/長方形 128">
              <a:extLst>
                <a:ext uri="{FF2B5EF4-FFF2-40B4-BE49-F238E27FC236}">
                  <a16:creationId xmlns:a16="http://schemas.microsoft.com/office/drawing/2014/main" id="{9759755B-73CA-1662-81E6-9A9DF5B78BDC}"/>
                </a:ext>
              </a:extLst>
            </p:cNvPr>
            <p:cNvSpPr/>
            <p:nvPr/>
          </p:nvSpPr>
          <p:spPr>
            <a:xfrm>
              <a:off x="8815416" y="5171448"/>
              <a:ext cx="150316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err="1">
                  <a:solidFill>
                    <a:schemeClr val="tx1"/>
                  </a:solidFill>
                </a:rPr>
                <a:t>DataL</a:t>
              </a:r>
              <a:endParaRPr kumimoji="1" lang="ja-JP" altLang="en-US" sz="2000" dirty="0">
                <a:solidFill>
                  <a:schemeClr val="tx1"/>
                </a:solidFill>
              </a:endParaRPr>
            </a:p>
          </p:txBody>
        </p:sp>
        <p:sp>
          <p:nvSpPr>
            <p:cNvPr id="130" name="テキスト ボックス 129">
              <a:extLst>
                <a:ext uri="{FF2B5EF4-FFF2-40B4-BE49-F238E27FC236}">
                  <a16:creationId xmlns:a16="http://schemas.microsoft.com/office/drawing/2014/main" id="{32153B47-02B8-C047-7FC4-B25214CA29BC}"/>
                </a:ext>
              </a:extLst>
            </p:cNvPr>
            <p:cNvSpPr txBox="1"/>
            <p:nvPr/>
          </p:nvSpPr>
          <p:spPr>
            <a:xfrm>
              <a:off x="7744844" y="5567695"/>
              <a:ext cx="507207" cy="400110"/>
            </a:xfrm>
            <a:prstGeom prst="rect">
              <a:avLst/>
            </a:prstGeom>
            <a:noFill/>
          </p:spPr>
          <p:txBody>
            <a:bodyPr wrap="square" rtlCol="0">
              <a:spAutoFit/>
            </a:bodyPr>
            <a:lstStyle/>
            <a:p>
              <a:pPr algn="ctr"/>
              <a:r>
                <a:rPr lang="en-US" altLang="ja-JP" sz="2000" dirty="0"/>
                <a:t>33</a:t>
              </a:r>
              <a:endParaRPr kumimoji="1" lang="ja-JP" altLang="en-US" sz="2000" dirty="0"/>
            </a:p>
          </p:txBody>
        </p:sp>
        <p:sp>
          <p:nvSpPr>
            <p:cNvPr id="131" name="テキスト ボックス 130">
              <a:extLst>
                <a:ext uri="{FF2B5EF4-FFF2-40B4-BE49-F238E27FC236}">
                  <a16:creationId xmlns:a16="http://schemas.microsoft.com/office/drawing/2014/main" id="{0957C85A-A45E-D819-3205-85570B0A5FF2}"/>
                </a:ext>
              </a:extLst>
            </p:cNvPr>
            <p:cNvSpPr txBox="1"/>
            <p:nvPr/>
          </p:nvSpPr>
          <p:spPr>
            <a:xfrm>
              <a:off x="8285076" y="5567695"/>
              <a:ext cx="507207" cy="400110"/>
            </a:xfrm>
            <a:prstGeom prst="rect">
              <a:avLst/>
            </a:prstGeom>
            <a:noFill/>
          </p:spPr>
          <p:txBody>
            <a:bodyPr wrap="square" rtlCol="0">
              <a:spAutoFit/>
            </a:bodyPr>
            <a:lstStyle/>
            <a:p>
              <a:pPr algn="ctr"/>
              <a:r>
                <a:rPr lang="en-US" altLang="ja-JP" sz="2000" dirty="0"/>
                <a:t>32</a:t>
              </a:r>
              <a:endParaRPr kumimoji="1" lang="ja-JP" altLang="en-US" sz="2000" dirty="0"/>
            </a:p>
          </p:txBody>
        </p:sp>
        <p:sp>
          <p:nvSpPr>
            <p:cNvPr id="132" name="テキスト ボックス 131">
              <a:extLst>
                <a:ext uri="{FF2B5EF4-FFF2-40B4-BE49-F238E27FC236}">
                  <a16:creationId xmlns:a16="http://schemas.microsoft.com/office/drawing/2014/main" id="{A3499172-75FB-C685-AC52-8E0FE60C8B81}"/>
                </a:ext>
              </a:extLst>
            </p:cNvPr>
            <p:cNvSpPr txBox="1"/>
            <p:nvPr/>
          </p:nvSpPr>
          <p:spPr>
            <a:xfrm>
              <a:off x="8712956" y="5567695"/>
              <a:ext cx="507207" cy="400110"/>
            </a:xfrm>
            <a:prstGeom prst="rect">
              <a:avLst/>
            </a:prstGeom>
            <a:noFill/>
          </p:spPr>
          <p:txBody>
            <a:bodyPr wrap="square" rtlCol="0">
              <a:spAutoFit/>
            </a:bodyPr>
            <a:lstStyle/>
            <a:p>
              <a:pPr algn="ctr"/>
              <a:r>
                <a:rPr lang="en-US" altLang="ja-JP" sz="2000" dirty="0"/>
                <a:t>31</a:t>
              </a:r>
              <a:endParaRPr kumimoji="1" lang="ja-JP" altLang="en-US" sz="2000" dirty="0"/>
            </a:p>
          </p:txBody>
        </p:sp>
        <p:sp>
          <p:nvSpPr>
            <p:cNvPr id="133" name="テキスト ボックス 132">
              <a:extLst>
                <a:ext uri="{FF2B5EF4-FFF2-40B4-BE49-F238E27FC236}">
                  <a16:creationId xmlns:a16="http://schemas.microsoft.com/office/drawing/2014/main" id="{45C74820-DF7C-2A0D-4D2F-14DFBF84940D}"/>
                </a:ext>
              </a:extLst>
            </p:cNvPr>
            <p:cNvSpPr txBox="1"/>
            <p:nvPr/>
          </p:nvSpPr>
          <p:spPr>
            <a:xfrm>
              <a:off x="9916439" y="5558658"/>
              <a:ext cx="507207" cy="400110"/>
            </a:xfrm>
            <a:prstGeom prst="rect">
              <a:avLst/>
            </a:prstGeom>
            <a:noFill/>
          </p:spPr>
          <p:txBody>
            <a:bodyPr wrap="square" rtlCol="0">
              <a:spAutoFit/>
            </a:bodyPr>
            <a:lstStyle/>
            <a:p>
              <a:pPr algn="ctr"/>
              <a:r>
                <a:rPr kumimoji="1" lang="en-US" altLang="ja-JP" sz="2000" dirty="0"/>
                <a:t>16</a:t>
              </a:r>
              <a:endParaRPr kumimoji="1" lang="ja-JP" altLang="en-US" sz="2000" dirty="0"/>
            </a:p>
          </p:txBody>
        </p:sp>
        <p:sp>
          <p:nvSpPr>
            <p:cNvPr id="134" name="正方形/長方形 133">
              <a:extLst>
                <a:ext uri="{FF2B5EF4-FFF2-40B4-BE49-F238E27FC236}">
                  <a16:creationId xmlns:a16="http://schemas.microsoft.com/office/drawing/2014/main" id="{58106F78-1627-F56D-5AC8-6F3783464104}"/>
                </a:ext>
              </a:extLst>
            </p:cNvPr>
            <p:cNvSpPr/>
            <p:nvPr/>
          </p:nvSpPr>
          <p:spPr>
            <a:xfrm>
              <a:off x="10316113" y="5171448"/>
              <a:ext cx="150316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err="1">
                  <a:solidFill>
                    <a:schemeClr val="tx1"/>
                  </a:solidFill>
                </a:rPr>
                <a:t>DataR</a:t>
              </a:r>
              <a:endParaRPr kumimoji="1" lang="ja-JP" altLang="en-US" sz="2000" dirty="0">
                <a:solidFill>
                  <a:schemeClr val="tx1"/>
                </a:solidFill>
              </a:endParaRPr>
            </a:p>
          </p:txBody>
        </p:sp>
        <p:sp>
          <p:nvSpPr>
            <p:cNvPr id="135" name="テキスト ボックス 134">
              <a:extLst>
                <a:ext uri="{FF2B5EF4-FFF2-40B4-BE49-F238E27FC236}">
                  <a16:creationId xmlns:a16="http://schemas.microsoft.com/office/drawing/2014/main" id="{2C9AFAD7-C19E-8B1A-0E18-1F51839D023D}"/>
                </a:ext>
              </a:extLst>
            </p:cNvPr>
            <p:cNvSpPr txBox="1"/>
            <p:nvPr/>
          </p:nvSpPr>
          <p:spPr>
            <a:xfrm>
              <a:off x="11562583" y="5558658"/>
              <a:ext cx="507207" cy="400110"/>
            </a:xfrm>
            <a:prstGeom prst="rect">
              <a:avLst/>
            </a:prstGeom>
            <a:noFill/>
          </p:spPr>
          <p:txBody>
            <a:bodyPr wrap="square" rtlCol="0">
              <a:spAutoFit/>
            </a:bodyPr>
            <a:lstStyle/>
            <a:p>
              <a:pPr algn="ctr"/>
              <a:r>
                <a:rPr lang="en-US" altLang="ja-JP" sz="2000" dirty="0"/>
                <a:t>0</a:t>
              </a:r>
              <a:endParaRPr kumimoji="1" lang="ja-JP" altLang="en-US" sz="2000" dirty="0"/>
            </a:p>
          </p:txBody>
        </p:sp>
        <p:sp>
          <p:nvSpPr>
            <p:cNvPr id="136" name="テキスト ボックス 135">
              <a:extLst>
                <a:ext uri="{FF2B5EF4-FFF2-40B4-BE49-F238E27FC236}">
                  <a16:creationId xmlns:a16="http://schemas.microsoft.com/office/drawing/2014/main" id="{4DB7D883-3350-0B49-163B-FF6BD772EEFE}"/>
                </a:ext>
              </a:extLst>
            </p:cNvPr>
            <p:cNvSpPr txBox="1"/>
            <p:nvPr/>
          </p:nvSpPr>
          <p:spPr>
            <a:xfrm>
              <a:off x="10275031" y="5569064"/>
              <a:ext cx="507207" cy="400110"/>
            </a:xfrm>
            <a:prstGeom prst="rect">
              <a:avLst/>
            </a:prstGeom>
            <a:noFill/>
          </p:spPr>
          <p:txBody>
            <a:bodyPr wrap="square" rtlCol="0">
              <a:spAutoFit/>
            </a:bodyPr>
            <a:lstStyle/>
            <a:p>
              <a:pPr algn="ctr"/>
              <a:r>
                <a:rPr kumimoji="1" lang="en-US" altLang="ja-JP" sz="2000" dirty="0"/>
                <a:t>15</a:t>
              </a:r>
              <a:endParaRPr kumimoji="1" lang="ja-JP" altLang="en-US" sz="2000" dirty="0"/>
            </a:p>
          </p:txBody>
        </p:sp>
        <p:sp>
          <p:nvSpPr>
            <p:cNvPr id="137" name="正方形/長方形 136">
              <a:extLst>
                <a:ext uri="{FF2B5EF4-FFF2-40B4-BE49-F238E27FC236}">
                  <a16:creationId xmlns:a16="http://schemas.microsoft.com/office/drawing/2014/main" id="{7C6E801D-0662-EF90-6E05-659A7FC12E42}"/>
                </a:ext>
              </a:extLst>
            </p:cNvPr>
            <p:cNvSpPr/>
            <p:nvPr/>
          </p:nvSpPr>
          <p:spPr>
            <a:xfrm>
              <a:off x="4561981" y="5169820"/>
              <a:ext cx="766997"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LR2</a:t>
              </a:r>
              <a:endParaRPr kumimoji="1" lang="ja-JP" altLang="en-US" sz="2000" dirty="0">
                <a:solidFill>
                  <a:schemeClr val="tx1"/>
                </a:solidFill>
              </a:endParaRPr>
            </a:p>
          </p:txBody>
        </p:sp>
        <p:sp>
          <p:nvSpPr>
            <p:cNvPr id="138" name="正方形/長方形 137">
              <a:extLst>
                <a:ext uri="{FF2B5EF4-FFF2-40B4-BE49-F238E27FC236}">
                  <a16:creationId xmlns:a16="http://schemas.microsoft.com/office/drawing/2014/main" id="{F50AAE0A-E0CE-2E1B-0084-117D976B8525}"/>
                </a:ext>
              </a:extLst>
            </p:cNvPr>
            <p:cNvSpPr/>
            <p:nvPr/>
          </p:nvSpPr>
          <p:spPr>
            <a:xfrm>
              <a:off x="5326630" y="5168528"/>
              <a:ext cx="71779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BR</a:t>
              </a:r>
              <a:endParaRPr kumimoji="1" lang="ja-JP" altLang="en-US" sz="2000" dirty="0">
                <a:solidFill>
                  <a:schemeClr val="tx1"/>
                </a:solidFill>
              </a:endParaRPr>
            </a:p>
          </p:txBody>
        </p:sp>
        <p:sp>
          <p:nvSpPr>
            <p:cNvPr id="139" name="正方形/長方形 138">
              <a:extLst>
                <a:ext uri="{FF2B5EF4-FFF2-40B4-BE49-F238E27FC236}">
                  <a16:creationId xmlns:a16="http://schemas.microsoft.com/office/drawing/2014/main" id="{92FFD53D-22EA-33E4-08C9-BE2FEA419FF7}"/>
                </a:ext>
              </a:extLst>
            </p:cNvPr>
            <p:cNvSpPr/>
            <p:nvPr/>
          </p:nvSpPr>
          <p:spPr>
            <a:xfrm>
              <a:off x="6878774" y="5167973"/>
              <a:ext cx="86045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OPC</a:t>
              </a:r>
              <a:endParaRPr kumimoji="1" lang="ja-JP" altLang="en-US" sz="2000" dirty="0">
                <a:solidFill>
                  <a:schemeClr val="tx1"/>
                </a:solidFill>
              </a:endParaRPr>
            </a:p>
          </p:txBody>
        </p:sp>
        <p:sp>
          <p:nvSpPr>
            <p:cNvPr id="140" name="テキスト ボックス 139">
              <a:extLst>
                <a:ext uri="{FF2B5EF4-FFF2-40B4-BE49-F238E27FC236}">
                  <a16:creationId xmlns:a16="http://schemas.microsoft.com/office/drawing/2014/main" id="{7EA76BF9-061F-D7A5-BC4D-1C40999BDA10}"/>
                </a:ext>
              </a:extLst>
            </p:cNvPr>
            <p:cNvSpPr txBox="1"/>
            <p:nvPr/>
          </p:nvSpPr>
          <p:spPr>
            <a:xfrm>
              <a:off x="4954799" y="5577467"/>
              <a:ext cx="507207" cy="400110"/>
            </a:xfrm>
            <a:prstGeom prst="rect">
              <a:avLst/>
            </a:prstGeom>
            <a:noFill/>
          </p:spPr>
          <p:txBody>
            <a:bodyPr wrap="square" rtlCol="0">
              <a:spAutoFit/>
            </a:bodyPr>
            <a:lstStyle/>
            <a:p>
              <a:pPr algn="ctr"/>
              <a:r>
                <a:rPr kumimoji="1" lang="en-US" altLang="ja-JP" sz="2000" dirty="0"/>
                <a:t>42</a:t>
              </a:r>
              <a:endParaRPr kumimoji="1" lang="ja-JP" altLang="en-US" sz="2000" dirty="0"/>
            </a:p>
          </p:txBody>
        </p:sp>
        <p:sp>
          <p:nvSpPr>
            <p:cNvPr id="141" name="テキスト ボックス 140">
              <a:extLst>
                <a:ext uri="{FF2B5EF4-FFF2-40B4-BE49-F238E27FC236}">
                  <a16:creationId xmlns:a16="http://schemas.microsoft.com/office/drawing/2014/main" id="{3E92E259-E6ED-5100-9BC9-116746AA1D8F}"/>
                </a:ext>
              </a:extLst>
            </p:cNvPr>
            <p:cNvSpPr txBox="1"/>
            <p:nvPr/>
          </p:nvSpPr>
          <p:spPr>
            <a:xfrm>
              <a:off x="4481827" y="5588081"/>
              <a:ext cx="507207" cy="400110"/>
            </a:xfrm>
            <a:prstGeom prst="rect">
              <a:avLst/>
            </a:prstGeom>
            <a:noFill/>
          </p:spPr>
          <p:txBody>
            <a:bodyPr wrap="square" rtlCol="0">
              <a:spAutoFit/>
            </a:bodyPr>
            <a:lstStyle/>
            <a:p>
              <a:pPr algn="ctr"/>
              <a:r>
                <a:rPr kumimoji="1" lang="en-US" altLang="ja-JP" sz="2000" dirty="0"/>
                <a:t>43</a:t>
              </a:r>
              <a:endParaRPr kumimoji="1" lang="ja-JP" altLang="en-US" sz="2000" dirty="0"/>
            </a:p>
          </p:txBody>
        </p:sp>
        <p:sp>
          <p:nvSpPr>
            <p:cNvPr id="142" name="テキスト ボックス 141">
              <a:extLst>
                <a:ext uri="{FF2B5EF4-FFF2-40B4-BE49-F238E27FC236}">
                  <a16:creationId xmlns:a16="http://schemas.microsoft.com/office/drawing/2014/main" id="{1A14E9A7-B08D-4559-7E83-8DE4F4453321}"/>
                </a:ext>
              </a:extLst>
            </p:cNvPr>
            <p:cNvSpPr txBox="1"/>
            <p:nvPr/>
          </p:nvSpPr>
          <p:spPr>
            <a:xfrm>
              <a:off x="5436477" y="5554470"/>
              <a:ext cx="507207" cy="400110"/>
            </a:xfrm>
            <a:prstGeom prst="rect">
              <a:avLst/>
            </a:prstGeom>
            <a:noFill/>
          </p:spPr>
          <p:txBody>
            <a:bodyPr wrap="square" rtlCol="0">
              <a:spAutoFit/>
            </a:bodyPr>
            <a:lstStyle/>
            <a:p>
              <a:pPr algn="ctr"/>
              <a:r>
                <a:rPr lang="en-US" altLang="ja-JP" sz="2000" dirty="0"/>
                <a:t>41</a:t>
              </a:r>
              <a:endParaRPr kumimoji="1" lang="ja-JP" altLang="en-US" sz="2000" dirty="0"/>
            </a:p>
          </p:txBody>
        </p:sp>
        <p:sp>
          <p:nvSpPr>
            <p:cNvPr id="143" name="テキスト ボックス 142">
              <a:extLst>
                <a:ext uri="{FF2B5EF4-FFF2-40B4-BE49-F238E27FC236}">
                  <a16:creationId xmlns:a16="http://schemas.microsoft.com/office/drawing/2014/main" id="{14A8B5A5-D468-BE7A-A6A9-14F2FAAC8030}"/>
                </a:ext>
              </a:extLst>
            </p:cNvPr>
            <p:cNvSpPr txBox="1"/>
            <p:nvPr/>
          </p:nvSpPr>
          <p:spPr>
            <a:xfrm>
              <a:off x="6773433" y="5567240"/>
              <a:ext cx="507207" cy="400110"/>
            </a:xfrm>
            <a:prstGeom prst="rect">
              <a:avLst/>
            </a:prstGeom>
            <a:noFill/>
          </p:spPr>
          <p:txBody>
            <a:bodyPr wrap="square" rtlCol="0">
              <a:spAutoFit/>
            </a:bodyPr>
            <a:lstStyle/>
            <a:p>
              <a:pPr algn="ctr"/>
              <a:r>
                <a:rPr lang="en-US" altLang="ja-JP" sz="2000" dirty="0"/>
                <a:t>39</a:t>
              </a:r>
              <a:endParaRPr kumimoji="1" lang="ja-JP" altLang="en-US" sz="2000" dirty="0"/>
            </a:p>
          </p:txBody>
        </p:sp>
        <p:sp>
          <p:nvSpPr>
            <p:cNvPr id="144" name="正方形/長方形 143">
              <a:extLst>
                <a:ext uri="{FF2B5EF4-FFF2-40B4-BE49-F238E27FC236}">
                  <a16:creationId xmlns:a16="http://schemas.microsoft.com/office/drawing/2014/main" id="{FA767273-DD53-A044-587F-A754B06D456C}"/>
                </a:ext>
              </a:extLst>
            </p:cNvPr>
            <p:cNvSpPr/>
            <p:nvPr/>
          </p:nvSpPr>
          <p:spPr>
            <a:xfrm>
              <a:off x="6046698" y="5168528"/>
              <a:ext cx="83303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CPY</a:t>
              </a:r>
              <a:endParaRPr kumimoji="1" lang="ja-JP" altLang="en-US" sz="2000" dirty="0">
                <a:solidFill>
                  <a:schemeClr val="tx1"/>
                </a:solidFill>
              </a:endParaRPr>
            </a:p>
          </p:txBody>
        </p:sp>
        <p:sp>
          <p:nvSpPr>
            <p:cNvPr id="145" name="テキスト ボックス 144">
              <a:extLst>
                <a:ext uri="{FF2B5EF4-FFF2-40B4-BE49-F238E27FC236}">
                  <a16:creationId xmlns:a16="http://schemas.microsoft.com/office/drawing/2014/main" id="{A1D15AA4-BB19-8998-C904-EA0C68B28FFF}"/>
                </a:ext>
              </a:extLst>
            </p:cNvPr>
            <p:cNvSpPr txBox="1"/>
            <p:nvPr/>
          </p:nvSpPr>
          <p:spPr>
            <a:xfrm>
              <a:off x="6183988" y="5540463"/>
              <a:ext cx="507207" cy="400110"/>
            </a:xfrm>
            <a:prstGeom prst="rect">
              <a:avLst/>
            </a:prstGeom>
            <a:noFill/>
          </p:spPr>
          <p:txBody>
            <a:bodyPr wrap="square" rtlCol="0">
              <a:spAutoFit/>
            </a:bodyPr>
            <a:lstStyle/>
            <a:p>
              <a:pPr algn="ctr"/>
              <a:r>
                <a:rPr lang="en-US" altLang="ja-JP" sz="2000" dirty="0"/>
                <a:t>40</a:t>
              </a:r>
              <a:endParaRPr kumimoji="1" lang="ja-JP" altLang="en-US" sz="2000" dirty="0"/>
            </a:p>
          </p:txBody>
        </p:sp>
        <p:sp>
          <p:nvSpPr>
            <p:cNvPr id="146" name="テキスト ボックス 145">
              <a:extLst>
                <a:ext uri="{FF2B5EF4-FFF2-40B4-BE49-F238E27FC236}">
                  <a16:creationId xmlns:a16="http://schemas.microsoft.com/office/drawing/2014/main" id="{32909C49-E8C5-1470-1991-8F25315702E3}"/>
                </a:ext>
              </a:extLst>
            </p:cNvPr>
            <p:cNvSpPr txBox="1"/>
            <p:nvPr/>
          </p:nvSpPr>
          <p:spPr>
            <a:xfrm>
              <a:off x="7459917" y="5594971"/>
              <a:ext cx="507207" cy="400110"/>
            </a:xfrm>
            <a:prstGeom prst="rect">
              <a:avLst/>
            </a:prstGeom>
            <a:noFill/>
          </p:spPr>
          <p:txBody>
            <a:bodyPr wrap="square" rtlCol="0">
              <a:spAutoFit/>
            </a:bodyPr>
            <a:lstStyle/>
            <a:p>
              <a:pPr algn="ctr"/>
              <a:r>
                <a:rPr lang="en-US" altLang="ja-JP" sz="2000" dirty="0"/>
                <a:t>34</a:t>
              </a:r>
              <a:endParaRPr kumimoji="1" lang="ja-JP" altLang="en-US" sz="2000" dirty="0"/>
            </a:p>
          </p:txBody>
        </p:sp>
      </p:grpSp>
    </p:spTree>
    <p:extLst>
      <p:ext uri="{BB962C8B-B14F-4D97-AF65-F5344CB8AC3E}">
        <p14:creationId xmlns:p14="http://schemas.microsoft.com/office/powerpoint/2010/main" val="25314215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993BA4-1157-3CBC-AD75-9575DE9C03DA}"/>
              </a:ext>
            </a:extLst>
          </p:cNvPr>
          <p:cNvSpPr>
            <a:spLocks noGrp="1"/>
          </p:cNvSpPr>
          <p:nvPr>
            <p:ph type="title"/>
          </p:nvPr>
        </p:nvSpPr>
        <p:spPr>
          <a:xfrm>
            <a:off x="838200" y="365125"/>
            <a:ext cx="10515600" cy="1325563"/>
          </a:xfrm>
          <a:prstGeom prst="rect">
            <a:avLst/>
          </a:prstGeom>
        </p:spPr>
        <p:txBody>
          <a:bodyPr/>
          <a:lstStyle/>
          <a:p>
            <a:r>
              <a:rPr lang="ja-JP" altLang="en-US" dirty="0"/>
              <a:t>パケットフォーマット</a:t>
            </a:r>
            <a:r>
              <a:rPr lang="en-US" altLang="ja-JP" dirty="0"/>
              <a:t>(5/)</a:t>
            </a:r>
            <a:endParaRPr kumimoji="1" lang="ja-JP" altLang="en-US" dirty="0"/>
          </a:p>
        </p:txBody>
      </p:sp>
      <p:sp>
        <p:nvSpPr>
          <p:cNvPr id="4" name="日付プレースホルダー 3">
            <a:extLst>
              <a:ext uri="{FF2B5EF4-FFF2-40B4-BE49-F238E27FC236}">
                <a16:creationId xmlns:a16="http://schemas.microsoft.com/office/drawing/2014/main" id="{B84D9D63-EE8D-395D-4FC7-73ECFF277607}"/>
              </a:ext>
            </a:extLst>
          </p:cNvPr>
          <p:cNvSpPr>
            <a:spLocks noGrp="1"/>
          </p:cNvSpPr>
          <p:nvPr>
            <p:ph type="dt" sz="half" idx="10"/>
          </p:nvPr>
        </p:nvSpPr>
        <p:spPr>
          <a:xfrm>
            <a:off x="838200" y="6356350"/>
            <a:ext cx="2743200" cy="365125"/>
          </a:xfrm>
        </p:spPr>
        <p:txBody>
          <a:bodyPr/>
          <a:lstStyle/>
          <a:p>
            <a:fld id="{CED5CAE1-BDF6-4480-AEEF-50464C832730}"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4412D0F9-8875-CF45-6698-FD32C272BFA0}"/>
              </a:ext>
            </a:extLst>
          </p:cNvPr>
          <p:cNvSpPr>
            <a:spLocks noGrp="1"/>
          </p:cNvSpPr>
          <p:nvPr>
            <p:ph type="ftr" sz="quarter" idx="11"/>
          </p:nvPr>
        </p:nvSpPr>
        <p:spPr>
          <a:xfrm>
            <a:off x="4038600" y="6356350"/>
            <a:ext cx="4114800" cy="365125"/>
          </a:xfrm>
        </p:spPr>
        <p:txBody>
          <a:body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A61C1700-3BDE-8F11-87D4-0A7371152390}"/>
              </a:ext>
            </a:extLst>
          </p:cNvPr>
          <p:cNvSpPr>
            <a:spLocks noGrp="1"/>
          </p:cNvSpPr>
          <p:nvPr>
            <p:ph type="sldNum" sz="quarter" idx="12"/>
          </p:nvPr>
        </p:nvSpPr>
        <p:spPr>
          <a:xfrm>
            <a:off x="8610600" y="6356350"/>
            <a:ext cx="2743200" cy="365125"/>
          </a:xfrm>
        </p:spPr>
        <p:txBody>
          <a:bodyPr/>
          <a:lstStyle/>
          <a:p>
            <a:fld id="{273F27D2-06B6-4999-B31F-B875E94682A2}" type="slidenum">
              <a:rPr kumimoji="1" lang="ja-JP" altLang="en-US" smtClean="0"/>
              <a:t>26</a:t>
            </a:fld>
            <a:endParaRPr kumimoji="1" lang="ja-JP" altLang="en-US"/>
          </a:p>
        </p:txBody>
      </p:sp>
      <p:sp>
        <p:nvSpPr>
          <p:cNvPr id="7" name="コンテンツ プレースホルダー 2">
            <a:extLst>
              <a:ext uri="{FF2B5EF4-FFF2-40B4-BE49-F238E27FC236}">
                <a16:creationId xmlns:a16="http://schemas.microsoft.com/office/drawing/2014/main" id="{E7C2BD2E-5D46-9AF6-8AB6-40A63F9A8ADE}"/>
              </a:ext>
            </a:extLst>
          </p:cNvPr>
          <p:cNvSpPr txBox="1">
            <a:spLocks/>
          </p:cNvSpPr>
          <p:nvPr/>
        </p:nvSpPr>
        <p:spPr>
          <a:xfrm>
            <a:off x="838200" y="1825625"/>
            <a:ext cx="10515600" cy="5270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ü"/>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FP</a:t>
            </a:r>
            <a:r>
              <a:rPr lang="ja-JP" altLang="en-US" dirty="0"/>
              <a:t>パケットフォーマット</a:t>
            </a:r>
          </a:p>
        </p:txBody>
      </p:sp>
      <p:sp>
        <p:nvSpPr>
          <p:cNvPr id="8" name="テキスト ボックス 7">
            <a:extLst>
              <a:ext uri="{FF2B5EF4-FFF2-40B4-BE49-F238E27FC236}">
                <a16:creationId xmlns:a16="http://schemas.microsoft.com/office/drawing/2014/main" id="{D79C4D14-75A2-E9C4-A48D-842D7A029E03}"/>
              </a:ext>
            </a:extLst>
          </p:cNvPr>
          <p:cNvSpPr txBox="1"/>
          <p:nvPr/>
        </p:nvSpPr>
        <p:spPr>
          <a:xfrm>
            <a:off x="844715" y="2211539"/>
            <a:ext cx="3597929" cy="400110"/>
          </a:xfrm>
          <a:prstGeom prst="rect">
            <a:avLst/>
          </a:prstGeom>
          <a:noFill/>
        </p:spPr>
        <p:txBody>
          <a:bodyPr wrap="square" rtlCol="0">
            <a:spAutoFit/>
          </a:bodyPr>
          <a:lstStyle/>
          <a:p>
            <a:r>
              <a:rPr kumimoji="1" lang="en-US" altLang="ja-JP" sz="2000" dirty="0"/>
              <a:t>PACKET_IN1,2</a:t>
            </a:r>
            <a:endParaRPr kumimoji="1" lang="ja-JP" altLang="en-US" sz="2000" dirty="0"/>
          </a:p>
        </p:txBody>
      </p:sp>
      <p:grpSp>
        <p:nvGrpSpPr>
          <p:cNvPr id="9" name="グループ化 8">
            <a:extLst>
              <a:ext uri="{FF2B5EF4-FFF2-40B4-BE49-F238E27FC236}">
                <a16:creationId xmlns:a16="http://schemas.microsoft.com/office/drawing/2014/main" id="{12CC702B-EFBA-C102-1690-E25C7030C976}"/>
              </a:ext>
            </a:extLst>
          </p:cNvPr>
          <p:cNvGrpSpPr/>
          <p:nvPr/>
        </p:nvGrpSpPr>
        <p:grpSpPr>
          <a:xfrm>
            <a:off x="838200" y="2647194"/>
            <a:ext cx="11201816" cy="827108"/>
            <a:chOff x="867974" y="5167973"/>
            <a:chExt cx="11201816" cy="827108"/>
          </a:xfrm>
        </p:grpSpPr>
        <p:grpSp>
          <p:nvGrpSpPr>
            <p:cNvPr id="10" name="グループ化 9">
              <a:extLst>
                <a:ext uri="{FF2B5EF4-FFF2-40B4-BE49-F238E27FC236}">
                  <a16:creationId xmlns:a16="http://schemas.microsoft.com/office/drawing/2014/main" id="{9B0B5124-E9DB-DE92-9674-9B2DE16B7226}"/>
                </a:ext>
              </a:extLst>
            </p:cNvPr>
            <p:cNvGrpSpPr/>
            <p:nvPr/>
          </p:nvGrpSpPr>
          <p:grpSpPr>
            <a:xfrm>
              <a:off x="1121578" y="5167973"/>
              <a:ext cx="3454122" cy="390632"/>
              <a:chOff x="928636" y="2807256"/>
              <a:chExt cx="3454122" cy="390632"/>
            </a:xfrm>
          </p:grpSpPr>
          <p:sp>
            <p:nvSpPr>
              <p:cNvPr id="37" name="正方形/長方形 36">
                <a:extLst>
                  <a:ext uri="{FF2B5EF4-FFF2-40B4-BE49-F238E27FC236}">
                    <a16:creationId xmlns:a16="http://schemas.microsoft.com/office/drawing/2014/main" id="{D8371072-FB3D-54ED-2A6C-DFCD5A0F2D39}"/>
                  </a:ext>
                </a:extLst>
              </p:cNvPr>
              <p:cNvSpPr/>
              <p:nvPr/>
            </p:nvSpPr>
            <p:spPr>
              <a:xfrm>
                <a:off x="928636" y="2807257"/>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color</a:t>
                </a:r>
                <a:endParaRPr kumimoji="1" lang="ja-JP" altLang="en-US" sz="2000" dirty="0">
                  <a:solidFill>
                    <a:schemeClr val="tx1"/>
                  </a:solidFill>
                </a:endParaRPr>
              </a:p>
            </p:txBody>
          </p:sp>
          <p:sp>
            <p:nvSpPr>
              <p:cNvPr id="38" name="正方形/長方形 37">
                <a:extLst>
                  <a:ext uri="{FF2B5EF4-FFF2-40B4-BE49-F238E27FC236}">
                    <a16:creationId xmlns:a16="http://schemas.microsoft.com/office/drawing/2014/main" id="{10E1DA78-945B-8B4E-25D6-35E642B5687B}"/>
                  </a:ext>
                </a:extLst>
              </p:cNvPr>
              <p:cNvSpPr/>
              <p:nvPr/>
            </p:nvSpPr>
            <p:spPr>
              <a:xfrm>
                <a:off x="2080010"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gen</a:t>
                </a:r>
                <a:endParaRPr kumimoji="1" lang="ja-JP" altLang="en-US" sz="2000" dirty="0">
                  <a:solidFill>
                    <a:schemeClr val="tx1"/>
                  </a:solidFill>
                </a:endParaRPr>
              </a:p>
            </p:txBody>
          </p:sp>
          <p:sp>
            <p:nvSpPr>
              <p:cNvPr id="39" name="正方形/長方形 38">
                <a:extLst>
                  <a:ext uri="{FF2B5EF4-FFF2-40B4-BE49-F238E27FC236}">
                    <a16:creationId xmlns:a16="http://schemas.microsoft.com/office/drawing/2014/main" id="{C2C7356A-07DB-E16E-6942-C550451AD089}"/>
                  </a:ext>
                </a:extLst>
              </p:cNvPr>
              <p:cNvSpPr/>
              <p:nvPr/>
            </p:nvSpPr>
            <p:spPr>
              <a:xfrm>
                <a:off x="3231384"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
                </a:r>
                <a:r>
                  <a:rPr lang="en-US" altLang="ja-JP" sz="2000" dirty="0">
                    <a:solidFill>
                      <a:schemeClr val="tx1"/>
                    </a:solidFill>
                  </a:rPr>
                  <a:t>EST</a:t>
                </a:r>
                <a:endParaRPr kumimoji="1" lang="ja-JP" altLang="en-US" sz="2000" dirty="0">
                  <a:solidFill>
                    <a:schemeClr val="tx1"/>
                  </a:solidFill>
                </a:endParaRPr>
              </a:p>
            </p:txBody>
          </p:sp>
        </p:grpSp>
        <p:sp>
          <p:nvSpPr>
            <p:cNvPr id="11" name="テキスト ボックス 10">
              <a:extLst>
                <a:ext uri="{FF2B5EF4-FFF2-40B4-BE49-F238E27FC236}">
                  <a16:creationId xmlns:a16="http://schemas.microsoft.com/office/drawing/2014/main" id="{92CD11F4-7BAA-ABD4-C225-0EB5CA0F0F30}"/>
                </a:ext>
              </a:extLst>
            </p:cNvPr>
            <p:cNvSpPr txBox="1"/>
            <p:nvPr/>
          </p:nvSpPr>
          <p:spPr>
            <a:xfrm>
              <a:off x="867974" y="5590424"/>
              <a:ext cx="507207" cy="400110"/>
            </a:xfrm>
            <a:prstGeom prst="rect">
              <a:avLst/>
            </a:prstGeom>
            <a:noFill/>
          </p:spPr>
          <p:txBody>
            <a:bodyPr wrap="square" rtlCol="0">
              <a:spAutoFit/>
            </a:bodyPr>
            <a:lstStyle/>
            <a:p>
              <a:pPr algn="ctr"/>
              <a:r>
                <a:rPr lang="en-US" altLang="ja-JP" sz="2000" dirty="0"/>
                <a:t>61</a:t>
              </a:r>
              <a:endParaRPr kumimoji="1" lang="ja-JP" altLang="en-US" sz="2000" dirty="0"/>
            </a:p>
          </p:txBody>
        </p:sp>
        <p:sp>
          <p:nvSpPr>
            <p:cNvPr id="12" name="テキスト ボックス 11">
              <a:extLst>
                <a:ext uri="{FF2B5EF4-FFF2-40B4-BE49-F238E27FC236}">
                  <a16:creationId xmlns:a16="http://schemas.microsoft.com/office/drawing/2014/main" id="{D8B5DB14-DDF0-1401-4B06-0BAD400DD6EA}"/>
                </a:ext>
              </a:extLst>
            </p:cNvPr>
            <p:cNvSpPr txBox="1"/>
            <p:nvPr/>
          </p:nvSpPr>
          <p:spPr>
            <a:xfrm>
              <a:off x="1861560" y="5590423"/>
              <a:ext cx="507207" cy="400110"/>
            </a:xfrm>
            <a:prstGeom prst="rect">
              <a:avLst/>
            </a:prstGeom>
            <a:noFill/>
          </p:spPr>
          <p:txBody>
            <a:bodyPr wrap="square" rtlCol="0">
              <a:spAutoFit/>
            </a:bodyPr>
            <a:lstStyle/>
            <a:p>
              <a:pPr algn="ctr"/>
              <a:r>
                <a:rPr kumimoji="1" lang="en-US" altLang="ja-JP" sz="2000" dirty="0"/>
                <a:t>59</a:t>
              </a:r>
              <a:endParaRPr kumimoji="1" lang="ja-JP" altLang="en-US" sz="2000" dirty="0"/>
            </a:p>
          </p:txBody>
        </p:sp>
        <p:sp>
          <p:nvSpPr>
            <p:cNvPr id="13" name="テキスト ボックス 12">
              <a:extLst>
                <a:ext uri="{FF2B5EF4-FFF2-40B4-BE49-F238E27FC236}">
                  <a16:creationId xmlns:a16="http://schemas.microsoft.com/office/drawing/2014/main" id="{A1EA6402-5C0C-5F57-5C7F-2FB08FC8A178}"/>
                </a:ext>
              </a:extLst>
            </p:cNvPr>
            <p:cNvSpPr txBox="1"/>
            <p:nvPr/>
          </p:nvSpPr>
          <p:spPr>
            <a:xfrm>
              <a:off x="3002554" y="5576613"/>
              <a:ext cx="507207" cy="400110"/>
            </a:xfrm>
            <a:prstGeom prst="rect">
              <a:avLst/>
            </a:prstGeom>
            <a:noFill/>
          </p:spPr>
          <p:txBody>
            <a:bodyPr wrap="square" rtlCol="0">
              <a:spAutoFit/>
            </a:bodyPr>
            <a:lstStyle/>
            <a:p>
              <a:pPr algn="ctr"/>
              <a:r>
                <a:rPr lang="en-US" altLang="ja-JP" sz="2000" dirty="0"/>
                <a:t>51</a:t>
              </a:r>
              <a:endParaRPr kumimoji="1" lang="ja-JP" altLang="en-US" sz="2000" dirty="0"/>
            </a:p>
          </p:txBody>
        </p:sp>
        <p:sp>
          <p:nvSpPr>
            <p:cNvPr id="14" name="テキスト ボックス 13">
              <a:extLst>
                <a:ext uri="{FF2B5EF4-FFF2-40B4-BE49-F238E27FC236}">
                  <a16:creationId xmlns:a16="http://schemas.microsoft.com/office/drawing/2014/main" id="{F16D0B91-917F-8BE3-96BB-3C8B1A6D7238}"/>
                </a:ext>
              </a:extLst>
            </p:cNvPr>
            <p:cNvSpPr txBox="1"/>
            <p:nvPr/>
          </p:nvSpPr>
          <p:spPr>
            <a:xfrm>
              <a:off x="4191323" y="5575065"/>
              <a:ext cx="507207" cy="400110"/>
            </a:xfrm>
            <a:prstGeom prst="rect">
              <a:avLst/>
            </a:prstGeom>
            <a:noFill/>
          </p:spPr>
          <p:txBody>
            <a:bodyPr wrap="square" rtlCol="0">
              <a:spAutoFit/>
            </a:bodyPr>
            <a:lstStyle/>
            <a:p>
              <a:pPr algn="ctr"/>
              <a:r>
                <a:rPr kumimoji="1" lang="en-US" altLang="ja-JP" sz="2000" dirty="0"/>
                <a:t>44</a:t>
              </a:r>
              <a:endParaRPr kumimoji="1" lang="ja-JP" altLang="en-US" sz="2000" dirty="0"/>
            </a:p>
          </p:txBody>
        </p:sp>
        <p:sp>
          <p:nvSpPr>
            <p:cNvPr id="15" name="テキスト ボックス 14">
              <a:extLst>
                <a:ext uri="{FF2B5EF4-FFF2-40B4-BE49-F238E27FC236}">
                  <a16:creationId xmlns:a16="http://schemas.microsoft.com/office/drawing/2014/main" id="{CB9EBFF2-6EE2-E51F-0687-524AA16EC0F5}"/>
                </a:ext>
              </a:extLst>
            </p:cNvPr>
            <p:cNvSpPr txBox="1"/>
            <p:nvPr/>
          </p:nvSpPr>
          <p:spPr>
            <a:xfrm>
              <a:off x="3343335" y="5575065"/>
              <a:ext cx="507207" cy="400110"/>
            </a:xfrm>
            <a:prstGeom prst="rect">
              <a:avLst/>
            </a:prstGeom>
            <a:noFill/>
          </p:spPr>
          <p:txBody>
            <a:bodyPr wrap="square" rtlCol="0">
              <a:spAutoFit/>
            </a:bodyPr>
            <a:lstStyle/>
            <a:p>
              <a:pPr algn="ctr"/>
              <a:r>
                <a:rPr lang="en-US" altLang="ja-JP" sz="2000" dirty="0"/>
                <a:t>50</a:t>
              </a:r>
              <a:endParaRPr kumimoji="1" lang="ja-JP" altLang="en-US" sz="2000" dirty="0"/>
            </a:p>
          </p:txBody>
        </p:sp>
        <p:sp>
          <p:nvSpPr>
            <p:cNvPr id="16" name="テキスト ボックス 15">
              <a:extLst>
                <a:ext uri="{FF2B5EF4-FFF2-40B4-BE49-F238E27FC236}">
                  <a16:creationId xmlns:a16="http://schemas.microsoft.com/office/drawing/2014/main" id="{17A442D3-CB2D-7B2A-734C-8B430BC29BC9}"/>
                </a:ext>
              </a:extLst>
            </p:cNvPr>
            <p:cNvSpPr txBox="1"/>
            <p:nvPr/>
          </p:nvSpPr>
          <p:spPr>
            <a:xfrm>
              <a:off x="2190221" y="5590423"/>
              <a:ext cx="507207" cy="400110"/>
            </a:xfrm>
            <a:prstGeom prst="rect">
              <a:avLst/>
            </a:prstGeom>
            <a:noFill/>
          </p:spPr>
          <p:txBody>
            <a:bodyPr wrap="square" rtlCol="0">
              <a:spAutoFit/>
            </a:bodyPr>
            <a:lstStyle/>
            <a:p>
              <a:pPr algn="ctr"/>
              <a:r>
                <a:rPr kumimoji="1" lang="en-US" altLang="ja-JP" sz="2000" dirty="0"/>
                <a:t>58</a:t>
              </a:r>
              <a:endParaRPr kumimoji="1" lang="ja-JP" altLang="en-US" sz="2000" dirty="0"/>
            </a:p>
          </p:txBody>
        </p:sp>
        <p:sp>
          <p:nvSpPr>
            <p:cNvPr id="17" name="正方形/長方形 16">
              <a:extLst>
                <a:ext uri="{FF2B5EF4-FFF2-40B4-BE49-F238E27FC236}">
                  <a16:creationId xmlns:a16="http://schemas.microsoft.com/office/drawing/2014/main" id="{A900B6DD-6334-6CCE-55AA-34A915A79C7A}"/>
                </a:ext>
              </a:extLst>
            </p:cNvPr>
            <p:cNvSpPr/>
            <p:nvPr/>
          </p:nvSpPr>
          <p:spPr>
            <a:xfrm>
              <a:off x="7739225" y="5171448"/>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C</a:t>
              </a:r>
              <a:endParaRPr kumimoji="1" lang="ja-JP" altLang="en-US" sz="2000" dirty="0">
                <a:solidFill>
                  <a:schemeClr val="tx1"/>
                </a:solidFill>
              </a:endParaRPr>
            </a:p>
          </p:txBody>
        </p:sp>
        <p:sp>
          <p:nvSpPr>
            <p:cNvPr id="18" name="正方形/長方形 17">
              <a:extLst>
                <a:ext uri="{FF2B5EF4-FFF2-40B4-BE49-F238E27FC236}">
                  <a16:creationId xmlns:a16="http://schemas.microsoft.com/office/drawing/2014/main" id="{D85396E3-7B38-1B05-D265-2D239D90CE6A}"/>
                </a:ext>
              </a:extLst>
            </p:cNvPr>
            <p:cNvSpPr/>
            <p:nvPr/>
          </p:nvSpPr>
          <p:spPr>
            <a:xfrm>
              <a:off x="8278511" y="5171448"/>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a:t>
              </a:r>
              <a:endParaRPr kumimoji="1" lang="ja-JP" altLang="en-US" sz="2000" dirty="0">
                <a:solidFill>
                  <a:schemeClr val="tx1"/>
                </a:solidFill>
              </a:endParaRPr>
            </a:p>
          </p:txBody>
        </p:sp>
        <p:sp>
          <p:nvSpPr>
            <p:cNvPr id="19" name="正方形/長方形 18">
              <a:extLst>
                <a:ext uri="{FF2B5EF4-FFF2-40B4-BE49-F238E27FC236}">
                  <a16:creationId xmlns:a16="http://schemas.microsoft.com/office/drawing/2014/main" id="{E50728D6-E3B9-B547-04D5-32657C38F00A}"/>
                </a:ext>
              </a:extLst>
            </p:cNvPr>
            <p:cNvSpPr/>
            <p:nvPr/>
          </p:nvSpPr>
          <p:spPr>
            <a:xfrm>
              <a:off x="8815416" y="5171448"/>
              <a:ext cx="150316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err="1">
                  <a:solidFill>
                    <a:schemeClr val="tx1"/>
                  </a:solidFill>
                </a:rPr>
                <a:t>DataL</a:t>
              </a:r>
              <a:endParaRPr kumimoji="1" lang="ja-JP" altLang="en-US" sz="2000" dirty="0">
                <a:solidFill>
                  <a:schemeClr val="tx1"/>
                </a:solidFill>
              </a:endParaRPr>
            </a:p>
          </p:txBody>
        </p:sp>
        <p:sp>
          <p:nvSpPr>
            <p:cNvPr id="20" name="テキスト ボックス 19">
              <a:extLst>
                <a:ext uri="{FF2B5EF4-FFF2-40B4-BE49-F238E27FC236}">
                  <a16:creationId xmlns:a16="http://schemas.microsoft.com/office/drawing/2014/main" id="{785F3B25-6BAF-3A7F-E1AA-72208375C0D2}"/>
                </a:ext>
              </a:extLst>
            </p:cNvPr>
            <p:cNvSpPr txBox="1"/>
            <p:nvPr/>
          </p:nvSpPr>
          <p:spPr>
            <a:xfrm>
              <a:off x="7744844" y="5567695"/>
              <a:ext cx="507207" cy="400110"/>
            </a:xfrm>
            <a:prstGeom prst="rect">
              <a:avLst/>
            </a:prstGeom>
            <a:noFill/>
          </p:spPr>
          <p:txBody>
            <a:bodyPr wrap="square" rtlCol="0">
              <a:spAutoFit/>
            </a:bodyPr>
            <a:lstStyle/>
            <a:p>
              <a:pPr algn="ctr"/>
              <a:r>
                <a:rPr lang="en-US" altLang="ja-JP" sz="2000" dirty="0"/>
                <a:t>33</a:t>
              </a:r>
              <a:endParaRPr kumimoji="1" lang="ja-JP" altLang="en-US" sz="2000" dirty="0"/>
            </a:p>
          </p:txBody>
        </p:sp>
        <p:sp>
          <p:nvSpPr>
            <p:cNvPr id="21" name="テキスト ボックス 20">
              <a:extLst>
                <a:ext uri="{FF2B5EF4-FFF2-40B4-BE49-F238E27FC236}">
                  <a16:creationId xmlns:a16="http://schemas.microsoft.com/office/drawing/2014/main" id="{70C278BE-68E9-4542-8F5E-C3EA9161ACB6}"/>
                </a:ext>
              </a:extLst>
            </p:cNvPr>
            <p:cNvSpPr txBox="1"/>
            <p:nvPr/>
          </p:nvSpPr>
          <p:spPr>
            <a:xfrm>
              <a:off x="8285076" y="5567695"/>
              <a:ext cx="507207" cy="400110"/>
            </a:xfrm>
            <a:prstGeom prst="rect">
              <a:avLst/>
            </a:prstGeom>
            <a:noFill/>
          </p:spPr>
          <p:txBody>
            <a:bodyPr wrap="square" rtlCol="0">
              <a:spAutoFit/>
            </a:bodyPr>
            <a:lstStyle/>
            <a:p>
              <a:pPr algn="ctr"/>
              <a:r>
                <a:rPr lang="en-US" altLang="ja-JP" sz="2000" dirty="0"/>
                <a:t>32</a:t>
              </a:r>
              <a:endParaRPr kumimoji="1" lang="ja-JP" altLang="en-US" sz="2000" dirty="0"/>
            </a:p>
          </p:txBody>
        </p:sp>
        <p:sp>
          <p:nvSpPr>
            <p:cNvPr id="22" name="テキスト ボックス 21">
              <a:extLst>
                <a:ext uri="{FF2B5EF4-FFF2-40B4-BE49-F238E27FC236}">
                  <a16:creationId xmlns:a16="http://schemas.microsoft.com/office/drawing/2014/main" id="{2CE200CB-513D-36CA-BC9C-8EED55378861}"/>
                </a:ext>
              </a:extLst>
            </p:cNvPr>
            <p:cNvSpPr txBox="1"/>
            <p:nvPr/>
          </p:nvSpPr>
          <p:spPr>
            <a:xfrm>
              <a:off x="8712956" y="5567695"/>
              <a:ext cx="507207" cy="400110"/>
            </a:xfrm>
            <a:prstGeom prst="rect">
              <a:avLst/>
            </a:prstGeom>
            <a:noFill/>
          </p:spPr>
          <p:txBody>
            <a:bodyPr wrap="square" rtlCol="0">
              <a:spAutoFit/>
            </a:bodyPr>
            <a:lstStyle/>
            <a:p>
              <a:pPr algn="ctr"/>
              <a:r>
                <a:rPr lang="en-US" altLang="ja-JP" sz="2000" dirty="0"/>
                <a:t>31</a:t>
              </a:r>
              <a:endParaRPr kumimoji="1" lang="ja-JP" altLang="en-US" sz="2000" dirty="0"/>
            </a:p>
          </p:txBody>
        </p:sp>
        <p:sp>
          <p:nvSpPr>
            <p:cNvPr id="23" name="テキスト ボックス 22">
              <a:extLst>
                <a:ext uri="{FF2B5EF4-FFF2-40B4-BE49-F238E27FC236}">
                  <a16:creationId xmlns:a16="http://schemas.microsoft.com/office/drawing/2014/main" id="{3D462F9F-FCDC-B14D-A0D5-6103AE89B47C}"/>
                </a:ext>
              </a:extLst>
            </p:cNvPr>
            <p:cNvSpPr txBox="1"/>
            <p:nvPr/>
          </p:nvSpPr>
          <p:spPr>
            <a:xfrm>
              <a:off x="9916439" y="5558658"/>
              <a:ext cx="507207" cy="400110"/>
            </a:xfrm>
            <a:prstGeom prst="rect">
              <a:avLst/>
            </a:prstGeom>
            <a:noFill/>
          </p:spPr>
          <p:txBody>
            <a:bodyPr wrap="square" rtlCol="0">
              <a:spAutoFit/>
            </a:bodyPr>
            <a:lstStyle/>
            <a:p>
              <a:pPr algn="ctr"/>
              <a:r>
                <a:rPr kumimoji="1" lang="en-US" altLang="ja-JP" sz="2000" dirty="0"/>
                <a:t>16</a:t>
              </a:r>
              <a:endParaRPr kumimoji="1" lang="ja-JP" altLang="en-US" sz="2000" dirty="0"/>
            </a:p>
          </p:txBody>
        </p:sp>
        <p:sp>
          <p:nvSpPr>
            <p:cNvPr id="24" name="正方形/長方形 23">
              <a:extLst>
                <a:ext uri="{FF2B5EF4-FFF2-40B4-BE49-F238E27FC236}">
                  <a16:creationId xmlns:a16="http://schemas.microsoft.com/office/drawing/2014/main" id="{BCC15564-4C09-AD6C-54A5-FD682714C9B7}"/>
                </a:ext>
              </a:extLst>
            </p:cNvPr>
            <p:cNvSpPr/>
            <p:nvPr/>
          </p:nvSpPr>
          <p:spPr>
            <a:xfrm>
              <a:off x="10316113" y="5171448"/>
              <a:ext cx="150316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err="1">
                  <a:solidFill>
                    <a:schemeClr val="tx1"/>
                  </a:solidFill>
                </a:rPr>
                <a:t>DataR</a:t>
              </a:r>
              <a:endParaRPr kumimoji="1" lang="ja-JP" altLang="en-US" sz="2000" dirty="0">
                <a:solidFill>
                  <a:schemeClr val="tx1"/>
                </a:solidFill>
              </a:endParaRPr>
            </a:p>
          </p:txBody>
        </p:sp>
        <p:sp>
          <p:nvSpPr>
            <p:cNvPr id="25" name="テキスト ボックス 24">
              <a:extLst>
                <a:ext uri="{FF2B5EF4-FFF2-40B4-BE49-F238E27FC236}">
                  <a16:creationId xmlns:a16="http://schemas.microsoft.com/office/drawing/2014/main" id="{0BD4F7A2-49D6-8F52-BF0C-E6CF5D854A59}"/>
                </a:ext>
              </a:extLst>
            </p:cNvPr>
            <p:cNvSpPr txBox="1"/>
            <p:nvPr/>
          </p:nvSpPr>
          <p:spPr>
            <a:xfrm>
              <a:off x="11562583" y="5558658"/>
              <a:ext cx="507207" cy="400110"/>
            </a:xfrm>
            <a:prstGeom prst="rect">
              <a:avLst/>
            </a:prstGeom>
            <a:noFill/>
          </p:spPr>
          <p:txBody>
            <a:bodyPr wrap="square" rtlCol="0">
              <a:spAutoFit/>
            </a:bodyPr>
            <a:lstStyle/>
            <a:p>
              <a:pPr algn="ctr"/>
              <a:r>
                <a:rPr lang="en-US" altLang="ja-JP" sz="2000" dirty="0"/>
                <a:t>0</a:t>
              </a:r>
              <a:endParaRPr kumimoji="1" lang="ja-JP" altLang="en-US" sz="2000" dirty="0"/>
            </a:p>
          </p:txBody>
        </p:sp>
        <p:sp>
          <p:nvSpPr>
            <p:cNvPr id="26" name="テキスト ボックス 25">
              <a:extLst>
                <a:ext uri="{FF2B5EF4-FFF2-40B4-BE49-F238E27FC236}">
                  <a16:creationId xmlns:a16="http://schemas.microsoft.com/office/drawing/2014/main" id="{138B74F0-830E-1B78-800E-FF40A4B02772}"/>
                </a:ext>
              </a:extLst>
            </p:cNvPr>
            <p:cNvSpPr txBox="1"/>
            <p:nvPr/>
          </p:nvSpPr>
          <p:spPr>
            <a:xfrm>
              <a:off x="10275031" y="5569064"/>
              <a:ext cx="507207" cy="400110"/>
            </a:xfrm>
            <a:prstGeom prst="rect">
              <a:avLst/>
            </a:prstGeom>
            <a:noFill/>
          </p:spPr>
          <p:txBody>
            <a:bodyPr wrap="square" rtlCol="0">
              <a:spAutoFit/>
            </a:bodyPr>
            <a:lstStyle/>
            <a:p>
              <a:pPr algn="ctr"/>
              <a:r>
                <a:rPr kumimoji="1" lang="en-US" altLang="ja-JP" sz="2000" dirty="0"/>
                <a:t>15</a:t>
              </a:r>
              <a:endParaRPr kumimoji="1" lang="ja-JP" altLang="en-US" sz="2000" dirty="0"/>
            </a:p>
          </p:txBody>
        </p:sp>
        <p:sp>
          <p:nvSpPr>
            <p:cNvPr id="27" name="正方形/長方形 26">
              <a:extLst>
                <a:ext uri="{FF2B5EF4-FFF2-40B4-BE49-F238E27FC236}">
                  <a16:creationId xmlns:a16="http://schemas.microsoft.com/office/drawing/2014/main" id="{78B178DF-C3BB-C025-BFDC-55BB7ED7BEF8}"/>
                </a:ext>
              </a:extLst>
            </p:cNvPr>
            <p:cNvSpPr/>
            <p:nvPr/>
          </p:nvSpPr>
          <p:spPr>
            <a:xfrm>
              <a:off x="4561981" y="5169820"/>
              <a:ext cx="766997"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LR2</a:t>
              </a:r>
              <a:endParaRPr kumimoji="1" lang="ja-JP" altLang="en-US" sz="2000" dirty="0">
                <a:solidFill>
                  <a:schemeClr val="tx1"/>
                </a:solidFill>
              </a:endParaRPr>
            </a:p>
          </p:txBody>
        </p:sp>
        <p:sp>
          <p:nvSpPr>
            <p:cNvPr id="28" name="正方形/長方形 27">
              <a:extLst>
                <a:ext uri="{FF2B5EF4-FFF2-40B4-BE49-F238E27FC236}">
                  <a16:creationId xmlns:a16="http://schemas.microsoft.com/office/drawing/2014/main" id="{4A55A406-7C8B-6CD6-E13E-B5788223AAFA}"/>
                </a:ext>
              </a:extLst>
            </p:cNvPr>
            <p:cNvSpPr/>
            <p:nvPr/>
          </p:nvSpPr>
          <p:spPr>
            <a:xfrm>
              <a:off x="5326630" y="5168528"/>
              <a:ext cx="71779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BR</a:t>
              </a:r>
              <a:endParaRPr kumimoji="1" lang="ja-JP" altLang="en-US" sz="2000" dirty="0">
                <a:solidFill>
                  <a:schemeClr val="tx1"/>
                </a:solidFill>
              </a:endParaRPr>
            </a:p>
          </p:txBody>
        </p:sp>
        <p:sp>
          <p:nvSpPr>
            <p:cNvPr id="29" name="正方形/長方形 28">
              <a:extLst>
                <a:ext uri="{FF2B5EF4-FFF2-40B4-BE49-F238E27FC236}">
                  <a16:creationId xmlns:a16="http://schemas.microsoft.com/office/drawing/2014/main" id="{A8FAEB10-306B-62D4-2419-5ECE98D5C71C}"/>
                </a:ext>
              </a:extLst>
            </p:cNvPr>
            <p:cNvSpPr/>
            <p:nvPr/>
          </p:nvSpPr>
          <p:spPr>
            <a:xfrm>
              <a:off x="6878774" y="5167973"/>
              <a:ext cx="86045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OPC</a:t>
              </a:r>
              <a:endParaRPr kumimoji="1" lang="ja-JP" altLang="en-US" sz="2000" dirty="0">
                <a:solidFill>
                  <a:schemeClr val="tx1"/>
                </a:solidFill>
              </a:endParaRPr>
            </a:p>
          </p:txBody>
        </p:sp>
        <p:sp>
          <p:nvSpPr>
            <p:cNvPr id="30" name="テキスト ボックス 29">
              <a:extLst>
                <a:ext uri="{FF2B5EF4-FFF2-40B4-BE49-F238E27FC236}">
                  <a16:creationId xmlns:a16="http://schemas.microsoft.com/office/drawing/2014/main" id="{987B8468-04BE-7EC9-5CE1-881C46E92D48}"/>
                </a:ext>
              </a:extLst>
            </p:cNvPr>
            <p:cNvSpPr txBox="1"/>
            <p:nvPr/>
          </p:nvSpPr>
          <p:spPr>
            <a:xfrm>
              <a:off x="4954799" y="5577467"/>
              <a:ext cx="507207" cy="400110"/>
            </a:xfrm>
            <a:prstGeom prst="rect">
              <a:avLst/>
            </a:prstGeom>
            <a:noFill/>
          </p:spPr>
          <p:txBody>
            <a:bodyPr wrap="square" rtlCol="0">
              <a:spAutoFit/>
            </a:bodyPr>
            <a:lstStyle/>
            <a:p>
              <a:pPr algn="ctr"/>
              <a:r>
                <a:rPr kumimoji="1" lang="en-US" altLang="ja-JP" sz="2000" dirty="0"/>
                <a:t>42</a:t>
              </a:r>
              <a:endParaRPr kumimoji="1" lang="ja-JP" altLang="en-US" sz="2000" dirty="0"/>
            </a:p>
          </p:txBody>
        </p:sp>
        <p:sp>
          <p:nvSpPr>
            <p:cNvPr id="31" name="テキスト ボックス 30">
              <a:extLst>
                <a:ext uri="{FF2B5EF4-FFF2-40B4-BE49-F238E27FC236}">
                  <a16:creationId xmlns:a16="http://schemas.microsoft.com/office/drawing/2014/main" id="{A796F9F2-78F1-BD43-A0B9-62A0C9C2A535}"/>
                </a:ext>
              </a:extLst>
            </p:cNvPr>
            <p:cNvSpPr txBox="1"/>
            <p:nvPr/>
          </p:nvSpPr>
          <p:spPr>
            <a:xfrm>
              <a:off x="4481827" y="5588081"/>
              <a:ext cx="507207" cy="400110"/>
            </a:xfrm>
            <a:prstGeom prst="rect">
              <a:avLst/>
            </a:prstGeom>
            <a:noFill/>
          </p:spPr>
          <p:txBody>
            <a:bodyPr wrap="square" rtlCol="0">
              <a:spAutoFit/>
            </a:bodyPr>
            <a:lstStyle/>
            <a:p>
              <a:pPr algn="ctr"/>
              <a:r>
                <a:rPr kumimoji="1" lang="en-US" altLang="ja-JP" sz="2000" dirty="0"/>
                <a:t>43</a:t>
              </a:r>
              <a:endParaRPr kumimoji="1" lang="ja-JP" altLang="en-US" sz="2000" dirty="0"/>
            </a:p>
          </p:txBody>
        </p:sp>
        <p:sp>
          <p:nvSpPr>
            <p:cNvPr id="32" name="テキスト ボックス 31">
              <a:extLst>
                <a:ext uri="{FF2B5EF4-FFF2-40B4-BE49-F238E27FC236}">
                  <a16:creationId xmlns:a16="http://schemas.microsoft.com/office/drawing/2014/main" id="{5835474B-E6F3-4E64-A208-8A05BD2B573D}"/>
                </a:ext>
              </a:extLst>
            </p:cNvPr>
            <p:cNvSpPr txBox="1"/>
            <p:nvPr/>
          </p:nvSpPr>
          <p:spPr>
            <a:xfrm>
              <a:off x="5436477" y="5554470"/>
              <a:ext cx="507207" cy="400110"/>
            </a:xfrm>
            <a:prstGeom prst="rect">
              <a:avLst/>
            </a:prstGeom>
            <a:noFill/>
          </p:spPr>
          <p:txBody>
            <a:bodyPr wrap="square" rtlCol="0">
              <a:spAutoFit/>
            </a:bodyPr>
            <a:lstStyle/>
            <a:p>
              <a:pPr algn="ctr"/>
              <a:r>
                <a:rPr lang="en-US" altLang="ja-JP" sz="2000" dirty="0"/>
                <a:t>41</a:t>
              </a:r>
              <a:endParaRPr kumimoji="1" lang="ja-JP" altLang="en-US" sz="2000" dirty="0"/>
            </a:p>
          </p:txBody>
        </p:sp>
        <p:sp>
          <p:nvSpPr>
            <p:cNvPr id="33" name="テキスト ボックス 32">
              <a:extLst>
                <a:ext uri="{FF2B5EF4-FFF2-40B4-BE49-F238E27FC236}">
                  <a16:creationId xmlns:a16="http://schemas.microsoft.com/office/drawing/2014/main" id="{1C2EC31C-1527-07DE-6880-DFDF2B89708E}"/>
                </a:ext>
              </a:extLst>
            </p:cNvPr>
            <p:cNvSpPr txBox="1"/>
            <p:nvPr/>
          </p:nvSpPr>
          <p:spPr>
            <a:xfrm>
              <a:off x="6773433" y="5567240"/>
              <a:ext cx="507207" cy="400110"/>
            </a:xfrm>
            <a:prstGeom prst="rect">
              <a:avLst/>
            </a:prstGeom>
            <a:noFill/>
          </p:spPr>
          <p:txBody>
            <a:bodyPr wrap="square" rtlCol="0">
              <a:spAutoFit/>
            </a:bodyPr>
            <a:lstStyle/>
            <a:p>
              <a:pPr algn="ctr"/>
              <a:r>
                <a:rPr lang="en-US" altLang="ja-JP" sz="2000" dirty="0"/>
                <a:t>39</a:t>
              </a:r>
              <a:endParaRPr kumimoji="1" lang="ja-JP" altLang="en-US" sz="2000" dirty="0"/>
            </a:p>
          </p:txBody>
        </p:sp>
        <p:sp>
          <p:nvSpPr>
            <p:cNvPr id="34" name="正方形/長方形 33">
              <a:extLst>
                <a:ext uri="{FF2B5EF4-FFF2-40B4-BE49-F238E27FC236}">
                  <a16:creationId xmlns:a16="http://schemas.microsoft.com/office/drawing/2014/main" id="{60E6FF67-BBE1-07EC-7987-619218653CD4}"/>
                </a:ext>
              </a:extLst>
            </p:cNvPr>
            <p:cNvSpPr/>
            <p:nvPr/>
          </p:nvSpPr>
          <p:spPr>
            <a:xfrm>
              <a:off x="6046698" y="5168528"/>
              <a:ext cx="83303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CPY</a:t>
              </a:r>
              <a:endParaRPr kumimoji="1" lang="ja-JP" altLang="en-US" sz="2000" dirty="0">
                <a:solidFill>
                  <a:schemeClr val="tx1"/>
                </a:solidFill>
              </a:endParaRPr>
            </a:p>
          </p:txBody>
        </p:sp>
        <p:sp>
          <p:nvSpPr>
            <p:cNvPr id="35" name="テキスト ボックス 34">
              <a:extLst>
                <a:ext uri="{FF2B5EF4-FFF2-40B4-BE49-F238E27FC236}">
                  <a16:creationId xmlns:a16="http://schemas.microsoft.com/office/drawing/2014/main" id="{0C09E841-D874-3A92-D47C-1BD9238BEF50}"/>
                </a:ext>
              </a:extLst>
            </p:cNvPr>
            <p:cNvSpPr txBox="1"/>
            <p:nvPr/>
          </p:nvSpPr>
          <p:spPr>
            <a:xfrm>
              <a:off x="6183988" y="5540463"/>
              <a:ext cx="507207" cy="400110"/>
            </a:xfrm>
            <a:prstGeom prst="rect">
              <a:avLst/>
            </a:prstGeom>
            <a:noFill/>
          </p:spPr>
          <p:txBody>
            <a:bodyPr wrap="square" rtlCol="0">
              <a:spAutoFit/>
            </a:bodyPr>
            <a:lstStyle/>
            <a:p>
              <a:pPr algn="ctr"/>
              <a:r>
                <a:rPr lang="en-US" altLang="ja-JP" sz="2000" dirty="0"/>
                <a:t>40</a:t>
              </a:r>
              <a:endParaRPr kumimoji="1" lang="ja-JP" altLang="en-US" sz="2000" dirty="0"/>
            </a:p>
          </p:txBody>
        </p:sp>
        <p:sp>
          <p:nvSpPr>
            <p:cNvPr id="36" name="テキスト ボックス 35">
              <a:extLst>
                <a:ext uri="{FF2B5EF4-FFF2-40B4-BE49-F238E27FC236}">
                  <a16:creationId xmlns:a16="http://schemas.microsoft.com/office/drawing/2014/main" id="{64EE097B-F325-3324-44A8-F546EDF8DAE7}"/>
                </a:ext>
              </a:extLst>
            </p:cNvPr>
            <p:cNvSpPr txBox="1"/>
            <p:nvPr/>
          </p:nvSpPr>
          <p:spPr>
            <a:xfrm>
              <a:off x="7459917" y="5594971"/>
              <a:ext cx="507207" cy="400110"/>
            </a:xfrm>
            <a:prstGeom prst="rect">
              <a:avLst/>
            </a:prstGeom>
            <a:noFill/>
          </p:spPr>
          <p:txBody>
            <a:bodyPr wrap="square" rtlCol="0">
              <a:spAutoFit/>
            </a:bodyPr>
            <a:lstStyle/>
            <a:p>
              <a:pPr algn="ctr"/>
              <a:r>
                <a:rPr lang="en-US" altLang="ja-JP" sz="2000" dirty="0"/>
                <a:t>34</a:t>
              </a:r>
              <a:endParaRPr kumimoji="1" lang="ja-JP" altLang="en-US" sz="2000" dirty="0"/>
            </a:p>
          </p:txBody>
        </p:sp>
      </p:grpSp>
      <p:sp>
        <p:nvSpPr>
          <p:cNvPr id="40" name="テキスト ボックス 39">
            <a:extLst>
              <a:ext uri="{FF2B5EF4-FFF2-40B4-BE49-F238E27FC236}">
                <a16:creationId xmlns:a16="http://schemas.microsoft.com/office/drawing/2014/main" id="{EA045258-3757-1219-BA08-E83138E858FC}"/>
              </a:ext>
            </a:extLst>
          </p:cNvPr>
          <p:cNvSpPr txBox="1"/>
          <p:nvPr/>
        </p:nvSpPr>
        <p:spPr>
          <a:xfrm>
            <a:off x="844715" y="3395730"/>
            <a:ext cx="3597929" cy="400110"/>
          </a:xfrm>
          <a:prstGeom prst="rect">
            <a:avLst/>
          </a:prstGeom>
          <a:noFill/>
        </p:spPr>
        <p:txBody>
          <a:bodyPr wrap="square" rtlCol="0">
            <a:spAutoFit/>
          </a:bodyPr>
          <a:lstStyle/>
          <a:p>
            <a:r>
              <a:rPr lang="en-US" altLang="ja-JP" sz="2000" dirty="0"/>
              <a:t>ALU_PACKET_IN</a:t>
            </a:r>
            <a:r>
              <a:rPr kumimoji="1" lang="en-US" altLang="ja-JP" sz="2000" dirty="0"/>
              <a:t>1,2</a:t>
            </a:r>
            <a:endParaRPr kumimoji="1" lang="ja-JP" altLang="en-US" sz="2000" dirty="0"/>
          </a:p>
        </p:txBody>
      </p:sp>
      <p:grpSp>
        <p:nvGrpSpPr>
          <p:cNvPr id="41" name="グループ化 40">
            <a:extLst>
              <a:ext uri="{FF2B5EF4-FFF2-40B4-BE49-F238E27FC236}">
                <a16:creationId xmlns:a16="http://schemas.microsoft.com/office/drawing/2014/main" id="{08F55430-2A7E-70C0-D9EA-607710FA5233}"/>
              </a:ext>
            </a:extLst>
          </p:cNvPr>
          <p:cNvGrpSpPr/>
          <p:nvPr/>
        </p:nvGrpSpPr>
        <p:grpSpPr>
          <a:xfrm>
            <a:off x="838200" y="3752254"/>
            <a:ext cx="7949823" cy="827594"/>
            <a:chOff x="867974" y="5167973"/>
            <a:chExt cx="7949823" cy="827594"/>
          </a:xfrm>
        </p:grpSpPr>
        <p:grpSp>
          <p:nvGrpSpPr>
            <p:cNvPr id="42" name="グループ化 41">
              <a:extLst>
                <a:ext uri="{FF2B5EF4-FFF2-40B4-BE49-F238E27FC236}">
                  <a16:creationId xmlns:a16="http://schemas.microsoft.com/office/drawing/2014/main" id="{FDFB14BF-D389-7F96-2D83-28CC13CDA09D}"/>
                </a:ext>
              </a:extLst>
            </p:cNvPr>
            <p:cNvGrpSpPr/>
            <p:nvPr/>
          </p:nvGrpSpPr>
          <p:grpSpPr>
            <a:xfrm>
              <a:off x="1121578" y="5167973"/>
              <a:ext cx="3454122" cy="390632"/>
              <a:chOff x="928636" y="2807256"/>
              <a:chExt cx="3454122" cy="390632"/>
            </a:xfrm>
          </p:grpSpPr>
          <p:sp>
            <p:nvSpPr>
              <p:cNvPr id="69" name="正方形/長方形 68">
                <a:extLst>
                  <a:ext uri="{FF2B5EF4-FFF2-40B4-BE49-F238E27FC236}">
                    <a16:creationId xmlns:a16="http://schemas.microsoft.com/office/drawing/2014/main" id="{5EB5CEC7-1821-364D-207C-800445626D18}"/>
                  </a:ext>
                </a:extLst>
              </p:cNvPr>
              <p:cNvSpPr/>
              <p:nvPr/>
            </p:nvSpPr>
            <p:spPr>
              <a:xfrm>
                <a:off x="928636" y="2807257"/>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color</a:t>
                </a:r>
                <a:endParaRPr kumimoji="1" lang="ja-JP" altLang="en-US" sz="2000" dirty="0">
                  <a:solidFill>
                    <a:schemeClr val="tx1"/>
                  </a:solidFill>
                </a:endParaRPr>
              </a:p>
            </p:txBody>
          </p:sp>
          <p:sp>
            <p:nvSpPr>
              <p:cNvPr id="70" name="正方形/長方形 69">
                <a:extLst>
                  <a:ext uri="{FF2B5EF4-FFF2-40B4-BE49-F238E27FC236}">
                    <a16:creationId xmlns:a16="http://schemas.microsoft.com/office/drawing/2014/main" id="{B010C8ED-3146-C6A2-FE53-D0250B2BB826}"/>
                  </a:ext>
                </a:extLst>
              </p:cNvPr>
              <p:cNvSpPr/>
              <p:nvPr/>
            </p:nvSpPr>
            <p:spPr>
              <a:xfrm>
                <a:off x="2080010"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gen</a:t>
                </a:r>
                <a:endParaRPr kumimoji="1" lang="ja-JP" altLang="en-US" sz="2000" dirty="0">
                  <a:solidFill>
                    <a:schemeClr val="tx1"/>
                  </a:solidFill>
                </a:endParaRPr>
              </a:p>
            </p:txBody>
          </p:sp>
          <p:sp>
            <p:nvSpPr>
              <p:cNvPr id="71" name="正方形/長方形 70">
                <a:extLst>
                  <a:ext uri="{FF2B5EF4-FFF2-40B4-BE49-F238E27FC236}">
                    <a16:creationId xmlns:a16="http://schemas.microsoft.com/office/drawing/2014/main" id="{FE07A1BB-5547-7124-641D-B24E8642CA9A}"/>
                  </a:ext>
                </a:extLst>
              </p:cNvPr>
              <p:cNvSpPr/>
              <p:nvPr/>
            </p:nvSpPr>
            <p:spPr>
              <a:xfrm>
                <a:off x="3231384" y="2807256"/>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
                </a:r>
                <a:r>
                  <a:rPr lang="en-US" altLang="ja-JP" sz="2000" dirty="0">
                    <a:solidFill>
                      <a:schemeClr val="tx1"/>
                    </a:solidFill>
                  </a:rPr>
                  <a:t>EST</a:t>
                </a:r>
                <a:endParaRPr kumimoji="1" lang="ja-JP" altLang="en-US" sz="2000" dirty="0">
                  <a:solidFill>
                    <a:schemeClr val="tx1"/>
                  </a:solidFill>
                </a:endParaRPr>
              </a:p>
            </p:txBody>
          </p:sp>
        </p:grpSp>
        <p:sp>
          <p:nvSpPr>
            <p:cNvPr id="43" name="テキスト ボックス 42">
              <a:extLst>
                <a:ext uri="{FF2B5EF4-FFF2-40B4-BE49-F238E27FC236}">
                  <a16:creationId xmlns:a16="http://schemas.microsoft.com/office/drawing/2014/main" id="{21811A32-5B2D-D127-0193-CCAD978DA0B6}"/>
                </a:ext>
              </a:extLst>
            </p:cNvPr>
            <p:cNvSpPr txBox="1"/>
            <p:nvPr/>
          </p:nvSpPr>
          <p:spPr>
            <a:xfrm>
              <a:off x="867974" y="5590424"/>
              <a:ext cx="507207" cy="400110"/>
            </a:xfrm>
            <a:prstGeom prst="rect">
              <a:avLst/>
            </a:prstGeom>
            <a:noFill/>
          </p:spPr>
          <p:txBody>
            <a:bodyPr wrap="square" rtlCol="0">
              <a:spAutoFit/>
            </a:bodyPr>
            <a:lstStyle/>
            <a:p>
              <a:pPr algn="ctr"/>
              <a:r>
                <a:rPr kumimoji="1" lang="en-US" altLang="ja-JP" sz="2000" dirty="0"/>
                <a:t>29</a:t>
              </a:r>
              <a:endParaRPr kumimoji="1" lang="ja-JP" altLang="en-US" sz="2000" dirty="0"/>
            </a:p>
          </p:txBody>
        </p:sp>
        <p:sp>
          <p:nvSpPr>
            <p:cNvPr id="44" name="テキスト ボックス 43">
              <a:extLst>
                <a:ext uri="{FF2B5EF4-FFF2-40B4-BE49-F238E27FC236}">
                  <a16:creationId xmlns:a16="http://schemas.microsoft.com/office/drawing/2014/main" id="{4DDFBB49-90F9-36C5-4C69-E95B904EC7FD}"/>
                </a:ext>
              </a:extLst>
            </p:cNvPr>
            <p:cNvSpPr txBox="1"/>
            <p:nvPr/>
          </p:nvSpPr>
          <p:spPr>
            <a:xfrm>
              <a:off x="1861560" y="5590423"/>
              <a:ext cx="507207" cy="400110"/>
            </a:xfrm>
            <a:prstGeom prst="rect">
              <a:avLst/>
            </a:prstGeom>
            <a:noFill/>
          </p:spPr>
          <p:txBody>
            <a:bodyPr wrap="square" rtlCol="0">
              <a:spAutoFit/>
            </a:bodyPr>
            <a:lstStyle/>
            <a:p>
              <a:pPr algn="ctr"/>
              <a:r>
                <a:rPr lang="en-US" altLang="ja-JP" sz="2000" dirty="0"/>
                <a:t>27</a:t>
              </a:r>
              <a:endParaRPr kumimoji="1" lang="ja-JP" altLang="en-US" sz="2000" dirty="0"/>
            </a:p>
          </p:txBody>
        </p:sp>
        <p:sp>
          <p:nvSpPr>
            <p:cNvPr id="45" name="テキスト ボックス 44">
              <a:extLst>
                <a:ext uri="{FF2B5EF4-FFF2-40B4-BE49-F238E27FC236}">
                  <a16:creationId xmlns:a16="http://schemas.microsoft.com/office/drawing/2014/main" id="{47547375-9CBB-93B6-86AF-D8FE5CC995BD}"/>
                </a:ext>
              </a:extLst>
            </p:cNvPr>
            <p:cNvSpPr txBox="1"/>
            <p:nvPr/>
          </p:nvSpPr>
          <p:spPr>
            <a:xfrm>
              <a:off x="3002554" y="5576613"/>
              <a:ext cx="507207" cy="400110"/>
            </a:xfrm>
            <a:prstGeom prst="rect">
              <a:avLst/>
            </a:prstGeom>
            <a:noFill/>
          </p:spPr>
          <p:txBody>
            <a:bodyPr wrap="square" rtlCol="0">
              <a:spAutoFit/>
            </a:bodyPr>
            <a:lstStyle/>
            <a:p>
              <a:pPr algn="ctr"/>
              <a:r>
                <a:rPr kumimoji="1" lang="en-US" altLang="ja-JP" sz="2000" dirty="0"/>
                <a:t>19</a:t>
              </a:r>
              <a:endParaRPr kumimoji="1" lang="ja-JP" altLang="en-US" sz="2000" dirty="0"/>
            </a:p>
          </p:txBody>
        </p:sp>
        <p:sp>
          <p:nvSpPr>
            <p:cNvPr id="46" name="テキスト ボックス 45">
              <a:extLst>
                <a:ext uri="{FF2B5EF4-FFF2-40B4-BE49-F238E27FC236}">
                  <a16:creationId xmlns:a16="http://schemas.microsoft.com/office/drawing/2014/main" id="{9FB6E923-9629-DBB5-7210-875BE1DA9BDA}"/>
                </a:ext>
              </a:extLst>
            </p:cNvPr>
            <p:cNvSpPr txBox="1"/>
            <p:nvPr/>
          </p:nvSpPr>
          <p:spPr>
            <a:xfrm>
              <a:off x="4154438" y="5595457"/>
              <a:ext cx="507207" cy="400110"/>
            </a:xfrm>
            <a:prstGeom prst="rect">
              <a:avLst/>
            </a:prstGeom>
            <a:noFill/>
          </p:spPr>
          <p:txBody>
            <a:bodyPr wrap="square" rtlCol="0">
              <a:spAutoFit/>
            </a:bodyPr>
            <a:lstStyle/>
            <a:p>
              <a:pPr algn="ctr"/>
              <a:r>
                <a:rPr kumimoji="1" lang="en-US" altLang="ja-JP" sz="2000" dirty="0"/>
                <a:t>12</a:t>
              </a:r>
              <a:endParaRPr kumimoji="1" lang="ja-JP" altLang="en-US" sz="2000" dirty="0"/>
            </a:p>
          </p:txBody>
        </p:sp>
        <p:sp>
          <p:nvSpPr>
            <p:cNvPr id="47" name="テキスト ボックス 46">
              <a:extLst>
                <a:ext uri="{FF2B5EF4-FFF2-40B4-BE49-F238E27FC236}">
                  <a16:creationId xmlns:a16="http://schemas.microsoft.com/office/drawing/2014/main" id="{9902E227-FB58-DAD6-79A9-6B7796055B39}"/>
                </a:ext>
              </a:extLst>
            </p:cNvPr>
            <p:cNvSpPr txBox="1"/>
            <p:nvPr/>
          </p:nvSpPr>
          <p:spPr>
            <a:xfrm>
              <a:off x="3343335" y="5575065"/>
              <a:ext cx="507207" cy="400110"/>
            </a:xfrm>
            <a:prstGeom prst="rect">
              <a:avLst/>
            </a:prstGeom>
            <a:noFill/>
          </p:spPr>
          <p:txBody>
            <a:bodyPr wrap="square" rtlCol="0">
              <a:spAutoFit/>
            </a:bodyPr>
            <a:lstStyle/>
            <a:p>
              <a:pPr algn="ctr"/>
              <a:r>
                <a:rPr kumimoji="1" lang="en-US" altLang="ja-JP" sz="2000" dirty="0"/>
                <a:t>18</a:t>
              </a:r>
              <a:endParaRPr kumimoji="1" lang="ja-JP" altLang="en-US" sz="2000" dirty="0"/>
            </a:p>
          </p:txBody>
        </p:sp>
        <p:sp>
          <p:nvSpPr>
            <p:cNvPr id="48" name="テキスト ボックス 47">
              <a:extLst>
                <a:ext uri="{FF2B5EF4-FFF2-40B4-BE49-F238E27FC236}">
                  <a16:creationId xmlns:a16="http://schemas.microsoft.com/office/drawing/2014/main" id="{5607D1A1-39FB-D9D5-96BD-2FB67F67D2F7}"/>
                </a:ext>
              </a:extLst>
            </p:cNvPr>
            <p:cNvSpPr txBox="1"/>
            <p:nvPr/>
          </p:nvSpPr>
          <p:spPr>
            <a:xfrm>
              <a:off x="2190221" y="5590423"/>
              <a:ext cx="507207" cy="400110"/>
            </a:xfrm>
            <a:prstGeom prst="rect">
              <a:avLst/>
            </a:prstGeom>
            <a:noFill/>
          </p:spPr>
          <p:txBody>
            <a:bodyPr wrap="square" rtlCol="0">
              <a:spAutoFit/>
            </a:bodyPr>
            <a:lstStyle/>
            <a:p>
              <a:pPr algn="ctr"/>
              <a:r>
                <a:rPr kumimoji="1" lang="en-US" altLang="ja-JP" sz="2000" dirty="0"/>
                <a:t>26</a:t>
              </a:r>
              <a:endParaRPr kumimoji="1" lang="ja-JP" altLang="en-US" sz="2000" dirty="0"/>
            </a:p>
          </p:txBody>
        </p:sp>
        <p:sp>
          <p:nvSpPr>
            <p:cNvPr id="49" name="正方形/長方形 48">
              <a:extLst>
                <a:ext uri="{FF2B5EF4-FFF2-40B4-BE49-F238E27FC236}">
                  <a16:creationId xmlns:a16="http://schemas.microsoft.com/office/drawing/2014/main" id="{9A8E17D7-6293-2ADA-5152-D2F6FB2D6D1B}"/>
                </a:ext>
              </a:extLst>
            </p:cNvPr>
            <p:cNvSpPr/>
            <p:nvPr/>
          </p:nvSpPr>
          <p:spPr>
            <a:xfrm>
              <a:off x="7739225" y="5171448"/>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C</a:t>
              </a:r>
              <a:endParaRPr kumimoji="1" lang="ja-JP" altLang="en-US" sz="2000" dirty="0">
                <a:solidFill>
                  <a:schemeClr val="tx1"/>
                </a:solidFill>
              </a:endParaRPr>
            </a:p>
          </p:txBody>
        </p:sp>
        <p:sp>
          <p:nvSpPr>
            <p:cNvPr id="50" name="正方形/長方形 49">
              <a:extLst>
                <a:ext uri="{FF2B5EF4-FFF2-40B4-BE49-F238E27FC236}">
                  <a16:creationId xmlns:a16="http://schemas.microsoft.com/office/drawing/2014/main" id="{C0B279A4-29B1-1540-6709-B85C91F3CF23}"/>
                </a:ext>
              </a:extLst>
            </p:cNvPr>
            <p:cNvSpPr/>
            <p:nvPr/>
          </p:nvSpPr>
          <p:spPr>
            <a:xfrm>
              <a:off x="8278511" y="5171448"/>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a:t>
              </a:r>
              <a:endParaRPr kumimoji="1" lang="ja-JP" altLang="en-US" sz="2000" dirty="0">
                <a:solidFill>
                  <a:schemeClr val="tx1"/>
                </a:solidFill>
              </a:endParaRPr>
            </a:p>
          </p:txBody>
        </p:sp>
        <p:sp>
          <p:nvSpPr>
            <p:cNvPr id="52" name="テキスト ボックス 51">
              <a:extLst>
                <a:ext uri="{FF2B5EF4-FFF2-40B4-BE49-F238E27FC236}">
                  <a16:creationId xmlns:a16="http://schemas.microsoft.com/office/drawing/2014/main" id="{776C566A-8905-9AA3-B29A-3A782EF60BBE}"/>
                </a:ext>
              </a:extLst>
            </p:cNvPr>
            <p:cNvSpPr txBox="1"/>
            <p:nvPr/>
          </p:nvSpPr>
          <p:spPr>
            <a:xfrm>
              <a:off x="7744844" y="5567695"/>
              <a:ext cx="507207" cy="400110"/>
            </a:xfrm>
            <a:prstGeom prst="rect">
              <a:avLst/>
            </a:prstGeom>
            <a:noFill/>
          </p:spPr>
          <p:txBody>
            <a:bodyPr wrap="square" rtlCol="0">
              <a:spAutoFit/>
            </a:bodyPr>
            <a:lstStyle/>
            <a:p>
              <a:pPr algn="ctr"/>
              <a:r>
                <a:rPr kumimoji="1" lang="en-US" altLang="ja-JP" sz="2000" dirty="0"/>
                <a:t>1</a:t>
              </a:r>
              <a:endParaRPr kumimoji="1" lang="ja-JP" altLang="en-US" sz="2000" dirty="0"/>
            </a:p>
          </p:txBody>
        </p:sp>
        <p:sp>
          <p:nvSpPr>
            <p:cNvPr id="53" name="テキスト ボックス 52">
              <a:extLst>
                <a:ext uri="{FF2B5EF4-FFF2-40B4-BE49-F238E27FC236}">
                  <a16:creationId xmlns:a16="http://schemas.microsoft.com/office/drawing/2014/main" id="{EAA7CBA8-4251-5F88-D574-6DE601D24081}"/>
                </a:ext>
              </a:extLst>
            </p:cNvPr>
            <p:cNvSpPr txBox="1"/>
            <p:nvPr/>
          </p:nvSpPr>
          <p:spPr>
            <a:xfrm>
              <a:off x="8285076" y="5567695"/>
              <a:ext cx="507207" cy="400110"/>
            </a:xfrm>
            <a:prstGeom prst="rect">
              <a:avLst/>
            </a:prstGeom>
            <a:noFill/>
          </p:spPr>
          <p:txBody>
            <a:bodyPr wrap="square" rtlCol="0">
              <a:spAutoFit/>
            </a:bodyPr>
            <a:lstStyle/>
            <a:p>
              <a:pPr algn="ctr"/>
              <a:r>
                <a:rPr kumimoji="1" lang="en-US" altLang="ja-JP" sz="2000" dirty="0"/>
                <a:t>0</a:t>
              </a:r>
              <a:endParaRPr kumimoji="1" lang="ja-JP" altLang="en-US" sz="2000" dirty="0"/>
            </a:p>
          </p:txBody>
        </p:sp>
        <p:sp>
          <p:nvSpPr>
            <p:cNvPr id="59" name="正方形/長方形 58">
              <a:extLst>
                <a:ext uri="{FF2B5EF4-FFF2-40B4-BE49-F238E27FC236}">
                  <a16:creationId xmlns:a16="http://schemas.microsoft.com/office/drawing/2014/main" id="{3DEDD703-0C84-444B-FD94-11F534271BC9}"/>
                </a:ext>
              </a:extLst>
            </p:cNvPr>
            <p:cNvSpPr/>
            <p:nvPr/>
          </p:nvSpPr>
          <p:spPr>
            <a:xfrm>
              <a:off x="4561981" y="5169820"/>
              <a:ext cx="766997"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LR2</a:t>
              </a:r>
              <a:endParaRPr kumimoji="1" lang="ja-JP" altLang="en-US" sz="2000" dirty="0">
                <a:solidFill>
                  <a:schemeClr val="tx1"/>
                </a:solidFill>
              </a:endParaRPr>
            </a:p>
          </p:txBody>
        </p:sp>
        <p:sp>
          <p:nvSpPr>
            <p:cNvPr id="60" name="正方形/長方形 59">
              <a:extLst>
                <a:ext uri="{FF2B5EF4-FFF2-40B4-BE49-F238E27FC236}">
                  <a16:creationId xmlns:a16="http://schemas.microsoft.com/office/drawing/2014/main" id="{368DB1C9-683B-0C3B-2A7B-496EC7E56257}"/>
                </a:ext>
              </a:extLst>
            </p:cNvPr>
            <p:cNvSpPr/>
            <p:nvPr/>
          </p:nvSpPr>
          <p:spPr>
            <a:xfrm>
              <a:off x="5326630" y="5168528"/>
              <a:ext cx="71779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BR</a:t>
              </a:r>
              <a:endParaRPr kumimoji="1" lang="ja-JP" altLang="en-US" sz="2000" dirty="0">
                <a:solidFill>
                  <a:schemeClr val="tx1"/>
                </a:solidFill>
              </a:endParaRPr>
            </a:p>
          </p:txBody>
        </p:sp>
        <p:sp>
          <p:nvSpPr>
            <p:cNvPr id="61" name="正方形/長方形 60">
              <a:extLst>
                <a:ext uri="{FF2B5EF4-FFF2-40B4-BE49-F238E27FC236}">
                  <a16:creationId xmlns:a16="http://schemas.microsoft.com/office/drawing/2014/main" id="{240C6D5E-7D61-41F0-7998-28DA2CF99484}"/>
                </a:ext>
              </a:extLst>
            </p:cNvPr>
            <p:cNvSpPr/>
            <p:nvPr/>
          </p:nvSpPr>
          <p:spPr>
            <a:xfrm>
              <a:off x="6878774" y="5167973"/>
              <a:ext cx="86045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OPC</a:t>
              </a:r>
              <a:endParaRPr kumimoji="1" lang="ja-JP" altLang="en-US" sz="2000" dirty="0">
                <a:solidFill>
                  <a:schemeClr val="tx1"/>
                </a:solidFill>
              </a:endParaRPr>
            </a:p>
          </p:txBody>
        </p:sp>
        <p:sp>
          <p:nvSpPr>
            <p:cNvPr id="62" name="テキスト ボックス 61">
              <a:extLst>
                <a:ext uri="{FF2B5EF4-FFF2-40B4-BE49-F238E27FC236}">
                  <a16:creationId xmlns:a16="http://schemas.microsoft.com/office/drawing/2014/main" id="{CC011591-5E9F-1AB0-5F0A-237DF82C6A6F}"/>
                </a:ext>
              </a:extLst>
            </p:cNvPr>
            <p:cNvSpPr txBox="1"/>
            <p:nvPr/>
          </p:nvSpPr>
          <p:spPr>
            <a:xfrm>
              <a:off x="4954799" y="5577467"/>
              <a:ext cx="507207" cy="400110"/>
            </a:xfrm>
            <a:prstGeom prst="rect">
              <a:avLst/>
            </a:prstGeom>
            <a:noFill/>
          </p:spPr>
          <p:txBody>
            <a:bodyPr wrap="square" rtlCol="0">
              <a:spAutoFit/>
            </a:bodyPr>
            <a:lstStyle/>
            <a:p>
              <a:pPr algn="ctr"/>
              <a:r>
                <a:rPr lang="en-US" altLang="ja-JP" sz="2000" dirty="0"/>
                <a:t>10</a:t>
              </a:r>
              <a:endParaRPr kumimoji="1" lang="ja-JP" altLang="en-US" sz="2000" dirty="0"/>
            </a:p>
          </p:txBody>
        </p:sp>
        <p:sp>
          <p:nvSpPr>
            <p:cNvPr id="63" name="テキスト ボックス 62">
              <a:extLst>
                <a:ext uri="{FF2B5EF4-FFF2-40B4-BE49-F238E27FC236}">
                  <a16:creationId xmlns:a16="http://schemas.microsoft.com/office/drawing/2014/main" id="{051AFB89-2699-5F75-AC9A-974D5BF03986}"/>
                </a:ext>
              </a:extLst>
            </p:cNvPr>
            <p:cNvSpPr txBox="1"/>
            <p:nvPr/>
          </p:nvSpPr>
          <p:spPr>
            <a:xfrm>
              <a:off x="4490595" y="5577690"/>
              <a:ext cx="507207" cy="400110"/>
            </a:xfrm>
            <a:prstGeom prst="rect">
              <a:avLst/>
            </a:prstGeom>
            <a:noFill/>
          </p:spPr>
          <p:txBody>
            <a:bodyPr wrap="square" rtlCol="0">
              <a:spAutoFit/>
            </a:bodyPr>
            <a:lstStyle/>
            <a:p>
              <a:pPr algn="ctr"/>
              <a:r>
                <a:rPr lang="en-US" altLang="ja-JP" sz="2000" dirty="0"/>
                <a:t>11</a:t>
              </a:r>
              <a:endParaRPr kumimoji="1" lang="ja-JP" altLang="en-US" sz="2000" dirty="0"/>
            </a:p>
          </p:txBody>
        </p:sp>
        <p:sp>
          <p:nvSpPr>
            <p:cNvPr id="64" name="テキスト ボックス 63">
              <a:extLst>
                <a:ext uri="{FF2B5EF4-FFF2-40B4-BE49-F238E27FC236}">
                  <a16:creationId xmlns:a16="http://schemas.microsoft.com/office/drawing/2014/main" id="{41665099-4D5A-1844-E5B9-384667869A11}"/>
                </a:ext>
              </a:extLst>
            </p:cNvPr>
            <p:cNvSpPr txBox="1"/>
            <p:nvPr/>
          </p:nvSpPr>
          <p:spPr>
            <a:xfrm>
              <a:off x="5436477" y="5554470"/>
              <a:ext cx="507207" cy="400110"/>
            </a:xfrm>
            <a:prstGeom prst="rect">
              <a:avLst/>
            </a:prstGeom>
            <a:noFill/>
          </p:spPr>
          <p:txBody>
            <a:bodyPr wrap="square" rtlCol="0">
              <a:spAutoFit/>
            </a:bodyPr>
            <a:lstStyle/>
            <a:p>
              <a:pPr algn="ctr"/>
              <a:r>
                <a:rPr kumimoji="1" lang="en-US" altLang="ja-JP" sz="2000" dirty="0"/>
                <a:t>9</a:t>
              </a:r>
              <a:endParaRPr kumimoji="1" lang="ja-JP" altLang="en-US" sz="2000" dirty="0"/>
            </a:p>
          </p:txBody>
        </p:sp>
        <p:sp>
          <p:nvSpPr>
            <p:cNvPr id="65" name="テキスト ボックス 64">
              <a:extLst>
                <a:ext uri="{FF2B5EF4-FFF2-40B4-BE49-F238E27FC236}">
                  <a16:creationId xmlns:a16="http://schemas.microsoft.com/office/drawing/2014/main" id="{E9C04887-A4D7-08A6-721D-0EF61EAFCAD5}"/>
                </a:ext>
              </a:extLst>
            </p:cNvPr>
            <p:cNvSpPr txBox="1"/>
            <p:nvPr/>
          </p:nvSpPr>
          <p:spPr>
            <a:xfrm>
              <a:off x="6773433" y="5567240"/>
              <a:ext cx="507207" cy="400110"/>
            </a:xfrm>
            <a:prstGeom prst="rect">
              <a:avLst/>
            </a:prstGeom>
            <a:noFill/>
          </p:spPr>
          <p:txBody>
            <a:bodyPr wrap="square" rtlCol="0">
              <a:spAutoFit/>
            </a:bodyPr>
            <a:lstStyle/>
            <a:p>
              <a:pPr algn="ctr"/>
              <a:r>
                <a:rPr kumimoji="1" lang="en-US" altLang="ja-JP" sz="2000" dirty="0"/>
                <a:t>7</a:t>
              </a:r>
              <a:endParaRPr kumimoji="1" lang="ja-JP" altLang="en-US" sz="2000" dirty="0"/>
            </a:p>
          </p:txBody>
        </p:sp>
        <p:sp>
          <p:nvSpPr>
            <p:cNvPr id="66" name="正方形/長方形 65">
              <a:extLst>
                <a:ext uri="{FF2B5EF4-FFF2-40B4-BE49-F238E27FC236}">
                  <a16:creationId xmlns:a16="http://schemas.microsoft.com/office/drawing/2014/main" id="{13737376-97C9-12FB-A7A0-E89E7EF9D392}"/>
                </a:ext>
              </a:extLst>
            </p:cNvPr>
            <p:cNvSpPr/>
            <p:nvPr/>
          </p:nvSpPr>
          <p:spPr>
            <a:xfrm>
              <a:off x="6046698" y="5168528"/>
              <a:ext cx="83303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CPY</a:t>
              </a:r>
              <a:endParaRPr kumimoji="1" lang="ja-JP" altLang="en-US" sz="2000" dirty="0">
                <a:solidFill>
                  <a:schemeClr val="tx1"/>
                </a:solidFill>
              </a:endParaRPr>
            </a:p>
          </p:txBody>
        </p:sp>
        <p:sp>
          <p:nvSpPr>
            <p:cNvPr id="67" name="テキスト ボックス 66">
              <a:extLst>
                <a:ext uri="{FF2B5EF4-FFF2-40B4-BE49-F238E27FC236}">
                  <a16:creationId xmlns:a16="http://schemas.microsoft.com/office/drawing/2014/main" id="{C141D75E-B6E1-C8F2-495D-CF0ED9C8050B}"/>
                </a:ext>
              </a:extLst>
            </p:cNvPr>
            <p:cNvSpPr txBox="1"/>
            <p:nvPr/>
          </p:nvSpPr>
          <p:spPr>
            <a:xfrm>
              <a:off x="6183988" y="5540463"/>
              <a:ext cx="507207" cy="400110"/>
            </a:xfrm>
            <a:prstGeom prst="rect">
              <a:avLst/>
            </a:prstGeom>
            <a:noFill/>
          </p:spPr>
          <p:txBody>
            <a:bodyPr wrap="square" rtlCol="0">
              <a:spAutoFit/>
            </a:bodyPr>
            <a:lstStyle/>
            <a:p>
              <a:pPr algn="ctr"/>
              <a:r>
                <a:rPr kumimoji="1" lang="en-US" altLang="ja-JP" sz="2000" dirty="0"/>
                <a:t>8</a:t>
              </a:r>
              <a:endParaRPr kumimoji="1" lang="ja-JP" altLang="en-US" sz="2000" dirty="0"/>
            </a:p>
          </p:txBody>
        </p:sp>
        <p:sp>
          <p:nvSpPr>
            <p:cNvPr id="68" name="テキスト ボックス 67">
              <a:extLst>
                <a:ext uri="{FF2B5EF4-FFF2-40B4-BE49-F238E27FC236}">
                  <a16:creationId xmlns:a16="http://schemas.microsoft.com/office/drawing/2014/main" id="{D79378F8-BE6F-F08C-5333-CAB3EAA531E8}"/>
                </a:ext>
              </a:extLst>
            </p:cNvPr>
            <p:cNvSpPr txBox="1"/>
            <p:nvPr/>
          </p:nvSpPr>
          <p:spPr>
            <a:xfrm>
              <a:off x="7363193" y="5575065"/>
              <a:ext cx="507207" cy="400110"/>
            </a:xfrm>
            <a:prstGeom prst="rect">
              <a:avLst/>
            </a:prstGeom>
            <a:noFill/>
          </p:spPr>
          <p:txBody>
            <a:bodyPr wrap="square" rtlCol="0">
              <a:spAutoFit/>
            </a:bodyPr>
            <a:lstStyle/>
            <a:p>
              <a:pPr algn="ctr"/>
              <a:r>
                <a:rPr kumimoji="1" lang="en-US" altLang="ja-JP" sz="2000" dirty="0"/>
                <a:t>2</a:t>
              </a:r>
              <a:endParaRPr kumimoji="1" lang="ja-JP" altLang="en-US" sz="2000" dirty="0"/>
            </a:p>
          </p:txBody>
        </p:sp>
      </p:grpSp>
      <p:sp>
        <p:nvSpPr>
          <p:cNvPr id="72" name="テキスト ボックス 71">
            <a:extLst>
              <a:ext uri="{FF2B5EF4-FFF2-40B4-BE49-F238E27FC236}">
                <a16:creationId xmlns:a16="http://schemas.microsoft.com/office/drawing/2014/main" id="{FDB20C16-1ACB-F693-52E4-E404279F5E28}"/>
              </a:ext>
            </a:extLst>
          </p:cNvPr>
          <p:cNvSpPr txBox="1"/>
          <p:nvPr/>
        </p:nvSpPr>
        <p:spPr>
          <a:xfrm>
            <a:off x="851230" y="4453016"/>
            <a:ext cx="3597929" cy="400110"/>
          </a:xfrm>
          <a:prstGeom prst="rect">
            <a:avLst/>
          </a:prstGeom>
          <a:noFill/>
        </p:spPr>
        <p:txBody>
          <a:bodyPr wrap="square" rtlCol="0">
            <a:spAutoFit/>
          </a:bodyPr>
          <a:lstStyle/>
          <a:p>
            <a:r>
              <a:rPr lang="en-US" altLang="ja-JP" sz="2000" dirty="0"/>
              <a:t>PACKET_OUT</a:t>
            </a:r>
            <a:r>
              <a:rPr kumimoji="1" lang="en-US" altLang="ja-JP" sz="2000" dirty="0"/>
              <a:t>1,2</a:t>
            </a:r>
            <a:endParaRPr kumimoji="1" lang="ja-JP" altLang="en-US" sz="2000" dirty="0"/>
          </a:p>
        </p:txBody>
      </p:sp>
      <p:grpSp>
        <p:nvGrpSpPr>
          <p:cNvPr id="73" name="グループ化 72">
            <a:extLst>
              <a:ext uri="{FF2B5EF4-FFF2-40B4-BE49-F238E27FC236}">
                <a16:creationId xmlns:a16="http://schemas.microsoft.com/office/drawing/2014/main" id="{0F8D7198-F1C4-8555-603D-5E8B7A2F36CE}"/>
              </a:ext>
            </a:extLst>
          </p:cNvPr>
          <p:cNvGrpSpPr/>
          <p:nvPr/>
        </p:nvGrpSpPr>
        <p:grpSpPr>
          <a:xfrm>
            <a:off x="844715" y="4806602"/>
            <a:ext cx="3444926" cy="825499"/>
            <a:chOff x="867974" y="5165035"/>
            <a:chExt cx="3444926" cy="825499"/>
          </a:xfrm>
        </p:grpSpPr>
        <p:grpSp>
          <p:nvGrpSpPr>
            <p:cNvPr id="74" name="グループ化 73">
              <a:extLst>
                <a:ext uri="{FF2B5EF4-FFF2-40B4-BE49-F238E27FC236}">
                  <a16:creationId xmlns:a16="http://schemas.microsoft.com/office/drawing/2014/main" id="{BBA2E81C-1A07-7FCB-DF16-08EF9C5434BB}"/>
                </a:ext>
              </a:extLst>
            </p:cNvPr>
            <p:cNvGrpSpPr/>
            <p:nvPr/>
          </p:nvGrpSpPr>
          <p:grpSpPr>
            <a:xfrm>
              <a:off x="1121578" y="5165035"/>
              <a:ext cx="2470002" cy="393570"/>
              <a:chOff x="928636" y="2804318"/>
              <a:chExt cx="2470002" cy="393570"/>
            </a:xfrm>
          </p:grpSpPr>
          <p:sp>
            <p:nvSpPr>
              <p:cNvPr id="95" name="正方形/長方形 94">
                <a:extLst>
                  <a:ext uri="{FF2B5EF4-FFF2-40B4-BE49-F238E27FC236}">
                    <a16:creationId xmlns:a16="http://schemas.microsoft.com/office/drawing/2014/main" id="{FB5802AA-B037-5F88-F356-D972DF55CE85}"/>
                  </a:ext>
                </a:extLst>
              </p:cNvPr>
              <p:cNvSpPr/>
              <p:nvPr/>
            </p:nvSpPr>
            <p:spPr>
              <a:xfrm>
                <a:off x="928636" y="2807257"/>
                <a:ext cx="84478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color</a:t>
                </a:r>
                <a:endParaRPr kumimoji="1" lang="ja-JP" altLang="en-US" sz="2000" dirty="0">
                  <a:solidFill>
                    <a:schemeClr val="tx1"/>
                  </a:solidFill>
                </a:endParaRPr>
              </a:p>
            </p:txBody>
          </p:sp>
          <p:sp>
            <p:nvSpPr>
              <p:cNvPr id="96" name="正方形/長方形 95">
                <a:extLst>
                  <a:ext uri="{FF2B5EF4-FFF2-40B4-BE49-F238E27FC236}">
                    <a16:creationId xmlns:a16="http://schemas.microsoft.com/office/drawing/2014/main" id="{50E65E20-8E20-9CC6-474A-A8A83FB60978}"/>
                  </a:ext>
                </a:extLst>
              </p:cNvPr>
              <p:cNvSpPr/>
              <p:nvPr/>
            </p:nvSpPr>
            <p:spPr>
              <a:xfrm>
                <a:off x="1765306" y="2804318"/>
                <a:ext cx="71779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gen</a:t>
                </a:r>
                <a:endParaRPr kumimoji="1" lang="ja-JP" altLang="en-US" sz="2000" dirty="0">
                  <a:solidFill>
                    <a:schemeClr val="tx1"/>
                  </a:solidFill>
                </a:endParaRPr>
              </a:p>
            </p:txBody>
          </p:sp>
          <p:sp>
            <p:nvSpPr>
              <p:cNvPr id="97" name="正方形/長方形 96">
                <a:extLst>
                  <a:ext uri="{FF2B5EF4-FFF2-40B4-BE49-F238E27FC236}">
                    <a16:creationId xmlns:a16="http://schemas.microsoft.com/office/drawing/2014/main" id="{E4C6FB56-E5AE-620A-1858-DF8C52466DE2}"/>
                  </a:ext>
                </a:extLst>
              </p:cNvPr>
              <p:cNvSpPr/>
              <p:nvPr/>
            </p:nvSpPr>
            <p:spPr>
              <a:xfrm>
                <a:off x="2487528" y="2805250"/>
                <a:ext cx="91111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
                </a:r>
                <a:r>
                  <a:rPr lang="en-US" altLang="ja-JP" sz="2000" dirty="0">
                    <a:solidFill>
                      <a:schemeClr val="tx1"/>
                    </a:solidFill>
                  </a:rPr>
                  <a:t>EST</a:t>
                </a:r>
                <a:endParaRPr kumimoji="1" lang="ja-JP" altLang="en-US" sz="2000" dirty="0">
                  <a:solidFill>
                    <a:schemeClr val="tx1"/>
                  </a:solidFill>
                </a:endParaRPr>
              </a:p>
            </p:txBody>
          </p:sp>
        </p:grpSp>
        <p:sp>
          <p:nvSpPr>
            <p:cNvPr id="75" name="テキスト ボックス 74">
              <a:extLst>
                <a:ext uri="{FF2B5EF4-FFF2-40B4-BE49-F238E27FC236}">
                  <a16:creationId xmlns:a16="http://schemas.microsoft.com/office/drawing/2014/main" id="{A1D9F5AB-4B4F-9839-EF3C-AC3A99F278CC}"/>
                </a:ext>
              </a:extLst>
            </p:cNvPr>
            <p:cNvSpPr txBox="1"/>
            <p:nvPr/>
          </p:nvSpPr>
          <p:spPr>
            <a:xfrm>
              <a:off x="867974" y="5590424"/>
              <a:ext cx="507207" cy="400110"/>
            </a:xfrm>
            <a:prstGeom prst="rect">
              <a:avLst/>
            </a:prstGeom>
            <a:noFill/>
          </p:spPr>
          <p:txBody>
            <a:bodyPr wrap="square" rtlCol="0">
              <a:spAutoFit/>
            </a:bodyPr>
            <a:lstStyle/>
            <a:p>
              <a:pPr algn="ctr"/>
              <a:r>
                <a:rPr kumimoji="1" lang="en-US" altLang="ja-JP" sz="2000" dirty="0"/>
                <a:t>29</a:t>
              </a:r>
              <a:endParaRPr kumimoji="1" lang="ja-JP" altLang="en-US" sz="2000" dirty="0"/>
            </a:p>
          </p:txBody>
        </p:sp>
        <p:sp>
          <p:nvSpPr>
            <p:cNvPr id="76" name="テキスト ボックス 75">
              <a:extLst>
                <a:ext uri="{FF2B5EF4-FFF2-40B4-BE49-F238E27FC236}">
                  <a16:creationId xmlns:a16="http://schemas.microsoft.com/office/drawing/2014/main" id="{93CEC2C9-33FF-BA45-B1E9-9632D74839F7}"/>
                </a:ext>
              </a:extLst>
            </p:cNvPr>
            <p:cNvSpPr txBox="1"/>
            <p:nvPr/>
          </p:nvSpPr>
          <p:spPr>
            <a:xfrm>
              <a:off x="1861560" y="5590423"/>
              <a:ext cx="507207" cy="400110"/>
            </a:xfrm>
            <a:prstGeom prst="rect">
              <a:avLst/>
            </a:prstGeom>
            <a:noFill/>
          </p:spPr>
          <p:txBody>
            <a:bodyPr wrap="square" rtlCol="0">
              <a:spAutoFit/>
            </a:bodyPr>
            <a:lstStyle/>
            <a:p>
              <a:pPr algn="ctr"/>
              <a:r>
                <a:rPr lang="en-US" altLang="ja-JP" sz="2000" dirty="0"/>
                <a:t>27</a:t>
              </a:r>
              <a:endParaRPr kumimoji="1" lang="ja-JP" altLang="en-US" sz="2000" dirty="0"/>
            </a:p>
          </p:txBody>
        </p:sp>
        <p:sp>
          <p:nvSpPr>
            <p:cNvPr id="77" name="テキスト ボックス 76">
              <a:extLst>
                <a:ext uri="{FF2B5EF4-FFF2-40B4-BE49-F238E27FC236}">
                  <a16:creationId xmlns:a16="http://schemas.microsoft.com/office/drawing/2014/main" id="{595B2713-3122-CD2B-E027-6149598004AB}"/>
                </a:ext>
              </a:extLst>
            </p:cNvPr>
            <p:cNvSpPr txBox="1"/>
            <p:nvPr/>
          </p:nvSpPr>
          <p:spPr>
            <a:xfrm>
              <a:off x="3002554" y="5576613"/>
              <a:ext cx="507207" cy="400110"/>
            </a:xfrm>
            <a:prstGeom prst="rect">
              <a:avLst/>
            </a:prstGeom>
            <a:noFill/>
          </p:spPr>
          <p:txBody>
            <a:bodyPr wrap="square" rtlCol="0">
              <a:spAutoFit/>
            </a:bodyPr>
            <a:lstStyle/>
            <a:p>
              <a:pPr algn="ctr"/>
              <a:r>
                <a:rPr kumimoji="1" lang="en-US" altLang="ja-JP" sz="2000" dirty="0"/>
                <a:t>19</a:t>
              </a:r>
              <a:endParaRPr kumimoji="1" lang="ja-JP" altLang="en-US" sz="2000" dirty="0"/>
            </a:p>
          </p:txBody>
        </p:sp>
        <p:sp>
          <p:nvSpPr>
            <p:cNvPr id="78" name="テキスト ボックス 77">
              <a:extLst>
                <a:ext uri="{FF2B5EF4-FFF2-40B4-BE49-F238E27FC236}">
                  <a16:creationId xmlns:a16="http://schemas.microsoft.com/office/drawing/2014/main" id="{31D80DC1-7D3A-74E7-EA76-16B0F928BA42}"/>
                </a:ext>
              </a:extLst>
            </p:cNvPr>
            <p:cNvSpPr txBox="1"/>
            <p:nvPr/>
          </p:nvSpPr>
          <p:spPr>
            <a:xfrm>
              <a:off x="3805693" y="5568654"/>
              <a:ext cx="507207" cy="400110"/>
            </a:xfrm>
            <a:prstGeom prst="rect">
              <a:avLst/>
            </a:prstGeom>
            <a:noFill/>
          </p:spPr>
          <p:txBody>
            <a:bodyPr wrap="square" rtlCol="0">
              <a:spAutoFit/>
            </a:bodyPr>
            <a:lstStyle/>
            <a:p>
              <a:pPr algn="ctr"/>
              <a:r>
                <a:rPr kumimoji="1" lang="en-US" altLang="ja-JP" sz="2000" dirty="0"/>
                <a:t>12</a:t>
              </a:r>
              <a:endParaRPr kumimoji="1" lang="ja-JP" altLang="en-US" sz="2000" dirty="0"/>
            </a:p>
          </p:txBody>
        </p:sp>
        <p:sp>
          <p:nvSpPr>
            <p:cNvPr id="79" name="テキスト ボックス 78">
              <a:extLst>
                <a:ext uri="{FF2B5EF4-FFF2-40B4-BE49-F238E27FC236}">
                  <a16:creationId xmlns:a16="http://schemas.microsoft.com/office/drawing/2014/main" id="{F0ED6454-8330-48BA-CFFD-84243A7C49D1}"/>
                </a:ext>
              </a:extLst>
            </p:cNvPr>
            <p:cNvSpPr txBox="1"/>
            <p:nvPr/>
          </p:nvSpPr>
          <p:spPr>
            <a:xfrm>
              <a:off x="3343335" y="5575065"/>
              <a:ext cx="507207" cy="400110"/>
            </a:xfrm>
            <a:prstGeom prst="rect">
              <a:avLst/>
            </a:prstGeom>
            <a:noFill/>
          </p:spPr>
          <p:txBody>
            <a:bodyPr wrap="square" rtlCol="0">
              <a:spAutoFit/>
            </a:bodyPr>
            <a:lstStyle/>
            <a:p>
              <a:pPr algn="ctr"/>
              <a:r>
                <a:rPr kumimoji="1" lang="en-US" altLang="ja-JP" sz="2000" dirty="0"/>
                <a:t>18</a:t>
              </a:r>
              <a:endParaRPr kumimoji="1" lang="ja-JP" altLang="en-US" sz="2000" dirty="0"/>
            </a:p>
          </p:txBody>
        </p:sp>
        <p:sp>
          <p:nvSpPr>
            <p:cNvPr id="80" name="テキスト ボックス 79">
              <a:extLst>
                <a:ext uri="{FF2B5EF4-FFF2-40B4-BE49-F238E27FC236}">
                  <a16:creationId xmlns:a16="http://schemas.microsoft.com/office/drawing/2014/main" id="{83CCDF14-4D14-AC74-39E4-3CDA46F08D07}"/>
                </a:ext>
              </a:extLst>
            </p:cNvPr>
            <p:cNvSpPr txBox="1"/>
            <p:nvPr/>
          </p:nvSpPr>
          <p:spPr>
            <a:xfrm>
              <a:off x="2190221" y="5590423"/>
              <a:ext cx="507207" cy="400110"/>
            </a:xfrm>
            <a:prstGeom prst="rect">
              <a:avLst/>
            </a:prstGeom>
            <a:noFill/>
          </p:spPr>
          <p:txBody>
            <a:bodyPr wrap="square" rtlCol="0">
              <a:spAutoFit/>
            </a:bodyPr>
            <a:lstStyle/>
            <a:p>
              <a:pPr algn="ctr"/>
              <a:r>
                <a:rPr kumimoji="1" lang="en-US" altLang="ja-JP" sz="2000" dirty="0"/>
                <a:t>26</a:t>
              </a:r>
              <a:endParaRPr kumimoji="1" lang="ja-JP" altLang="en-US" sz="2000" dirty="0"/>
            </a:p>
          </p:txBody>
        </p:sp>
      </p:grpSp>
      <p:sp>
        <p:nvSpPr>
          <p:cNvPr id="98" name="正方形/長方形 97">
            <a:extLst>
              <a:ext uri="{FF2B5EF4-FFF2-40B4-BE49-F238E27FC236}">
                <a16:creationId xmlns:a16="http://schemas.microsoft.com/office/drawing/2014/main" id="{8714ABC8-D96C-F1C6-1C8F-A43539120568}"/>
              </a:ext>
            </a:extLst>
          </p:cNvPr>
          <p:cNvSpPr/>
          <p:nvPr/>
        </p:nvSpPr>
        <p:spPr>
          <a:xfrm>
            <a:off x="3563197" y="4806438"/>
            <a:ext cx="100092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LR2_2</a:t>
            </a:r>
            <a:endParaRPr kumimoji="1" lang="ja-JP" altLang="en-US" sz="2000" dirty="0">
              <a:solidFill>
                <a:schemeClr val="tx1"/>
              </a:solidFill>
            </a:endParaRPr>
          </a:p>
        </p:txBody>
      </p:sp>
      <p:sp>
        <p:nvSpPr>
          <p:cNvPr id="99" name="正方形/長方形 98">
            <a:extLst>
              <a:ext uri="{FF2B5EF4-FFF2-40B4-BE49-F238E27FC236}">
                <a16:creationId xmlns:a16="http://schemas.microsoft.com/office/drawing/2014/main" id="{56037E23-088B-4B21-17CB-70737792C71E}"/>
              </a:ext>
            </a:extLst>
          </p:cNvPr>
          <p:cNvSpPr/>
          <p:nvPr/>
        </p:nvSpPr>
        <p:spPr>
          <a:xfrm>
            <a:off x="4548177" y="4806602"/>
            <a:ext cx="95760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LR2_1</a:t>
            </a:r>
            <a:endParaRPr kumimoji="1" lang="ja-JP" altLang="en-US" sz="2000" dirty="0">
              <a:solidFill>
                <a:schemeClr val="tx1"/>
              </a:solidFill>
            </a:endParaRPr>
          </a:p>
        </p:txBody>
      </p:sp>
      <p:sp>
        <p:nvSpPr>
          <p:cNvPr id="100" name="正方形/長方形 99">
            <a:extLst>
              <a:ext uri="{FF2B5EF4-FFF2-40B4-BE49-F238E27FC236}">
                <a16:creationId xmlns:a16="http://schemas.microsoft.com/office/drawing/2014/main" id="{9A71121C-CA4B-CA4E-58D7-926F23995F2D}"/>
              </a:ext>
            </a:extLst>
          </p:cNvPr>
          <p:cNvSpPr/>
          <p:nvPr/>
        </p:nvSpPr>
        <p:spPr>
          <a:xfrm>
            <a:off x="5496904" y="4814072"/>
            <a:ext cx="71779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BR2</a:t>
            </a:r>
            <a:endParaRPr kumimoji="1" lang="ja-JP" altLang="en-US" sz="2000" dirty="0">
              <a:solidFill>
                <a:schemeClr val="tx1"/>
              </a:solidFill>
            </a:endParaRPr>
          </a:p>
        </p:txBody>
      </p:sp>
      <p:sp>
        <p:nvSpPr>
          <p:cNvPr id="101" name="正方形/長方形 100">
            <a:extLst>
              <a:ext uri="{FF2B5EF4-FFF2-40B4-BE49-F238E27FC236}">
                <a16:creationId xmlns:a16="http://schemas.microsoft.com/office/drawing/2014/main" id="{6A560010-586E-CDC1-AA26-862E34F5A0AD}"/>
              </a:ext>
            </a:extLst>
          </p:cNvPr>
          <p:cNvSpPr/>
          <p:nvPr/>
        </p:nvSpPr>
        <p:spPr>
          <a:xfrm>
            <a:off x="7736881" y="4812850"/>
            <a:ext cx="83303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CPY1</a:t>
            </a:r>
            <a:endParaRPr kumimoji="1" lang="ja-JP" altLang="en-US" sz="2000" dirty="0">
              <a:solidFill>
                <a:schemeClr val="tx1"/>
              </a:solidFill>
            </a:endParaRPr>
          </a:p>
        </p:txBody>
      </p:sp>
      <p:sp>
        <p:nvSpPr>
          <p:cNvPr id="102" name="テキスト ボックス 101">
            <a:extLst>
              <a:ext uri="{FF2B5EF4-FFF2-40B4-BE49-F238E27FC236}">
                <a16:creationId xmlns:a16="http://schemas.microsoft.com/office/drawing/2014/main" id="{F70C908D-B362-ECC4-B558-7D865BA6A3F5}"/>
              </a:ext>
            </a:extLst>
          </p:cNvPr>
          <p:cNvSpPr txBox="1"/>
          <p:nvPr/>
        </p:nvSpPr>
        <p:spPr>
          <a:xfrm>
            <a:off x="5282043" y="5214324"/>
            <a:ext cx="507207" cy="400110"/>
          </a:xfrm>
          <a:prstGeom prst="rect">
            <a:avLst/>
          </a:prstGeom>
          <a:noFill/>
        </p:spPr>
        <p:txBody>
          <a:bodyPr wrap="square" rtlCol="0">
            <a:spAutoFit/>
          </a:bodyPr>
          <a:lstStyle/>
          <a:p>
            <a:pPr algn="ctr"/>
            <a:r>
              <a:rPr kumimoji="1" lang="en-US" altLang="ja-JP" sz="2000" dirty="0"/>
              <a:t>19</a:t>
            </a:r>
            <a:endParaRPr kumimoji="1" lang="ja-JP" altLang="en-US" sz="2000" dirty="0"/>
          </a:p>
        </p:txBody>
      </p:sp>
      <p:sp>
        <p:nvSpPr>
          <p:cNvPr id="103" name="テキスト ボックス 102">
            <a:extLst>
              <a:ext uri="{FF2B5EF4-FFF2-40B4-BE49-F238E27FC236}">
                <a16:creationId xmlns:a16="http://schemas.microsoft.com/office/drawing/2014/main" id="{6267C79A-2077-AA3F-F44E-FA371D15E73B}"/>
              </a:ext>
            </a:extLst>
          </p:cNvPr>
          <p:cNvSpPr txBox="1"/>
          <p:nvPr/>
        </p:nvSpPr>
        <p:spPr>
          <a:xfrm>
            <a:off x="6470812" y="5212776"/>
            <a:ext cx="507207" cy="400110"/>
          </a:xfrm>
          <a:prstGeom prst="rect">
            <a:avLst/>
          </a:prstGeom>
          <a:noFill/>
        </p:spPr>
        <p:txBody>
          <a:bodyPr wrap="square" rtlCol="0">
            <a:spAutoFit/>
          </a:bodyPr>
          <a:lstStyle/>
          <a:p>
            <a:pPr algn="ctr"/>
            <a:r>
              <a:rPr lang="en-US" altLang="ja-JP" sz="2000" dirty="0"/>
              <a:t>16</a:t>
            </a:r>
            <a:endParaRPr kumimoji="1" lang="ja-JP" altLang="en-US" sz="2000" dirty="0"/>
          </a:p>
        </p:txBody>
      </p:sp>
      <p:sp>
        <p:nvSpPr>
          <p:cNvPr id="104" name="テキスト ボックス 103">
            <a:extLst>
              <a:ext uri="{FF2B5EF4-FFF2-40B4-BE49-F238E27FC236}">
                <a16:creationId xmlns:a16="http://schemas.microsoft.com/office/drawing/2014/main" id="{7A651050-1742-62D3-4260-38A8FA6EBE18}"/>
              </a:ext>
            </a:extLst>
          </p:cNvPr>
          <p:cNvSpPr txBox="1"/>
          <p:nvPr/>
        </p:nvSpPr>
        <p:spPr>
          <a:xfrm>
            <a:off x="5623661" y="5223945"/>
            <a:ext cx="507207" cy="400110"/>
          </a:xfrm>
          <a:prstGeom prst="rect">
            <a:avLst/>
          </a:prstGeom>
          <a:noFill/>
        </p:spPr>
        <p:txBody>
          <a:bodyPr wrap="square" rtlCol="0">
            <a:spAutoFit/>
          </a:bodyPr>
          <a:lstStyle/>
          <a:p>
            <a:pPr algn="ctr"/>
            <a:r>
              <a:rPr lang="en-US" altLang="ja-JP" sz="2000" dirty="0"/>
              <a:t>18</a:t>
            </a:r>
            <a:endParaRPr kumimoji="1" lang="ja-JP" altLang="en-US" sz="2000" dirty="0"/>
          </a:p>
        </p:txBody>
      </p:sp>
      <p:sp>
        <p:nvSpPr>
          <p:cNvPr id="105" name="テキスト ボックス 104">
            <a:extLst>
              <a:ext uri="{FF2B5EF4-FFF2-40B4-BE49-F238E27FC236}">
                <a16:creationId xmlns:a16="http://schemas.microsoft.com/office/drawing/2014/main" id="{43A1E193-0DC5-F198-E30A-13B27F0D9C81}"/>
              </a:ext>
            </a:extLst>
          </p:cNvPr>
          <p:cNvSpPr txBox="1"/>
          <p:nvPr/>
        </p:nvSpPr>
        <p:spPr>
          <a:xfrm>
            <a:off x="4469710" y="5228134"/>
            <a:ext cx="507207" cy="400110"/>
          </a:xfrm>
          <a:prstGeom prst="rect">
            <a:avLst/>
          </a:prstGeom>
          <a:noFill/>
        </p:spPr>
        <p:txBody>
          <a:bodyPr wrap="square" rtlCol="0">
            <a:spAutoFit/>
          </a:bodyPr>
          <a:lstStyle/>
          <a:p>
            <a:pPr algn="ctr"/>
            <a:r>
              <a:rPr kumimoji="1" lang="en-US" altLang="ja-JP" sz="2000" dirty="0"/>
              <a:t>2</a:t>
            </a:r>
            <a:r>
              <a:rPr lang="en-US" altLang="ja-JP" sz="2000" dirty="0"/>
              <a:t>1</a:t>
            </a:r>
            <a:endParaRPr kumimoji="1" lang="ja-JP" altLang="en-US" sz="2000" dirty="0"/>
          </a:p>
        </p:txBody>
      </p:sp>
      <p:sp>
        <p:nvSpPr>
          <p:cNvPr id="106" name="テキスト ボックス 105">
            <a:extLst>
              <a:ext uri="{FF2B5EF4-FFF2-40B4-BE49-F238E27FC236}">
                <a16:creationId xmlns:a16="http://schemas.microsoft.com/office/drawing/2014/main" id="{22C23AA3-CD1B-0C4F-89FF-BD9D476F683F}"/>
              </a:ext>
            </a:extLst>
          </p:cNvPr>
          <p:cNvSpPr txBox="1"/>
          <p:nvPr/>
        </p:nvSpPr>
        <p:spPr>
          <a:xfrm>
            <a:off x="6952490" y="5189779"/>
            <a:ext cx="507207" cy="400110"/>
          </a:xfrm>
          <a:prstGeom prst="rect">
            <a:avLst/>
          </a:prstGeom>
          <a:noFill/>
        </p:spPr>
        <p:txBody>
          <a:bodyPr wrap="square" rtlCol="0">
            <a:spAutoFit/>
          </a:bodyPr>
          <a:lstStyle/>
          <a:p>
            <a:pPr algn="ctr"/>
            <a:r>
              <a:rPr kumimoji="1" lang="en-US" altLang="ja-JP" sz="2000" dirty="0"/>
              <a:t>15</a:t>
            </a:r>
            <a:endParaRPr kumimoji="1" lang="ja-JP" altLang="en-US" sz="2000" dirty="0"/>
          </a:p>
        </p:txBody>
      </p:sp>
      <p:sp>
        <p:nvSpPr>
          <p:cNvPr id="107" name="テキスト ボックス 106">
            <a:extLst>
              <a:ext uri="{FF2B5EF4-FFF2-40B4-BE49-F238E27FC236}">
                <a16:creationId xmlns:a16="http://schemas.microsoft.com/office/drawing/2014/main" id="{DE90347C-BD00-462C-48A1-FE18FF474312}"/>
              </a:ext>
            </a:extLst>
          </p:cNvPr>
          <p:cNvSpPr txBox="1"/>
          <p:nvPr/>
        </p:nvSpPr>
        <p:spPr>
          <a:xfrm>
            <a:off x="9262810" y="5175772"/>
            <a:ext cx="507207" cy="400110"/>
          </a:xfrm>
          <a:prstGeom prst="rect">
            <a:avLst/>
          </a:prstGeom>
          <a:noFill/>
        </p:spPr>
        <p:txBody>
          <a:bodyPr wrap="square" rtlCol="0">
            <a:spAutoFit/>
          </a:bodyPr>
          <a:lstStyle/>
          <a:p>
            <a:pPr algn="ctr"/>
            <a:r>
              <a:rPr kumimoji="1" lang="en-US" altLang="ja-JP" sz="2000" dirty="0"/>
              <a:t>12</a:t>
            </a:r>
            <a:endParaRPr kumimoji="1" lang="ja-JP" altLang="en-US" sz="2000" dirty="0"/>
          </a:p>
        </p:txBody>
      </p:sp>
      <p:sp>
        <p:nvSpPr>
          <p:cNvPr id="108" name="テキスト ボックス 107">
            <a:extLst>
              <a:ext uri="{FF2B5EF4-FFF2-40B4-BE49-F238E27FC236}">
                <a16:creationId xmlns:a16="http://schemas.microsoft.com/office/drawing/2014/main" id="{9C110650-8055-8CCA-B820-5460C1978D45}"/>
              </a:ext>
            </a:extLst>
          </p:cNvPr>
          <p:cNvSpPr txBox="1"/>
          <p:nvPr/>
        </p:nvSpPr>
        <p:spPr>
          <a:xfrm>
            <a:off x="9857960" y="5194468"/>
            <a:ext cx="507207" cy="400110"/>
          </a:xfrm>
          <a:prstGeom prst="rect">
            <a:avLst/>
          </a:prstGeom>
          <a:noFill/>
        </p:spPr>
        <p:txBody>
          <a:bodyPr wrap="square" rtlCol="0">
            <a:spAutoFit/>
          </a:bodyPr>
          <a:lstStyle/>
          <a:p>
            <a:pPr algn="ctr"/>
            <a:r>
              <a:rPr kumimoji="1" lang="en-US" altLang="ja-JP" sz="2000" dirty="0"/>
              <a:t>11</a:t>
            </a:r>
            <a:endParaRPr kumimoji="1" lang="ja-JP" altLang="en-US" sz="2000" dirty="0"/>
          </a:p>
        </p:txBody>
      </p:sp>
      <p:sp>
        <p:nvSpPr>
          <p:cNvPr id="109" name="正方形/長方形 108">
            <a:extLst>
              <a:ext uri="{FF2B5EF4-FFF2-40B4-BE49-F238E27FC236}">
                <a16:creationId xmlns:a16="http://schemas.microsoft.com/office/drawing/2014/main" id="{8CCFEAD9-5009-691A-20E8-4F79E4B25E88}"/>
              </a:ext>
            </a:extLst>
          </p:cNvPr>
          <p:cNvSpPr/>
          <p:nvPr/>
        </p:nvSpPr>
        <p:spPr>
          <a:xfrm>
            <a:off x="6905154" y="4812850"/>
            <a:ext cx="833038"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CPY2</a:t>
            </a:r>
            <a:endParaRPr kumimoji="1" lang="ja-JP" altLang="en-US" sz="2000" dirty="0">
              <a:solidFill>
                <a:schemeClr val="tx1"/>
              </a:solidFill>
            </a:endParaRPr>
          </a:p>
        </p:txBody>
      </p:sp>
      <p:sp>
        <p:nvSpPr>
          <p:cNvPr id="110" name="テキスト ボックス 109">
            <a:extLst>
              <a:ext uri="{FF2B5EF4-FFF2-40B4-BE49-F238E27FC236}">
                <a16:creationId xmlns:a16="http://schemas.microsoft.com/office/drawing/2014/main" id="{9B8344F2-DB2C-5685-95A7-5E7AC1CFFEAA}"/>
              </a:ext>
            </a:extLst>
          </p:cNvPr>
          <p:cNvSpPr txBox="1"/>
          <p:nvPr/>
        </p:nvSpPr>
        <p:spPr>
          <a:xfrm>
            <a:off x="8405587" y="5175772"/>
            <a:ext cx="507207" cy="400110"/>
          </a:xfrm>
          <a:prstGeom prst="rect">
            <a:avLst/>
          </a:prstGeom>
          <a:noFill/>
        </p:spPr>
        <p:txBody>
          <a:bodyPr wrap="square" rtlCol="0">
            <a:spAutoFit/>
          </a:bodyPr>
          <a:lstStyle/>
          <a:p>
            <a:pPr algn="ctr"/>
            <a:r>
              <a:rPr kumimoji="1" lang="en-US" altLang="ja-JP" sz="2000" dirty="0"/>
              <a:t>1</a:t>
            </a:r>
            <a:r>
              <a:rPr lang="en-US" altLang="ja-JP" sz="2000" dirty="0"/>
              <a:t>3</a:t>
            </a:r>
            <a:endParaRPr kumimoji="1" lang="ja-JP" altLang="en-US" sz="2000" dirty="0"/>
          </a:p>
        </p:txBody>
      </p:sp>
      <p:sp>
        <p:nvSpPr>
          <p:cNvPr id="111" name="正方形/長方形 110">
            <a:extLst>
              <a:ext uri="{FF2B5EF4-FFF2-40B4-BE49-F238E27FC236}">
                <a16:creationId xmlns:a16="http://schemas.microsoft.com/office/drawing/2014/main" id="{E7BFF830-44F7-9D85-16B7-C2A22B129E6E}"/>
              </a:ext>
            </a:extLst>
          </p:cNvPr>
          <p:cNvSpPr/>
          <p:nvPr/>
        </p:nvSpPr>
        <p:spPr>
          <a:xfrm>
            <a:off x="6195572" y="4812850"/>
            <a:ext cx="717790"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BR1</a:t>
            </a:r>
            <a:endParaRPr kumimoji="1" lang="ja-JP" altLang="en-US" sz="2000" dirty="0">
              <a:solidFill>
                <a:schemeClr val="tx1"/>
              </a:solidFill>
            </a:endParaRPr>
          </a:p>
        </p:txBody>
      </p:sp>
      <p:sp>
        <p:nvSpPr>
          <p:cNvPr id="112" name="テキスト ボックス 111">
            <a:extLst>
              <a:ext uri="{FF2B5EF4-FFF2-40B4-BE49-F238E27FC236}">
                <a16:creationId xmlns:a16="http://schemas.microsoft.com/office/drawing/2014/main" id="{F7096169-793A-5684-9794-D45E38730429}"/>
              </a:ext>
            </a:extLst>
          </p:cNvPr>
          <p:cNvSpPr txBox="1"/>
          <p:nvPr/>
        </p:nvSpPr>
        <p:spPr>
          <a:xfrm>
            <a:off x="7689625" y="5185431"/>
            <a:ext cx="507207" cy="400110"/>
          </a:xfrm>
          <a:prstGeom prst="rect">
            <a:avLst/>
          </a:prstGeom>
          <a:noFill/>
        </p:spPr>
        <p:txBody>
          <a:bodyPr wrap="square" rtlCol="0">
            <a:spAutoFit/>
          </a:bodyPr>
          <a:lstStyle/>
          <a:p>
            <a:pPr algn="ctr"/>
            <a:r>
              <a:rPr kumimoji="1" lang="en-US" altLang="ja-JP" sz="2000" dirty="0"/>
              <a:t>14</a:t>
            </a:r>
            <a:endParaRPr kumimoji="1" lang="ja-JP" altLang="en-US" sz="2000" dirty="0"/>
          </a:p>
        </p:txBody>
      </p:sp>
      <p:sp>
        <p:nvSpPr>
          <p:cNvPr id="113" name="正方形/長方形 112">
            <a:extLst>
              <a:ext uri="{FF2B5EF4-FFF2-40B4-BE49-F238E27FC236}">
                <a16:creationId xmlns:a16="http://schemas.microsoft.com/office/drawing/2014/main" id="{E10BD89F-87D9-F49E-D498-C9FFD768BB47}"/>
              </a:ext>
            </a:extLst>
          </p:cNvPr>
          <p:cNvSpPr/>
          <p:nvPr/>
        </p:nvSpPr>
        <p:spPr>
          <a:xfrm>
            <a:off x="8565584" y="4812850"/>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C2</a:t>
            </a:r>
            <a:endParaRPr kumimoji="1" lang="ja-JP" altLang="en-US" sz="2000" dirty="0">
              <a:solidFill>
                <a:schemeClr val="tx1"/>
              </a:solidFill>
            </a:endParaRPr>
          </a:p>
        </p:txBody>
      </p:sp>
      <p:sp>
        <p:nvSpPr>
          <p:cNvPr id="114" name="正方形/長方形 113">
            <a:extLst>
              <a:ext uri="{FF2B5EF4-FFF2-40B4-BE49-F238E27FC236}">
                <a16:creationId xmlns:a16="http://schemas.microsoft.com/office/drawing/2014/main" id="{95A55021-4BCC-8266-B4B3-935A4F0C2560}"/>
              </a:ext>
            </a:extLst>
          </p:cNvPr>
          <p:cNvSpPr/>
          <p:nvPr/>
        </p:nvSpPr>
        <p:spPr>
          <a:xfrm>
            <a:off x="9104870" y="4812850"/>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C1</a:t>
            </a:r>
            <a:endParaRPr kumimoji="1" lang="ja-JP" altLang="en-US" sz="2000" dirty="0">
              <a:solidFill>
                <a:schemeClr val="tx1"/>
              </a:solidFill>
            </a:endParaRPr>
          </a:p>
        </p:txBody>
      </p:sp>
      <p:sp>
        <p:nvSpPr>
          <p:cNvPr id="115" name="正方形/長方形 114">
            <a:extLst>
              <a:ext uri="{FF2B5EF4-FFF2-40B4-BE49-F238E27FC236}">
                <a16:creationId xmlns:a16="http://schemas.microsoft.com/office/drawing/2014/main" id="{35A5ECC5-2198-6EA8-F418-86AC2528B96B}"/>
              </a:ext>
            </a:extLst>
          </p:cNvPr>
          <p:cNvSpPr/>
          <p:nvPr/>
        </p:nvSpPr>
        <p:spPr>
          <a:xfrm>
            <a:off x="9639821" y="4812850"/>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a:t>
            </a:r>
            <a:r>
              <a:rPr kumimoji="1" lang="en-US" altLang="ja-JP" sz="2000" dirty="0">
                <a:solidFill>
                  <a:schemeClr val="tx1"/>
                </a:solidFill>
              </a:rPr>
              <a:t>2</a:t>
            </a:r>
            <a:endParaRPr kumimoji="1" lang="ja-JP" altLang="en-US" sz="2000" dirty="0">
              <a:solidFill>
                <a:schemeClr val="tx1"/>
              </a:solidFill>
            </a:endParaRPr>
          </a:p>
        </p:txBody>
      </p:sp>
      <p:sp>
        <p:nvSpPr>
          <p:cNvPr id="116" name="正方形/長方形 115">
            <a:extLst>
              <a:ext uri="{FF2B5EF4-FFF2-40B4-BE49-F238E27FC236}">
                <a16:creationId xmlns:a16="http://schemas.microsoft.com/office/drawing/2014/main" id="{EA5DEE23-8874-7B5F-1EF4-ECCD69285D92}"/>
              </a:ext>
            </a:extLst>
          </p:cNvPr>
          <p:cNvSpPr/>
          <p:nvPr/>
        </p:nvSpPr>
        <p:spPr>
          <a:xfrm>
            <a:off x="10179107" y="4812850"/>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Z1</a:t>
            </a:r>
            <a:endParaRPr kumimoji="1" lang="ja-JP" altLang="en-US" sz="2000" dirty="0">
              <a:solidFill>
                <a:schemeClr val="tx1"/>
              </a:solidFill>
            </a:endParaRPr>
          </a:p>
        </p:txBody>
      </p:sp>
      <p:sp>
        <p:nvSpPr>
          <p:cNvPr id="117" name="正方形/長方形 116">
            <a:extLst>
              <a:ext uri="{FF2B5EF4-FFF2-40B4-BE49-F238E27FC236}">
                <a16:creationId xmlns:a16="http://schemas.microsoft.com/office/drawing/2014/main" id="{8D6329D3-ABA4-4277-C2DB-9059C39DB103}"/>
              </a:ext>
            </a:extLst>
          </p:cNvPr>
          <p:cNvSpPr/>
          <p:nvPr/>
        </p:nvSpPr>
        <p:spPr>
          <a:xfrm>
            <a:off x="10714058" y="4812850"/>
            <a:ext cx="150316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err="1">
                <a:solidFill>
                  <a:schemeClr val="tx1"/>
                </a:solidFill>
              </a:rPr>
              <a:t>DataL</a:t>
            </a:r>
            <a:endParaRPr kumimoji="1" lang="ja-JP" altLang="en-US" sz="2000" dirty="0">
              <a:solidFill>
                <a:schemeClr val="tx1"/>
              </a:solidFill>
            </a:endParaRPr>
          </a:p>
        </p:txBody>
      </p:sp>
      <p:sp>
        <p:nvSpPr>
          <p:cNvPr id="118" name="正方形/長方形 117">
            <a:extLst>
              <a:ext uri="{FF2B5EF4-FFF2-40B4-BE49-F238E27FC236}">
                <a16:creationId xmlns:a16="http://schemas.microsoft.com/office/drawing/2014/main" id="{ACABB133-7CEE-4A5F-5FDF-A9CD4306D9D0}"/>
              </a:ext>
            </a:extLst>
          </p:cNvPr>
          <p:cNvSpPr/>
          <p:nvPr/>
        </p:nvSpPr>
        <p:spPr>
          <a:xfrm>
            <a:off x="12214755" y="4812850"/>
            <a:ext cx="150316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err="1">
                <a:solidFill>
                  <a:schemeClr val="tx1"/>
                </a:solidFill>
              </a:rPr>
              <a:t>DataR</a:t>
            </a:r>
            <a:endParaRPr kumimoji="1" lang="ja-JP" altLang="en-US" sz="2000" dirty="0">
              <a:solidFill>
                <a:schemeClr val="tx1"/>
              </a:solidFill>
            </a:endParaRPr>
          </a:p>
        </p:txBody>
      </p:sp>
    </p:spTree>
    <p:extLst>
      <p:ext uri="{BB962C8B-B14F-4D97-AF65-F5344CB8AC3E}">
        <p14:creationId xmlns:p14="http://schemas.microsoft.com/office/powerpoint/2010/main" val="13450842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07161262-B526-BE7E-6007-915D8A8518E9}"/>
              </a:ext>
            </a:extLst>
          </p:cNvPr>
          <p:cNvSpPr>
            <a:spLocks noGrp="1"/>
          </p:cNvSpPr>
          <p:nvPr>
            <p:ph type="dt" sz="half" idx="10"/>
          </p:nvPr>
        </p:nvSpPr>
        <p:spPr/>
        <p:txBody>
          <a:bodyPr/>
          <a:lstStyle/>
          <a:p>
            <a:fld id="{9CAF70A2-4A7B-423F-80EC-F6679D312C13}"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61B7448E-C5D3-AE04-682E-0E137A7B4EA1}"/>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01F131DC-B7FA-E3C0-A5D0-4792DFF84A93}"/>
              </a:ext>
            </a:extLst>
          </p:cNvPr>
          <p:cNvSpPr>
            <a:spLocks noGrp="1"/>
          </p:cNvSpPr>
          <p:nvPr>
            <p:ph type="sldNum" sz="quarter" idx="12"/>
          </p:nvPr>
        </p:nvSpPr>
        <p:spPr/>
        <p:txBody>
          <a:bodyPr/>
          <a:lstStyle/>
          <a:p>
            <a:fld id="{D424D12C-9692-4086-B843-0896D3A9ECC1}" type="slidenum">
              <a:rPr lang="ja-JP" altLang="en-US" smtClean="0"/>
              <a:pPr/>
              <a:t>27</a:t>
            </a:fld>
            <a:endParaRPr lang="ja-JP" altLang="en-US" dirty="0"/>
          </a:p>
        </p:txBody>
      </p:sp>
      <p:sp>
        <p:nvSpPr>
          <p:cNvPr id="7" name="タイトル 1">
            <a:extLst>
              <a:ext uri="{FF2B5EF4-FFF2-40B4-BE49-F238E27FC236}">
                <a16:creationId xmlns:a16="http://schemas.microsoft.com/office/drawing/2014/main" id="{4D7D7F6A-769C-1832-BC7E-B10E45D1C9A3}"/>
              </a:ext>
            </a:extLst>
          </p:cNvPr>
          <p:cNvSpPr>
            <a:spLocks noGrp="1"/>
          </p:cNvSpPr>
          <p:nvPr>
            <p:ph type="title"/>
          </p:nvPr>
        </p:nvSpPr>
        <p:spPr>
          <a:xfrm>
            <a:off x="341313" y="136525"/>
            <a:ext cx="11518900" cy="727075"/>
          </a:xfrm>
          <a:prstGeom prst="rect">
            <a:avLst/>
          </a:prstGeom>
        </p:spPr>
        <p:txBody>
          <a:bodyPr/>
          <a:lstStyle/>
          <a:p>
            <a:r>
              <a:rPr kumimoji="1" lang="en-US" altLang="ja-JP" dirty="0"/>
              <a:t>8/5</a:t>
            </a:r>
            <a:endParaRPr kumimoji="1" lang="ja-JP" altLang="en-US" dirty="0"/>
          </a:p>
        </p:txBody>
      </p:sp>
      <p:sp>
        <p:nvSpPr>
          <p:cNvPr id="8" name="コンテンツ プレースホルダー 2">
            <a:extLst>
              <a:ext uri="{FF2B5EF4-FFF2-40B4-BE49-F238E27FC236}">
                <a16:creationId xmlns:a16="http://schemas.microsoft.com/office/drawing/2014/main" id="{4ABADA19-3BD6-1D71-0E06-B1F6A45163EE}"/>
              </a:ext>
            </a:extLst>
          </p:cNvPr>
          <p:cNvSpPr>
            <a:spLocks noGrp="1"/>
          </p:cNvSpPr>
          <p:nvPr>
            <p:ph idx="1"/>
          </p:nvPr>
        </p:nvSpPr>
        <p:spPr>
          <a:xfrm>
            <a:off x="341313" y="1050925"/>
            <a:ext cx="11518900" cy="5118100"/>
          </a:xfrm>
          <a:prstGeom prst="rect">
            <a:avLst/>
          </a:prstGeom>
        </p:spPr>
        <p:txBody>
          <a:bodyPr/>
          <a:lstStyle/>
          <a:p>
            <a:r>
              <a:rPr kumimoji="1" lang="en-US" altLang="ja-JP" dirty="0"/>
              <a:t>DDP</a:t>
            </a:r>
            <a:r>
              <a:rPr kumimoji="1" lang="ja-JP" altLang="en-US" dirty="0"/>
              <a:t>は</a:t>
            </a:r>
            <a:r>
              <a:rPr kumimoji="1" lang="en-US" altLang="ja-JP" dirty="0"/>
              <a:t>FIR</a:t>
            </a:r>
            <a:r>
              <a:rPr kumimoji="1" lang="ja-JP" altLang="en-US" dirty="0"/>
              <a:t>専用</a:t>
            </a:r>
            <a:endParaRPr kumimoji="1" lang="en-US" altLang="ja-JP" dirty="0"/>
          </a:p>
          <a:p>
            <a:r>
              <a:rPr kumimoji="1" lang="en-US" altLang="ja-JP" dirty="0"/>
              <a:t>FIR</a:t>
            </a:r>
            <a:r>
              <a:rPr kumimoji="1" lang="ja-JP" altLang="en-US" dirty="0"/>
              <a:t>モデルの</a:t>
            </a:r>
            <a:r>
              <a:rPr kumimoji="1" lang="en-US" altLang="ja-JP" dirty="0"/>
              <a:t>PS</a:t>
            </a:r>
            <a:r>
              <a:rPr kumimoji="1" lang="ja-JP" altLang="en-US" dirty="0"/>
              <a:t>から考える</a:t>
            </a:r>
            <a:endParaRPr lang="en-US" altLang="ja-JP" dirty="0"/>
          </a:p>
          <a:p>
            <a:pPr lvl="1"/>
            <a:r>
              <a:rPr kumimoji="1" lang="en-US" altLang="ja-JP" dirty="0"/>
              <a:t>PS </a:t>
            </a:r>
            <a:r>
              <a:rPr lang="ja-JP" altLang="en-US" dirty="0"/>
              <a:t>→ パケットフォーマット</a:t>
            </a:r>
            <a:r>
              <a:rPr lang="en-US" altLang="ja-JP" dirty="0"/>
              <a:t> </a:t>
            </a:r>
            <a:r>
              <a:rPr lang="ja-JP" altLang="en-US" dirty="0"/>
              <a:t>→ パイプライン</a:t>
            </a:r>
            <a:endParaRPr lang="en-US" altLang="ja-JP" dirty="0"/>
          </a:p>
          <a:p>
            <a:pPr lvl="1"/>
            <a:endParaRPr lang="en-US" altLang="ja-JP" dirty="0"/>
          </a:p>
          <a:p>
            <a:pPr lvl="1"/>
            <a:r>
              <a:rPr lang="en-US" altLang="ja-JP" dirty="0"/>
              <a:t>FIR</a:t>
            </a:r>
            <a:r>
              <a:rPr lang="ja-JP" altLang="en-US" dirty="0"/>
              <a:t>プログラム</a:t>
            </a:r>
            <a:r>
              <a:rPr lang="en-US" altLang="ja-JP" dirty="0"/>
              <a:t>:</a:t>
            </a:r>
            <a:r>
              <a:rPr lang="ja-JP" altLang="en-US" dirty="0"/>
              <a:t>松坂</a:t>
            </a:r>
            <a:endParaRPr lang="en-US" altLang="ja-JP" dirty="0"/>
          </a:p>
          <a:p>
            <a:pPr lvl="1"/>
            <a:r>
              <a:rPr lang="ja-JP" altLang="en-US" dirty="0"/>
              <a:t>命令はなるべく同じになるように</a:t>
            </a:r>
            <a:endParaRPr lang="en-US" altLang="ja-JP" dirty="0"/>
          </a:p>
        </p:txBody>
      </p:sp>
    </p:spTree>
    <p:extLst>
      <p:ext uri="{BB962C8B-B14F-4D97-AF65-F5344CB8AC3E}">
        <p14:creationId xmlns:p14="http://schemas.microsoft.com/office/powerpoint/2010/main" val="34530580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311C7C-1B4E-46FC-9416-E87A89A27378}"/>
              </a:ext>
            </a:extLst>
          </p:cNvPr>
          <p:cNvSpPr>
            <a:spLocks noGrp="1"/>
          </p:cNvSpPr>
          <p:nvPr>
            <p:ph type="title"/>
          </p:nvPr>
        </p:nvSpPr>
        <p:spPr/>
        <p:txBody>
          <a:bodyPr/>
          <a:lstStyle/>
          <a:p>
            <a:r>
              <a:rPr kumimoji="1" lang="en-US" altLang="ja-JP" dirty="0"/>
              <a:t>FIR</a:t>
            </a:r>
            <a:r>
              <a:rPr kumimoji="1" lang="ja-JP" altLang="en-US" dirty="0"/>
              <a:t>・</a:t>
            </a:r>
            <a:r>
              <a:rPr kumimoji="1" lang="en-US" altLang="ja-JP" dirty="0"/>
              <a:t>DDP</a:t>
            </a:r>
            <a:r>
              <a:rPr kumimoji="1" lang="ja-JP" altLang="en-US" dirty="0"/>
              <a:t>プログラム</a:t>
            </a:r>
          </a:p>
        </p:txBody>
      </p:sp>
      <p:sp>
        <p:nvSpPr>
          <p:cNvPr id="4" name="楕円 3">
            <a:extLst>
              <a:ext uri="{FF2B5EF4-FFF2-40B4-BE49-F238E27FC236}">
                <a16:creationId xmlns:a16="http://schemas.microsoft.com/office/drawing/2014/main" id="{DA96B753-0DE6-413F-A1CA-E8B1CB0259C1}"/>
              </a:ext>
            </a:extLst>
          </p:cNvPr>
          <p:cNvSpPr/>
          <p:nvPr/>
        </p:nvSpPr>
        <p:spPr>
          <a:xfrm>
            <a:off x="204842" y="180498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5" name="楕円 4">
            <a:extLst>
              <a:ext uri="{FF2B5EF4-FFF2-40B4-BE49-F238E27FC236}">
                <a16:creationId xmlns:a16="http://schemas.microsoft.com/office/drawing/2014/main" id="{41BFAB01-996F-40AD-BFAE-2E5DAB72DF8B}"/>
              </a:ext>
            </a:extLst>
          </p:cNvPr>
          <p:cNvSpPr/>
          <p:nvPr/>
        </p:nvSpPr>
        <p:spPr>
          <a:xfrm>
            <a:off x="204841" y="2543175"/>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r>
              <a:rPr kumimoji="1" lang="en-US" altLang="ja-JP" sz="1200" dirty="0">
                <a:solidFill>
                  <a:schemeClr val="tx1"/>
                </a:solidFill>
              </a:rPr>
              <a:t>	</a:t>
            </a:r>
            <a:endParaRPr kumimoji="1" lang="ja-JP" altLang="en-US" sz="1200" dirty="0">
              <a:solidFill>
                <a:schemeClr val="tx1"/>
              </a:solidFill>
            </a:endParaRPr>
          </a:p>
        </p:txBody>
      </p:sp>
      <p:sp>
        <p:nvSpPr>
          <p:cNvPr id="6" name="楕円 5">
            <a:extLst>
              <a:ext uri="{FF2B5EF4-FFF2-40B4-BE49-F238E27FC236}">
                <a16:creationId xmlns:a16="http://schemas.microsoft.com/office/drawing/2014/main" id="{8ED464CC-5DBE-4A15-87E5-4FA1FF31BB04}"/>
              </a:ext>
            </a:extLst>
          </p:cNvPr>
          <p:cNvSpPr/>
          <p:nvPr/>
        </p:nvSpPr>
        <p:spPr>
          <a:xfrm>
            <a:off x="204838" y="325278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7" name="楕円 6">
            <a:extLst>
              <a:ext uri="{FF2B5EF4-FFF2-40B4-BE49-F238E27FC236}">
                <a16:creationId xmlns:a16="http://schemas.microsoft.com/office/drawing/2014/main" id="{80A76956-3111-48BF-B194-4F7FE5F13BBB}"/>
              </a:ext>
            </a:extLst>
          </p:cNvPr>
          <p:cNvSpPr/>
          <p:nvPr/>
        </p:nvSpPr>
        <p:spPr>
          <a:xfrm>
            <a:off x="204837" y="451037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8" name="楕円 7">
            <a:extLst>
              <a:ext uri="{FF2B5EF4-FFF2-40B4-BE49-F238E27FC236}">
                <a16:creationId xmlns:a16="http://schemas.microsoft.com/office/drawing/2014/main" id="{8EA5EAB7-A968-4F39-BE5E-83961C8C4A1A}"/>
              </a:ext>
            </a:extLst>
          </p:cNvPr>
          <p:cNvSpPr/>
          <p:nvPr/>
        </p:nvSpPr>
        <p:spPr>
          <a:xfrm>
            <a:off x="1070983" y="180671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9" name="楕円 8">
            <a:extLst>
              <a:ext uri="{FF2B5EF4-FFF2-40B4-BE49-F238E27FC236}">
                <a16:creationId xmlns:a16="http://schemas.microsoft.com/office/drawing/2014/main" id="{1D003A87-CF09-454A-84AF-04C883092D72}"/>
              </a:ext>
            </a:extLst>
          </p:cNvPr>
          <p:cNvSpPr/>
          <p:nvPr/>
        </p:nvSpPr>
        <p:spPr>
          <a:xfrm>
            <a:off x="1070982" y="254490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10" name="楕円 9">
            <a:extLst>
              <a:ext uri="{FF2B5EF4-FFF2-40B4-BE49-F238E27FC236}">
                <a16:creationId xmlns:a16="http://schemas.microsoft.com/office/drawing/2014/main" id="{08E442D3-DB4B-41E6-A846-9AFC611D893A}"/>
              </a:ext>
            </a:extLst>
          </p:cNvPr>
          <p:cNvSpPr/>
          <p:nvPr/>
        </p:nvSpPr>
        <p:spPr>
          <a:xfrm>
            <a:off x="1070979" y="3254252"/>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11" name="楕円 10">
            <a:extLst>
              <a:ext uri="{FF2B5EF4-FFF2-40B4-BE49-F238E27FC236}">
                <a16:creationId xmlns:a16="http://schemas.microsoft.com/office/drawing/2014/main" id="{EBE94FF6-22C2-42E8-BA0F-8B72F0D6567B}"/>
              </a:ext>
            </a:extLst>
          </p:cNvPr>
          <p:cNvSpPr/>
          <p:nvPr/>
        </p:nvSpPr>
        <p:spPr>
          <a:xfrm>
            <a:off x="1070978" y="451183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12" name="楕円 11">
            <a:extLst>
              <a:ext uri="{FF2B5EF4-FFF2-40B4-BE49-F238E27FC236}">
                <a16:creationId xmlns:a16="http://schemas.microsoft.com/office/drawing/2014/main" id="{EC466D5C-67EE-4AD2-A3DC-D605E9567AA3}"/>
              </a:ext>
            </a:extLst>
          </p:cNvPr>
          <p:cNvSpPr/>
          <p:nvPr/>
        </p:nvSpPr>
        <p:spPr>
          <a:xfrm>
            <a:off x="1937124" y="1808451"/>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13" name="楕円 12">
            <a:extLst>
              <a:ext uri="{FF2B5EF4-FFF2-40B4-BE49-F238E27FC236}">
                <a16:creationId xmlns:a16="http://schemas.microsoft.com/office/drawing/2014/main" id="{B4CE19B0-F1C9-48B8-9DA4-1977F7DBF76F}"/>
              </a:ext>
            </a:extLst>
          </p:cNvPr>
          <p:cNvSpPr/>
          <p:nvPr/>
        </p:nvSpPr>
        <p:spPr>
          <a:xfrm>
            <a:off x="1937123" y="2546639"/>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14" name="楕円 13">
            <a:extLst>
              <a:ext uri="{FF2B5EF4-FFF2-40B4-BE49-F238E27FC236}">
                <a16:creationId xmlns:a16="http://schemas.microsoft.com/office/drawing/2014/main" id="{9DB51897-466D-4888-9C01-542558860143}"/>
              </a:ext>
            </a:extLst>
          </p:cNvPr>
          <p:cNvSpPr/>
          <p:nvPr/>
        </p:nvSpPr>
        <p:spPr>
          <a:xfrm>
            <a:off x="1937120" y="325571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15" name="楕円 14">
            <a:extLst>
              <a:ext uri="{FF2B5EF4-FFF2-40B4-BE49-F238E27FC236}">
                <a16:creationId xmlns:a16="http://schemas.microsoft.com/office/drawing/2014/main" id="{C50E8EEF-A34F-4AD6-AF8E-CE40400733A9}"/>
              </a:ext>
            </a:extLst>
          </p:cNvPr>
          <p:cNvSpPr/>
          <p:nvPr/>
        </p:nvSpPr>
        <p:spPr>
          <a:xfrm>
            <a:off x="1937119" y="451330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16" name="楕円 15">
            <a:extLst>
              <a:ext uri="{FF2B5EF4-FFF2-40B4-BE49-F238E27FC236}">
                <a16:creationId xmlns:a16="http://schemas.microsoft.com/office/drawing/2014/main" id="{18CD7357-9FD6-437E-BB0B-473A19B3848C}"/>
              </a:ext>
            </a:extLst>
          </p:cNvPr>
          <p:cNvSpPr/>
          <p:nvPr/>
        </p:nvSpPr>
        <p:spPr>
          <a:xfrm>
            <a:off x="2803265" y="1810183"/>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17" name="楕円 16">
            <a:extLst>
              <a:ext uri="{FF2B5EF4-FFF2-40B4-BE49-F238E27FC236}">
                <a16:creationId xmlns:a16="http://schemas.microsoft.com/office/drawing/2014/main" id="{8E1200D8-5013-487B-963B-03B10102521D}"/>
              </a:ext>
            </a:extLst>
          </p:cNvPr>
          <p:cNvSpPr/>
          <p:nvPr/>
        </p:nvSpPr>
        <p:spPr>
          <a:xfrm>
            <a:off x="2803264" y="2548371"/>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18" name="楕円 17">
            <a:extLst>
              <a:ext uri="{FF2B5EF4-FFF2-40B4-BE49-F238E27FC236}">
                <a16:creationId xmlns:a16="http://schemas.microsoft.com/office/drawing/2014/main" id="{A3A2D0A1-12E0-4B2F-8220-D17F7DB08A1E}"/>
              </a:ext>
            </a:extLst>
          </p:cNvPr>
          <p:cNvSpPr/>
          <p:nvPr/>
        </p:nvSpPr>
        <p:spPr>
          <a:xfrm>
            <a:off x="2803261" y="3257182"/>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19" name="楕円 18">
            <a:extLst>
              <a:ext uri="{FF2B5EF4-FFF2-40B4-BE49-F238E27FC236}">
                <a16:creationId xmlns:a16="http://schemas.microsoft.com/office/drawing/2014/main" id="{72BEB1EE-10A7-4BF9-ADEE-E5C3A40689C4}"/>
              </a:ext>
            </a:extLst>
          </p:cNvPr>
          <p:cNvSpPr/>
          <p:nvPr/>
        </p:nvSpPr>
        <p:spPr>
          <a:xfrm>
            <a:off x="2803260" y="451476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20" name="楕円 19">
            <a:extLst>
              <a:ext uri="{FF2B5EF4-FFF2-40B4-BE49-F238E27FC236}">
                <a16:creationId xmlns:a16="http://schemas.microsoft.com/office/drawing/2014/main" id="{F61A0380-7413-4781-BFAE-45A3496254AB}"/>
              </a:ext>
            </a:extLst>
          </p:cNvPr>
          <p:cNvSpPr/>
          <p:nvPr/>
        </p:nvSpPr>
        <p:spPr>
          <a:xfrm>
            <a:off x="3669406" y="181191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21" name="楕円 20">
            <a:extLst>
              <a:ext uri="{FF2B5EF4-FFF2-40B4-BE49-F238E27FC236}">
                <a16:creationId xmlns:a16="http://schemas.microsoft.com/office/drawing/2014/main" id="{AEC8DCE2-87C1-416D-A282-B3D0E3622FEF}"/>
              </a:ext>
            </a:extLst>
          </p:cNvPr>
          <p:cNvSpPr/>
          <p:nvPr/>
        </p:nvSpPr>
        <p:spPr>
          <a:xfrm>
            <a:off x="3669405" y="2550103"/>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22" name="楕円 21">
            <a:extLst>
              <a:ext uri="{FF2B5EF4-FFF2-40B4-BE49-F238E27FC236}">
                <a16:creationId xmlns:a16="http://schemas.microsoft.com/office/drawing/2014/main" id="{0F5CA180-E2CF-40B7-9D2D-D6EE59194996}"/>
              </a:ext>
            </a:extLst>
          </p:cNvPr>
          <p:cNvSpPr/>
          <p:nvPr/>
        </p:nvSpPr>
        <p:spPr>
          <a:xfrm>
            <a:off x="3669402" y="325864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23" name="楕円 22">
            <a:extLst>
              <a:ext uri="{FF2B5EF4-FFF2-40B4-BE49-F238E27FC236}">
                <a16:creationId xmlns:a16="http://schemas.microsoft.com/office/drawing/2014/main" id="{D4859279-CCB3-48E2-AC66-6AFB2FBDFCBE}"/>
              </a:ext>
            </a:extLst>
          </p:cNvPr>
          <p:cNvSpPr/>
          <p:nvPr/>
        </p:nvSpPr>
        <p:spPr>
          <a:xfrm>
            <a:off x="3669401" y="451623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24" name="楕円 23">
            <a:extLst>
              <a:ext uri="{FF2B5EF4-FFF2-40B4-BE49-F238E27FC236}">
                <a16:creationId xmlns:a16="http://schemas.microsoft.com/office/drawing/2014/main" id="{F10ECCF7-7EEA-4244-BDF3-81483D0C2BCE}"/>
              </a:ext>
            </a:extLst>
          </p:cNvPr>
          <p:cNvSpPr/>
          <p:nvPr/>
        </p:nvSpPr>
        <p:spPr>
          <a:xfrm>
            <a:off x="4535547" y="181364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25" name="楕円 24">
            <a:extLst>
              <a:ext uri="{FF2B5EF4-FFF2-40B4-BE49-F238E27FC236}">
                <a16:creationId xmlns:a16="http://schemas.microsoft.com/office/drawing/2014/main" id="{F46EEBB9-9313-45D1-9F55-960C76719BD4}"/>
              </a:ext>
            </a:extLst>
          </p:cNvPr>
          <p:cNvSpPr/>
          <p:nvPr/>
        </p:nvSpPr>
        <p:spPr>
          <a:xfrm>
            <a:off x="4535546" y="2551835"/>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26" name="楕円 25">
            <a:extLst>
              <a:ext uri="{FF2B5EF4-FFF2-40B4-BE49-F238E27FC236}">
                <a16:creationId xmlns:a16="http://schemas.microsoft.com/office/drawing/2014/main" id="{3A98C065-8404-4672-BD2F-51F02CA798EF}"/>
              </a:ext>
            </a:extLst>
          </p:cNvPr>
          <p:cNvSpPr/>
          <p:nvPr/>
        </p:nvSpPr>
        <p:spPr>
          <a:xfrm>
            <a:off x="4535543" y="3260112"/>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27" name="楕円 26">
            <a:extLst>
              <a:ext uri="{FF2B5EF4-FFF2-40B4-BE49-F238E27FC236}">
                <a16:creationId xmlns:a16="http://schemas.microsoft.com/office/drawing/2014/main" id="{C62418E4-B442-41C1-8E43-409D52925F07}"/>
              </a:ext>
            </a:extLst>
          </p:cNvPr>
          <p:cNvSpPr/>
          <p:nvPr/>
        </p:nvSpPr>
        <p:spPr>
          <a:xfrm>
            <a:off x="4535542" y="451769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28" name="楕円 27">
            <a:extLst>
              <a:ext uri="{FF2B5EF4-FFF2-40B4-BE49-F238E27FC236}">
                <a16:creationId xmlns:a16="http://schemas.microsoft.com/office/drawing/2014/main" id="{10CE4F87-8369-4ED5-A753-BAFE903CBBF3}"/>
              </a:ext>
            </a:extLst>
          </p:cNvPr>
          <p:cNvSpPr/>
          <p:nvPr/>
        </p:nvSpPr>
        <p:spPr>
          <a:xfrm>
            <a:off x="5401688" y="181537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29" name="楕円 28">
            <a:extLst>
              <a:ext uri="{FF2B5EF4-FFF2-40B4-BE49-F238E27FC236}">
                <a16:creationId xmlns:a16="http://schemas.microsoft.com/office/drawing/2014/main" id="{C58F7C2D-242B-4D15-9F7F-EB9B51A6B0A9}"/>
              </a:ext>
            </a:extLst>
          </p:cNvPr>
          <p:cNvSpPr/>
          <p:nvPr/>
        </p:nvSpPr>
        <p:spPr>
          <a:xfrm>
            <a:off x="5401687" y="255356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30" name="楕円 29">
            <a:extLst>
              <a:ext uri="{FF2B5EF4-FFF2-40B4-BE49-F238E27FC236}">
                <a16:creationId xmlns:a16="http://schemas.microsoft.com/office/drawing/2014/main" id="{69C05EB3-DFF4-4587-97DD-AF30B65FFC53}"/>
              </a:ext>
            </a:extLst>
          </p:cNvPr>
          <p:cNvSpPr/>
          <p:nvPr/>
        </p:nvSpPr>
        <p:spPr>
          <a:xfrm>
            <a:off x="5401684" y="326157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31" name="楕円 30">
            <a:extLst>
              <a:ext uri="{FF2B5EF4-FFF2-40B4-BE49-F238E27FC236}">
                <a16:creationId xmlns:a16="http://schemas.microsoft.com/office/drawing/2014/main" id="{6BDF6646-CB98-4FB3-A6B0-00A3AE448F07}"/>
              </a:ext>
            </a:extLst>
          </p:cNvPr>
          <p:cNvSpPr/>
          <p:nvPr/>
        </p:nvSpPr>
        <p:spPr>
          <a:xfrm>
            <a:off x="5401683" y="451916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32" name="楕円 31">
            <a:extLst>
              <a:ext uri="{FF2B5EF4-FFF2-40B4-BE49-F238E27FC236}">
                <a16:creationId xmlns:a16="http://schemas.microsoft.com/office/drawing/2014/main" id="{F4664805-0503-4B20-B75E-C5FA74B1F434}"/>
              </a:ext>
            </a:extLst>
          </p:cNvPr>
          <p:cNvSpPr/>
          <p:nvPr/>
        </p:nvSpPr>
        <p:spPr>
          <a:xfrm>
            <a:off x="6267829" y="1817111"/>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33" name="楕円 32">
            <a:extLst>
              <a:ext uri="{FF2B5EF4-FFF2-40B4-BE49-F238E27FC236}">
                <a16:creationId xmlns:a16="http://schemas.microsoft.com/office/drawing/2014/main" id="{069D76DF-B488-4544-A3B2-A6FCFFDB6242}"/>
              </a:ext>
            </a:extLst>
          </p:cNvPr>
          <p:cNvSpPr/>
          <p:nvPr/>
        </p:nvSpPr>
        <p:spPr>
          <a:xfrm>
            <a:off x="6267828" y="2555299"/>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34" name="楕円 33">
            <a:extLst>
              <a:ext uri="{FF2B5EF4-FFF2-40B4-BE49-F238E27FC236}">
                <a16:creationId xmlns:a16="http://schemas.microsoft.com/office/drawing/2014/main" id="{8D626D15-701F-4E86-94A5-DC2B59DD2BA3}"/>
              </a:ext>
            </a:extLst>
          </p:cNvPr>
          <p:cNvSpPr/>
          <p:nvPr/>
        </p:nvSpPr>
        <p:spPr>
          <a:xfrm>
            <a:off x="6267825" y="3263042"/>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35" name="楕円 34">
            <a:extLst>
              <a:ext uri="{FF2B5EF4-FFF2-40B4-BE49-F238E27FC236}">
                <a16:creationId xmlns:a16="http://schemas.microsoft.com/office/drawing/2014/main" id="{C03585C9-3C59-4646-9AEA-1CAA1F34FBD4}"/>
              </a:ext>
            </a:extLst>
          </p:cNvPr>
          <p:cNvSpPr/>
          <p:nvPr/>
        </p:nvSpPr>
        <p:spPr>
          <a:xfrm>
            <a:off x="6267824" y="452062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36" name="楕円 35">
            <a:extLst>
              <a:ext uri="{FF2B5EF4-FFF2-40B4-BE49-F238E27FC236}">
                <a16:creationId xmlns:a16="http://schemas.microsoft.com/office/drawing/2014/main" id="{0547F044-4A31-40FA-9622-A457B8889B34}"/>
              </a:ext>
            </a:extLst>
          </p:cNvPr>
          <p:cNvSpPr/>
          <p:nvPr/>
        </p:nvSpPr>
        <p:spPr>
          <a:xfrm>
            <a:off x="7133970" y="1818843"/>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37" name="楕円 36">
            <a:extLst>
              <a:ext uri="{FF2B5EF4-FFF2-40B4-BE49-F238E27FC236}">
                <a16:creationId xmlns:a16="http://schemas.microsoft.com/office/drawing/2014/main" id="{5CFE1EA4-B403-457A-8BAE-7A9DB881BC9A}"/>
              </a:ext>
            </a:extLst>
          </p:cNvPr>
          <p:cNvSpPr/>
          <p:nvPr/>
        </p:nvSpPr>
        <p:spPr>
          <a:xfrm>
            <a:off x="7133969" y="2557031"/>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38" name="楕円 37">
            <a:extLst>
              <a:ext uri="{FF2B5EF4-FFF2-40B4-BE49-F238E27FC236}">
                <a16:creationId xmlns:a16="http://schemas.microsoft.com/office/drawing/2014/main" id="{124A2EFB-0AAA-42FF-8EDD-2AAC6F8584DB}"/>
              </a:ext>
            </a:extLst>
          </p:cNvPr>
          <p:cNvSpPr/>
          <p:nvPr/>
        </p:nvSpPr>
        <p:spPr>
          <a:xfrm>
            <a:off x="7133966" y="326450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39" name="楕円 38">
            <a:extLst>
              <a:ext uri="{FF2B5EF4-FFF2-40B4-BE49-F238E27FC236}">
                <a16:creationId xmlns:a16="http://schemas.microsoft.com/office/drawing/2014/main" id="{1239E0EF-A863-4DE1-A8B1-BAF007AE19EF}"/>
              </a:ext>
            </a:extLst>
          </p:cNvPr>
          <p:cNvSpPr/>
          <p:nvPr/>
        </p:nvSpPr>
        <p:spPr>
          <a:xfrm>
            <a:off x="7133965" y="452209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40" name="楕円 39">
            <a:extLst>
              <a:ext uri="{FF2B5EF4-FFF2-40B4-BE49-F238E27FC236}">
                <a16:creationId xmlns:a16="http://schemas.microsoft.com/office/drawing/2014/main" id="{C1E7AB9F-F087-4A5A-AE27-12B86899AC45}"/>
              </a:ext>
            </a:extLst>
          </p:cNvPr>
          <p:cNvSpPr/>
          <p:nvPr/>
        </p:nvSpPr>
        <p:spPr>
          <a:xfrm>
            <a:off x="8000111" y="182057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41" name="楕円 40">
            <a:extLst>
              <a:ext uri="{FF2B5EF4-FFF2-40B4-BE49-F238E27FC236}">
                <a16:creationId xmlns:a16="http://schemas.microsoft.com/office/drawing/2014/main" id="{14F88EA5-CCEC-479E-9217-2B084664A1A6}"/>
              </a:ext>
            </a:extLst>
          </p:cNvPr>
          <p:cNvSpPr/>
          <p:nvPr/>
        </p:nvSpPr>
        <p:spPr>
          <a:xfrm>
            <a:off x="8000110" y="2558763"/>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42" name="楕円 41">
            <a:extLst>
              <a:ext uri="{FF2B5EF4-FFF2-40B4-BE49-F238E27FC236}">
                <a16:creationId xmlns:a16="http://schemas.microsoft.com/office/drawing/2014/main" id="{4A3CB47D-6E72-4011-B2AA-4E2A50548E4D}"/>
              </a:ext>
            </a:extLst>
          </p:cNvPr>
          <p:cNvSpPr/>
          <p:nvPr/>
        </p:nvSpPr>
        <p:spPr>
          <a:xfrm>
            <a:off x="8000107" y="3265972"/>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43" name="楕円 42">
            <a:extLst>
              <a:ext uri="{FF2B5EF4-FFF2-40B4-BE49-F238E27FC236}">
                <a16:creationId xmlns:a16="http://schemas.microsoft.com/office/drawing/2014/main" id="{5625E79C-AD45-4A19-A962-A3D4EAD34F8B}"/>
              </a:ext>
            </a:extLst>
          </p:cNvPr>
          <p:cNvSpPr/>
          <p:nvPr/>
        </p:nvSpPr>
        <p:spPr>
          <a:xfrm>
            <a:off x="8000106" y="452355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44" name="楕円 43">
            <a:extLst>
              <a:ext uri="{FF2B5EF4-FFF2-40B4-BE49-F238E27FC236}">
                <a16:creationId xmlns:a16="http://schemas.microsoft.com/office/drawing/2014/main" id="{D7639968-B30A-4D2A-BC99-15D0DAC92D3B}"/>
              </a:ext>
            </a:extLst>
          </p:cNvPr>
          <p:cNvSpPr/>
          <p:nvPr/>
        </p:nvSpPr>
        <p:spPr>
          <a:xfrm>
            <a:off x="8866252" y="182403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45" name="楕円 44">
            <a:extLst>
              <a:ext uri="{FF2B5EF4-FFF2-40B4-BE49-F238E27FC236}">
                <a16:creationId xmlns:a16="http://schemas.microsoft.com/office/drawing/2014/main" id="{CC3168BD-F01A-46F7-A845-A248D3A7EA92}"/>
              </a:ext>
            </a:extLst>
          </p:cNvPr>
          <p:cNvSpPr/>
          <p:nvPr/>
        </p:nvSpPr>
        <p:spPr>
          <a:xfrm>
            <a:off x="8866251" y="2562225"/>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46" name="楕円 45">
            <a:extLst>
              <a:ext uri="{FF2B5EF4-FFF2-40B4-BE49-F238E27FC236}">
                <a16:creationId xmlns:a16="http://schemas.microsoft.com/office/drawing/2014/main" id="{EDEC8E1B-4693-4B05-AA3B-4E9A0020735E}"/>
              </a:ext>
            </a:extLst>
          </p:cNvPr>
          <p:cNvSpPr/>
          <p:nvPr/>
        </p:nvSpPr>
        <p:spPr>
          <a:xfrm>
            <a:off x="8866248" y="327036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47" name="楕円 46">
            <a:extLst>
              <a:ext uri="{FF2B5EF4-FFF2-40B4-BE49-F238E27FC236}">
                <a16:creationId xmlns:a16="http://schemas.microsoft.com/office/drawing/2014/main" id="{99ED02D3-B9F2-4CFB-B249-13535C2659F7}"/>
              </a:ext>
            </a:extLst>
          </p:cNvPr>
          <p:cNvSpPr/>
          <p:nvPr/>
        </p:nvSpPr>
        <p:spPr>
          <a:xfrm>
            <a:off x="8866247" y="452795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cxnSp>
        <p:nvCxnSpPr>
          <p:cNvPr id="53" name="直線矢印コネクタ 52">
            <a:extLst>
              <a:ext uri="{FF2B5EF4-FFF2-40B4-BE49-F238E27FC236}">
                <a16:creationId xmlns:a16="http://schemas.microsoft.com/office/drawing/2014/main" id="{5E228D12-187A-46CC-8B9A-98DBD8BE1501}"/>
              </a:ext>
            </a:extLst>
          </p:cNvPr>
          <p:cNvCxnSpPr>
            <a:stCxn id="4" idx="4"/>
            <a:endCxn id="5" idx="0"/>
          </p:cNvCxnSpPr>
          <p:nvPr/>
        </p:nvCxnSpPr>
        <p:spPr>
          <a:xfrm flipH="1">
            <a:off x="528841" y="2164987"/>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矢印コネクタ 54">
            <a:extLst>
              <a:ext uri="{FF2B5EF4-FFF2-40B4-BE49-F238E27FC236}">
                <a16:creationId xmlns:a16="http://schemas.microsoft.com/office/drawing/2014/main" id="{4F5219B2-2596-46A8-AB7E-377499C7243C}"/>
              </a:ext>
            </a:extLst>
          </p:cNvPr>
          <p:cNvCxnSpPr>
            <a:stCxn id="5" idx="4"/>
            <a:endCxn id="6" idx="0"/>
          </p:cNvCxnSpPr>
          <p:nvPr/>
        </p:nvCxnSpPr>
        <p:spPr>
          <a:xfrm flipH="1">
            <a:off x="528838" y="2903175"/>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矢印コネクタ 56">
            <a:extLst>
              <a:ext uri="{FF2B5EF4-FFF2-40B4-BE49-F238E27FC236}">
                <a16:creationId xmlns:a16="http://schemas.microsoft.com/office/drawing/2014/main" id="{F7EFD191-891A-4ED9-9FB1-5C419B885E92}"/>
              </a:ext>
            </a:extLst>
          </p:cNvPr>
          <p:cNvCxnSpPr>
            <a:stCxn id="6" idx="4"/>
            <a:endCxn id="7" idx="0"/>
          </p:cNvCxnSpPr>
          <p:nvPr/>
        </p:nvCxnSpPr>
        <p:spPr>
          <a:xfrm flipH="1">
            <a:off x="528837" y="361278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63D9DF25-02F1-4605-ABD1-15E00DC659A2}"/>
              </a:ext>
            </a:extLst>
          </p:cNvPr>
          <p:cNvCxnSpPr>
            <a:stCxn id="8" idx="4"/>
            <a:endCxn id="9" idx="0"/>
          </p:cNvCxnSpPr>
          <p:nvPr/>
        </p:nvCxnSpPr>
        <p:spPr>
          <a:xfrm flipH="1">
            <a:off x="1394982" y="2166719"/>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矢印コネクタ 60">
            <a:extLst>
              <a:ext uri="{FF2B5EF4-FFF2-40B4-BE49-F238E27FC236}">
                <a16:creationId xmlns:a16="http://schemas.microsoft.com/office/drawing/2014/main" id="{F2A3BDDA-491E-442B-849A-2C9BE0947693}"/>
              </a:ext>
            </a:extLst>
          </p:cNvPr>
          <p:cNvCxnSpPr>
            <a:stCxn id="9" idx="4"/>
            <a:endCxn id="10" idx="0"/>
          </p:cNvCxnSpPr>
          <p:nvPr/>
        </p:nvCxnSpPr>
        <p:spPr>
          <a:xfrm flipH="1">
            <a:off x="1394979" y="2904907"/>
            <a:ext cx="3" cy="34934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矢印コネクタ 62">
            <a:extLst>
              <a:ext uri="{FF2B5EF4-FFF2-40B4-BE49-F238E27FC236}">
                <a16:creationId xmlns:a16="http://schemas.microsoft.com/office/drawing/2014/main" id="{9F9B7064-F909-4B81-A2E9-A772B3AC3935}"/>
              </a:ext>
            </a:extLst>
          </p:cNvPr>
          <p:cNvCxnSpPr>
            <a:stCxn id="10" idx="4"/>
            <a:endCxn id="11" idx="0"/>
          </p:cNvCxnSpPr>
          <p:nvPr/>
        </p:nvCxnSpPr>
        <p:spPr>
          <a:xfrm flipH="1">
            <a:off x="1394978" y="3614252"/>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70306C91-65C4-459F-92A1-0A3F5D3363F2}"/>
              </a:ext>
            </a:extLst>
          </p:cNvPr>
          <p:cNvCxnSpPr>
            <a:stCxn id="12" idx="4"/>
            <a:endCxn id="13" idx="0"/>
          </p:cNvCxnSpPr>
          <p:nvPr/>
        </p:nvCxnSpPr>
        <p:spPr>
          <a:xfrm flipH="1">
            <a:off x="2261123" y="2168451"/>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F937594B-8195-44B0-89AE-9648EDBB1208}"/>
              </a:ext>
            </a:extLst>
          </p:cNvPr>
          <p:cNvCxnSpPr>
            <a:cxnSpLocks/>
            <a:stCxn id="13" idx="4"/>
            <a:endCxn id="14" idx="0"/>
          </p:cNvCxnSpPr>
          <p:nvPr/>
        </p:nvCxnSpPr>
        <p:spPr>
          <a:xfrm flipH="1">
            <a:off x="2261120" y="2906639"/>
            <a:ext cx="3" cy="34907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矢印コネクタ 68">
            <a:extLst>
              <a:ext uri="{FF2B5EF4-FFF2-40B4-BE49-F238E27FC236}">
                <a16:creationId xmlns:a16="http://schemas.microsoft.com/office/drawing/2014/main" id="{26EF24CB-F92C-44F5-8F9A-53B93EBFEB89}"/>
              </a:ext>
            </a:extLst>
          </p:cNvPr>
          <p:cNvCxnSpPr>
            <a:cxnSpLocks/>
            <a:stCxn id="14" idx="4"/>
            <a:endCxn id="15" idx="0"/>
          </p:cNvCxnSpPr>
          <p:nvPr/>
        </p:nvCxnSpPr>
        <p:spPr>
          <a:xfrm flipH="1">
            <a:off x="2261119" y="361571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矢印コネクタ 70">
            <a:extLst>
              <a:ext uri="{FF2B5EF4-FFF2-40B4-BE49-F238E27FC236}">
                <a16:creationId xmlns:a16="http://schemas.microsoft.com/office/drawing/2014/main" id="{EE939015-6F8A-4B86-B314-8D028C48BDA0}"/>
              </a:ext>
            </a:extLst>
          </p:cNvPr>
          <p:cNvCxnSpPr>
            <a:stCxn id="18" idx="4"/>
            <a:endCxn id="19" idx="0"/>
          </p:cNvCxnSpPr>
          <p:nvPr/>
        </p:nvCxnSpPr>
        <p:spPr>
          <a:xfrm flipH="1">
            <a:off x="3127260" y="3617182"/>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矢印コネクタ 72">
            <a:extLst>
              <a:ext uri="{FF2B5EF4-FFF2-40B4-BE49-F238E27FC236}">
                <a16:creationId xmlns:a16="http://schemas.microsoft.com/office/drawing/2014/main" id="{41C75F2E-CD41-442C-9D2E-6D1FC4F8C30B}"/>
              </a:ext>
            </a:extLst>
          </p:cNvPr>
          <p:cNvCxnSpPr>
            <a:stCxn id="16" idx="4"/>
            <a:endCxn id="17" idx="0"/>
          </p:cNvCxnSpPr>
          <p:nvPr/>
        </p:nvCxnSpPr>
        <p:spPr>
          <a:xfrm flipH="1">
            <a:off x="3127264" y="2170183"/>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矢印コネクタ 74">
            <a:extLst>
              <a:ext uri="{FF2B5EF4-FFF2-40B4-BE49-F238E27FC236}">
                <a16:creationId xmlns:a16="http://schemas.microsoft.com/office/drawing/2014/main" id="{9844BC73-0B33-445B-8388-3A0BC37DDADF}"/>
              </a:ext>
            </a:extLst>
          </p:cNvPr>
          <p:cNvCxnSpPr>
            <a:stCxn id="17" idx="4"/>
            <a:endCxn id="18" idx="0"/>
          </p:cNvCxnSpPr>
          <p:nvPr/>
        </p:nvCxnSpPr>
        <p:spPr>
          <a:xfrm flipH="1">
            <a:off x="3127261" y="2908371"/>
            <a:ext cx="3" cy="348811"/>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矢印コネクタ 76">
            <a:extLst>
              <a:ext uri="{FF2B5EF4-FFF2-40B4-BE49-F238E27FC236}">
                <a16:creationId xmlns:a16="http://schemas.microsoft.com/office/drawing/2014/main" id="{93E63DFF-4D71-429A-A454-151EB07A2DC2}"/>
              </a:ext>
            </a:extLst>
          </p:cNvPr>
          <p:cNvCxnSpPr>
            <a:stCxn id="20" idx="4"/>
            <a:endCxn id="21" idx="0"/>
          </p:cNvCxnSpPr>
          <p:nvPr/>
        </p:nvCxnSpPr>
        <p:spPr>
          <a:xfrm flipH="1">
            <a:off x="3993405" y="2171915"/>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48D1E6BE-1F70-42A6-B8DE-A081641A0339}"/>
              </a:ext>
            </a:extLst>
          </p:cNvPr>
          <p:cNvCxnSpPr>
            <a:stCxn id="21" idx="4"/>
            <a:endCxn id="22" idx="0"/>
          </p:cNvCxnSpPr>
          <p:nvPr/>
        </p:nvCxnSpPr>
        <p:spPr>
          <a:xfrm flipH="1">
            <a:off x="3993402" y="2910103"/>
            <a:ext cx="3" cy="348544"/>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矢印コネクタ 80">
            <a:extLst>
              <a:ext uri="{FF2B5EF4-FFF2-40B4-BE49-F238E27FC236}">
                <a16:creationId xmlns:a16="http://schemas.microsoft.com/office/drawing/2014/main" id="{FCDF71C4-C46C-4F45-9643-94C291BE479F}"/>
              </a:ext>
            </a:extLst>
          </p:cNvPr>
          <p:cNvCxnSpPr>
            <a:stCxn id="22" idx="4"/>
            <a:endCxn id="23" idx="0"/>
          </p:cNvCxnSpPr>
          <p:nvPr/>
        </p:nvCxnSpPr>
        <p:spPr>
          <a:xfrm flipH="1">
            <a:off x="3993401" y="361864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線矢印コネクタ 82">
            <a:extLst>
              <a:ext uri="{FF2B5EF4-FFF2-40B4-BE49-F238E27FC236}">
                <a16:creationId xmlns:a16="http://schemas.microsoft.com/office/drawing/2014/main" id="{FC63CBF5-EDAB-494A-954B-04BED038CDA4}"/>
              </a:ext>
            </a:extLst>
          </p:cNvPr>
          <p:cNvCxnSpPr>
            <a:stCxn id="24" idx="4"/>
            <a:endCxn id="25" idx="0"/>
          </p:cNvCxnSpPr>
          <p:nvPr/>
        </p:nvCxnSpPr>
        <p:spPr>
          <a:xfrm flipH="1">
            <a:off x="4859546" y="2173647"/>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矢印コネクタ 84">
            <a:extLst>
              <a:ext uri="{FF2B5EF4-FFF2-40B4-BE49-F238E27FC236}">
                <a16:creationId xmlns:a16="http://schemas.microsoft.com/office/drawing/2014/main" id="{66F2E981-0A4B-4FB8-A5FC-14CB33D9863D}"/>
              </a:ext>
            </a:extLst>
          </p:cNvPr>
          <p:cNvCxnSpPr>
            <a:stCxn id="25" idx="4"/>
            <a:endCxn id="26" idx="0"/>
          </p:cNvCxnSpPr>
          <p:nvPr/>
        </p:nvCxnSpPr>
        <p:spPr>
          <a:xfrm flipH="1">
            <a:off x="4859543" y="2911835"/>
            <a:ext cx="3" cy="34827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矢印コネクタ 86">
            <a:extLst>
              <a:ext uri="{FF2B5EF4-FFF2-40B4-BE49-F238E27FC236}">
                <a16:creationId xmlns:a16="http://schemas.microsoft.com/office/drawing/2014/main" id="{5D0B413D-54DF-4B48-A102-A71573709D9F}"/>
              </a:ext>
            </a:extLst>
          </p:cNvPr>
          <p:cNvCxnSpPr>
            <a:stCxn id="26" idx="4"/>
            <a:endCxn id="27" idx="0"/>
          </p:cNvCxnSpPr>
          <p:nvPr/>
        </p:nvCxnSpPr>
        <p:spPr>
          <a:xfrm flipH="1">
            <a:off x="4859542" y="3620112"/>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線矢印コネクタ 88">
            <a:extLst>
              <a:ext uri="{FF2B5EF4-FFF2-40B4-BE49-F238E27FC236}">
                <a16:creationId xmlns:a16="http://schemas.microsoft.com/office/drawing/2014/main" id="{A9C2931D-EC60-46D2-9B24-36DCA48B558B}"/>
              </a:ext>
            </a:extLst>
          </p:cNvPr>
          <p:cNvCxnSpPr>
            <a:stCxn id="28" idx="4"/>
            <a:endCxn id="29" idx="0"/>
          </p:cNvCxnSpPr>
          <p:nvPr/>
        </p:nvCxnSpPr>
        <p:spPr>
          <a:xfrm flipH="1">
            <a:off x="5725687" y="2175379"/>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線矢印コネクタ 90">
            <a:extLst>
              <a:ext uri="{FF2B5EF4-FFF2-40B4-BE49-F238E27FC236}">
                <a16:creationId xmlns:a16="http://schemas.microsoft.com/office/drawing/2014/main" id="{AF662493-AA81-44B3-870A-E319B4B439DD}"/>
              </a:ext>
            </a:extLst>
          </p:cNvPr>
          <p:cNvCxnSpPr>
            <a:stCxn id="29" idx="4"/>
            <a:endCxn id="30" idx="0"/>
          </p:cNvCxnSpPr>
          <p:nvPr/>
        </p:nvCxnSpPr>
        <p:spPr>
          <a:xfrm flipH="1">
            <a:off x="5725684" y="2913567"/>
            <a:ext cx="3" cy="348010"/>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矢印コネクタ 92">
            <a:extLst>
              <a:ext uri="{FF2B5EF4-FFF2-40B4-BE49-F238E27FC236}">
                <a16:creationId xmlns:a16="http://schemas.microsoft.com/office/drawing/2014/main" id="{07AD6B7E-37D3-4FD8-AAB7-3697BF715A19}"/>
              </a:ext>
            </a:extLst>
          </p:cNvPr>
          <p:cNvCxnSpPr>
            <a:stCxn id="30" idx="4"/>
            <a:endCxn id="31" idx="0"/>
          </p:cNvCxnSpPr>
          <p:nvPr/>
        </p:nvCxnSpPr>
        <p:spPr>
          <a:xfrm flipH="1">
            <a:off x="5725683" y="362157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矢印コネクタ 94">
            <a:extLst>
              <a:ext uri="{FF2B5EF4-FFF2-40B4-BE49-F238E27FC236}">
                <a16:creationId xmlns:a16="http://schemas.microsoft.com/office/drawing/2014/main" id="{B922D371-6FB2-4453-AFF6-CA0DBF01960A}"/>
              </a:ext>
            </a:extLst>
          </p:cNvPr>
          <p:cNvCxnSpPr>
            <a:stCxn id="34" idx="4"/>
            <a:endCxn id="35" idx="0"/>
          </p:cNvCxnSpPr>
          <p:nvPr/>
        </p:nvCxnSpPr>
        <p:spPr>
          <a:xfrm flipH="1">
            <a:off x="6591824" y="3623042"/>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矢印コネクタ 96">
            <a:extLst>
              <a:ext uri="{FF2B5EF4-FFF2-40B4-BE49-F238E27FC236}">
                <a16:creationId xmlns:a16="http://schemas.microsoft.com/office/drawing/2014/main" id="{C909BCEE-027B-43E7-BA8A-20575D879930}"/>
              </a:ext>
            </a:extLst>
          </p:cNvPr>
          <p:cNvCxnSpPr>
            <a:stCxn id="32" idx="4"/>
            <a:endCxn id="33" idx="0"/>
          </p:cNvCxnSpPr>
          <p:nvPr/>
        </p:nvCxnSpPr>
        <p:spPr>
          <a:xfrm flipH="1">
            <a:off x="6591828" y="2177111"/>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線矢印コネクタ 98">
            <a:extLst>
              <a:ext uri="{FF2B5EF4-FFF2-40B4-BE49-F238E27FC236}">
                <a16:creationId xmlns:a16="http://schemas.microsoft.com/office/drawing/2014/main" id="{0A9B9A30-0F02-4F9B-BC6A-0D917C08C72E}"/>
              </a:ext>
            </a:extLst>
          </p:cNvPr>
          <p:cNvCxnSpPr>
            <a:stCxn id="33" idx="4"/>
            <a:endCxn id="34" idx="0"/>
          </p:cNvCxnSpPr>
          <p:nvPr/>
        </p:nvCxnSpPr>
        <p:spPr>
          <a:xfrm flipH="1">
            <a:off x="6591825" y="2915299"/>
            <a:ext cx="3" cy="347743"/>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線矢印コネクタ 100">
            <a:extLst>
              <a:ext uri="{FF2B5EF4-FFF2-40B4-BE49-F238E27FC236}">
                <a16:creationId xmlns:a16="http://schemas.microsoft.com/office/drawing/2014/main" id="{8ABB34FF-0683-4C5C-9C54-23BF461873C5}"/>
              </a:ext>
            </a:extLst>
          </p:cNvPr>
          <p:cNvCxnSpPr>
            <a:stCxn id="37" idx="4"/>
            <a:endCxn id="38" idx="0"/>
          </p:cNvCxnSpPr>
          <p:nvPr/>
        </p:nvCxnSpPr>
        <p:spPr>
          <a:xfrm flipH="1">
            <a:off x="7457966" y="2917031"/>
            <a:ext cx="3" cy="347476"/>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線矢印コネクタ 102">
            <a:extLst>
              <a:ext uri="{FF2B5EF4-FFF2-40B4-BE49-F238E27FC236}">
                <a16:creationId xmlns:a16="http://schemas.microsoft.com/office/drawing/2014/main" id="{C8226674-1A5F-4F9A-9FE9-AB28DC770BF2}"/>
              </a:ext>
            </a:extLst>
          </p:cNvPr>
          <p:cNvCxnSpPr>
            <a:stCxn id="36" idx="4"/>
            <a:endCxn id="37" idx="0"/>
          </p:cNvCxnSpPr>
          <p:nvPr/>
        </p:nvCxnSpPr>
        <p:spPr>
          <a:xfrm flipH="1">
            <a:off x="7457969" y="2178843"/>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直線矢印コネクタ 104">
            <a:extLst>
              <a:ext uri="{FF2B5EF4-FFF2-40B4-BE49-F238E27FC236}">
                <a16:creationId xmlns:a16="http://schemas.microsoft.com/office/drawing/2014/main" id="{E8D07E17-7135-4A3A-B299-847384AA10D4}"/>
              </a:ext>
            </a:extLst>
          </p:cNvPr>
          <p:cNvCxnSpPr>
            <a:stCxn id="38" idx="4"/>
            <a:endCxn id="39" idx="0"/>
          </p:cNvCxnSpPr>
          <p:nvPr/>
        </p:nvCxnSpPr>
        <p:spPr>
          <a:xfrm flipH="1">
            <a:off x="7457965" y="362450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線矢印コネクタ 106">
            <a:extLst>
              <a:ext uri="{FF2B5EF4-FFF2-40B4-BE49-F238E27FC236}">
                <a16:creationId xmlns:a16="http://schemas.microsoft.com/office/drawing/2014/main" id="{1C25A62C-07F1-4F8D-8F74-5CC84C39161B}"/>
              </a:ext>
            </a:extLst>
          </p:cNvPr>
          <p:cNvCxnSpPr>
            <a:stCxn id="42" idx="4"/>
            <a:endCxn id="43" idx="0"/>
          </p:cNvCxnSpPr>
          <p:nvPr/>
        </p:nvCxnSpPr>
        <p:spPr>
          <a:xfrm flipH="1">
            <a:off x="8324106" y="3625972"/>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直線矢印コネクタ 108">
            <a:extLst>
              <a:ext uri="{FF2B5EF4-FFF2-40B4-BE49-F238E27FC236}">
                <a16:creationId xmlns:a16="http://schemas.microsoft.com/office/drawing/2014/main" id="{80FED51C-24C6-4467-97D7-835E1AEDC790}"/>
              </a:ext>
            </a:extLst>
          </p:cNvPr>
          <p:cNvCxnSpPr>
            <a:stCxn id="41" idx="4"/>
            <a:endCxn id="42" idx="0"/>
          </p:cNvCxnSpPr>
          <p:nvPr/>
        </p:nvCxnSpPr>
        <p:spPr>
          <a:xfrm flipH="1">
            <a:off x="8324107" y="2918763"/>
            <a:ext cx="3" cy="347209"/>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直線矢印コネクタ 110">
            <a:extLst>
              <a:ext uri="{FF2B5EF4-FFF2-40B4-BE49-F238E27FC236}">
                <a16:creationId xmlns:a16="http://schemas.microsoft.com/office/drawing/2014/main" id="{6B365DC5-E784-4476-B831-433CE98FA359}"/>
              </a:ext>
            </a:extLst>
          </p:cNvPr>
          <p:cNvCxnSpPr>
            <a:stCxn id="40" idx="4"/>
            <a:endCxn id="41" idx="0"/>
          </p:cNvCxnSpPr>
          <p:nvPr/>
        </p:nvCxnSpPr>
        <p:spPr>
          <a:xfrm flipH="1">
            <a:off x="8324110" y="2180575"/>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線矢印コネクタ 112">
            <a:extLst>
              <a:ext uri="{FF2B5EF4-FFF2-40B4-BE49-F238E27FC236}">
                <a16:creationId xmlns:a16="http://schemas.microsoft.com/office/drawing/2014/main" id="{4B7D2CB4-9725-42EA-8463-1049ED4BD659}"/>
              </a:ext>
            </a:extLst>
          </p:cNvPr>
          <p:cNvCxnSpPr>
            <a:stCxn id="44" idx="4"/>
            <a:endCxn id="45" idx="0"/>
          </p:cNvCxnSpPr>
          <p:nvPr/>
        </p:nvCxnSpPr>
        <p:spPr>
          <a:xfrm flipH="1">
            <a:off x="9190251" y="2184037"/>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矢印コネクタ 114">
            <a:extLst>
              <a:ext uri="{FF2B5EF4-FFF2-40B4-BE49-F238E27FC236}">
                <a16:creationId xmlns:a16="http://schemas.microsoft.com/office/drawing/2014/main" id="{B6AB3A91-066A-4CD5-8C3C-C7FAE9DB69B3}"/>
              </a:ext>
            </a:extLst>
          </p:cNvPr>
          <p:cNvCxnSpPr>
            <a:stCxn id="45" idx="4"/>
            <a:endCxn id="46" idx="0"/>
          </p:cNvCxnSpPr>
          <p:nvPr/>
        </p:nvCxnSpPr>
        <p:spPr>
          <a:xfrm flipH="1">
            <a:off x="9190248" y="2922225"/>
            <a:ext cx="3" cy="34814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直線矢印コネクタ 116">
            <a:extLst>
              <a:ext uri="{FF2B5EF4-FFF2-40B4-BE49-F238E27FC236}">
                <a16:creationId xmlns:a16="http://schemas.microsoft.com/office/drawing/2014/main" id="{27B48C82-D865-4D09-938C-0C7379FD350A}"/>
              </a:ext>
            </a:extLst>
          </p:cNvPr>
          <p:cNvCxnSpPr>
            <a:stCxn id="46" idx="4"/>
            <a:endCxn id="47" idx="0"/>
          </p:cNvCxnSpPr>
          <p:nvPr/>
        </p:nvCxnSpPr>
        <p:spPr>
          <a:xfrm flipH="1">
            <a:off x="9190247" y="363036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コネクタ: カギ線 131">
            <a:extLst>
              <a:ext uri="{FF2B5EF4-FFF2-40B4-BE49-F238E27FC236}">
                <a16:creationId xmlns:a16="http://schemas.microsoft.com/office/drawing/2014/main" id="{50D31643-F00F-44AF-AFCB-2DE4669536B0}"/>
              </a:ext>
            </a:extLst>
          </p:cNvPr>
          <p:cNvCxnSpPr>
            <a:cxnSpLocks/>
            <a:stCxn id="8" idx="4"/>
            <a:endCxn id="16" idx="1"/>
          </p:cNvCxnSpPr>
          <p:nvPr/>
        </p:nvCxnSpPr>
        <p:spPr>
          <a:xfrm rot="5400000" flipH="1" flipV="1">
            <a:off x="1994664" y="1263222"/>
            <a:ext cx="303815" cy="1503179"/>
          </a:xfrm>
          <a:prstGeom prst="bentConnector5">
            <a:avLst>
              <a:gd name="adj1" fmla="val -75243"/>
              <a:gd name="adj2" fmla="val 93051"/>
              <a:gd name="adj3" fmla="val 178550"/>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6" name="楕円 155">
            <a:extLst>
              <a:ext uri="{FF2B5EF4-FFF2-40B4-BE49-F238E27FC236}">
                <a16:creationId xmlns:a16="http://schemas.microsoft.com/office/drawing/2014/main" id="{BF3B8919-17A7-4667-BBEC-CD588514D11D}"/>
              </a:ext>
            </a:extLst>
          </p:cNvPr>
          <p:cNvSpPr/>
          <p:nvPr/>
        </p:nvSpPr>
        <p:spPr>
          <a:xfrm>
            <a:off x="1082119" y="5205913"/>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57" name="楕円 156">
            <a:extLst>
              <a:ext uri="{FF2B5EF4-FFF2-40B4-BE49-F238E27FC236}">
                <a16:creationId xmlns:a16="http://schemas.microsoft.com/office/drawing/2014/main" id="{AE33CB5B-D28C-46CC-8145-084AE5F08BE3}"/>
              </a:ext>
            </a:extLst>
          </p:cNvPr>
          <p:cNvSpPr/>
          <p:nvPr/>
        </p:nvSpPr>
        <p:spPr>
          <a:xfrm>
            <a:off x="1947100" y="520764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58" name="楕円 157">
            <a:extLst>
              <a:ext uri="{FF2B5EF4-FFF2-40B4-BE49-F238E27FC236}">
                <a16:creationId xmlns:a16="http://schemas.microsoft.com/office/drawing/2014/main" id="{B4DAD651-21C8-4038-B362-6E7E6F8B3D32}"/>
              </a:ext>
            </a:extLst>
          </p:cNvPr>
          <p:cNvSpPr/>
          <p:nvPr/>
        </p:nvSpPr>
        <p:spPr>
          <a:xfrm>
            <a:off x="2812081" y="520937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59" name="楕円 158">
            <a:extLst>
              <a:ext uri="{FF2B5EF4-FFF2-40B4-BE49-F238E27FC236}">
                <a16:creationId xmlns:a16="http://schemas.microsoft.com/office/drawing/2014/main" id="{274E61C6-E8D8-4A05-A8E6-15AA46D01DAB}"/>
              </a:ext>
            </a:extLst>
          </p:cNvPr>
          <p:cNvSpPr/>
          <p:nvPr/>
        </p:nvSpPr>
        <p:spPr>
          <a:xfrm>
            <a:off x="3677062" y="521110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60" name="楕円 159">
            <a:extLst>
              <a:ext uri="{FF2B5EF4-FFF2-40B4-BE49-F238E27FC236}">
                <a16:creationId xmlns:a16="http://schemas.microsoft.com/office/drawing/2014/main" id="{8A04C198-073E-4A19-BEF5-A8FBD790C266}"/>
              </a:ext>
            </a:extLst>
          </p:cNvPr>
          <p:cNvSpPr/>
          <p:nvPr/>
        </p:nvSpPr>
        <p:spPr>
          <a:xfrm>
            <a:off x="4542043" y="5212841"/>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61" name="楕円 160">
            <a:extLst>
              <a:ext uri="{FF2B5EF4-FFF2-40B4-BE49-F238E27FC236}">
                <a16:creationId xmlns:a16="http://schemas.microsoft.com/office/drawing/2014/main" id="{F55CB87A-DABF-44D3-B100-6A3C6A7C95BB}"/>
              </a:ext>
            </a:extLst>
          </p:cNvPr>
          <p:cNvSpPr/>
          <p:nvPr/>
        </p:nvSpPr>
        <p:spPr>
          <a:xfrm>
            <a:off x="5407024" y="5214573"/>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62" name="楕円 161">
            <a:extLst>
              <a:ext uri="{FF2B5EF4-FFF2-40B4-BE49-F238E27FC236}">
                <a16:creationId xmlns:a16="http://schemas.microsoft.com/office/drawing/2014/main" id="{3D92306A-8F52-4A21-98BE-873E7374CEF6}"/>
              </a:ext>
            </a:extLst>
          </p:cNvPr>
          <p:cNvSpPr/>
          <p:nvPr/>
        </p:nvSpPr>
        <p:spPr>
          <a:xfrm>
            <a:off x="6272005" y="521630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63" name="楕円 162">
            <a:extLst>
              <a:ext uri="{FF2B5EF4-FFF2-40B4-BE49-F238E27FC236}">
                <a16:creationId xmlns:a16="http://schemas.microsoft.com/office/drawing/2014/main" id="{B4EF84C6-D89B-419E-94F2-80A201154672}"/>
              </a:ext>
            </a:extLst>
          </p:cNvPr>
          <p:cNvSpPr/>
          <p:nvPr/>
        </p:nvSpPr>
        <p:spPr>
          <a:xfrm>
            <a:off x="7136986" y="521803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64" name="楕円 163">
            <a:extLst>
              <a:ext uri="{FF2B5EF4-FFF2-40B4-BE49-F238E27FC236}">
                <a16:creationId xmlns:a16="http://schemas.microsoft.com/office/drawing/2014/main" id="{4E0745EA-3E82-428E-B78C-96B6FD978F16}"/>
              </a:ext>
            </a:extLst>
          </p:cNvPr>
          <p:cNvSpPr/>
          <p:nvPr/>
        </p:nvSpPr>
        <p:spPr>
          <a:xfrm>
            <a:off x="8001967" y="521976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65" name="楕円 164">
            <a:extLst>
              <a:ext uri="{FF2B5EF4-FFF2-40B4-BE49-F238E27FC236}">
                <a16:creationId xmlns:a16="http://schemas.microsoft.com/office/drawing/2014/main" id="{824603B2-17DD-4513-80E8-2331FBEB8D3B}"/>
              </a:ext>
            </a:extLst>
          </p:cNvPr>
          <p:cNvSpPr/>
          <p:nvPr/>
        </p:nvSpPr>
        <p:spPr>
          <a:xfrm>
            <a:off x="8866948" y="5223231"/>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166" name="直線矢印コネクタ 165">
            <a:extLst>
              <a:ext uri="{FF2B5EF4-FFF2-40B4-BE49-F238E27FC236}">
                <a16:creationId xmlns:a16="http://schemas.microsoft.com/office/drawing/2014/main" id="{EAA1C2AC-BC23-499D-BA1F-85F6B4395FAE}"/>
              </a:ext>
            </a:extLst>
          </p:cNvPr>
          <p:cNvCxnSpPr>
            <a:endCxn id="156" idx="0"/>
          </p:cNvCxnSpPr>
          <p:nvPr/>
        </p:nvCxnSpPr>
        <p:spPr>
          <a:xfrm flipH="1">
            <a:off x="1406119" y="4908403"/>
            <a:ext cx="1" cy="297510"/>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線矢印コネクタ 166">
            <a:extLst>
              <a:ext uri="{FF2B5EF4-FFF2-40B4-BE49-F238E27FC236}">
                <a16:creationId xmlns:a16="http://schemas.microsoft.com/office/drawing/2014/main" id="{DF846F31-EF67-4E88-AB1E-830574DB8A18}"/>
              </a:ext>
            </a:extLst>
          </p:cNvPr>
          <p:cNvCxnSpPr>
            <a:cxnSpLocks/>
            <a:stCxn id="15" idx="4"/>
            <a:endCxn id="157" idx="0"/>
          </p:cNvCxnSpPr>
          <p:nvPr/>
        </p:nvCxnSpPr>
        <p:spPr>
          <a:xfrm>
            <a:off x="2261119" y="4873302"/>
            <a:ext cx="9981" cy="334343"/>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直線矢印コネクタ 167">
            <a:extLst>
              <a:ext uri="{FF2B5EF4-FFF2-40B4-BE49-F238E27FC236}">
                <a16:creationId xmlns:a16="http://schemas.microsoft.com/office/drawing/2014/main" id="{3927328B-AF2A-4B26-BB83-BC03DEBA10AE}"/>
              </a:ext>
            </a:extLst>
          </p:cNvPr>
          <p:cNvCxnSpPr>
            <a:cxnSpLocks/>
            <a:stCxn id="19" idx="4"/>
            <a:endCxn id="158" idx="0"/>
          </p:cNvCxnSpPr>
          <p:nvPr/>
        </p:nvCxnSpPr>
        <p:spPr>
          <a:xfrm>
            <a:off x="3127260" y="4874767"/>
            <a:ext cx="8821" cy="334610"/>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直線矢印コネクタ 168">
            <a:extLst>
              <a:ext uri="{FF2B5EF4-FFF2-40B4-BE49-F238E27FC236}">
                <a16:creationId xmlns:a16="http://schemas.microsoft.com/office/drawing/2014/main" id="{E8F44C3B-9412-4434-AF8F-8B098D9D8666}"/>
              </a:ext>
            </a:extLst>
          </p:cNvPr>
          <p:cNvCxnSpPr>
            <a:cxnSpLocks/>
            <a:stCxn id="23" idx="4"/>
            <a:endCxn id="159" idx="0"/>
          </p:cNvCxnSpPr>
          <p:nvPr/>
        </p:nvCxnSpPr>
        <p:spPr>
          <a:xfrm>
            <a:off x="3993401" y="4876232"/>
            <a:ext cx="7661" cy="33487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直線矢印コネクタ 169">
            <a:extLst>
              <a:ext uri="{FF2B5EF4-FFF2-40B4-BE49-F238E27FC236}">
                <a16:creationId xmlns:a16="http://schemas.microsoft.com/office/drawing/2014/main" id="{81B2CDFD-28E8-46B5-8180-5F75B39E6CC6}"/>
              </a:ext>
            </a:extLst>
          </p:cNvPr>
          <p:cNvCxnSpPr>
            <a:cxnSpLocks/>
            <a:stCxn id="27" idx="4"/>
            <a:endCxn id="160" idx="0"/>
          </p:cNvCxnSpPr>
          <p:nvPr/>
        </p:nvCxnSpPr>
        <p:spPr>
          <a:xfrm>
            <a:off x="4859542" y="4877697"/>
            <a:ext cx="6501" cy="335144"/>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直線矢印コネクタ 170">
            <a:extLst>
              <a:ext uri="{FF2B5EF4-FFF2-40B4-BE49-F238E27FC236}">
                <a16:creationId xmlns:a16="http://schemas.microsoft.com/office/drawing/2014/main" id="{B2E1B6EF-71AA-43D3-A112-A4B30612B17E}"/>
              </a:ext>
            </a:extLst>
          </p:cNvPr>
          <p:cNvCxnSpPr>
            <a:cxnSpLocks/>
            <a:stCxn id="31" idx="4"/>
            <a:endCxn id="161" idx="0"/>
          </p:cNvCxnSpPr>
          <p:nvPr/>
        </p:nvCxnSpPr>
        <p:spPr>
          <a:xfrm>
            <a:off x="5725683" y="4879162"/>
            <a:ext cx="5341" cy="335411"/>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2" name="直線矢印コネクタ 171">
            <a:extLst>
              <a:ext uri="{FF2B5EF4-FFF2-40B4-BE49-F238E27FC236}">
                <a16:creationId xmlns:a16="http://schemas.microsoft.com/office/drawing/2014/main" id="{8128AA2F-9595-4335-AC1A-8A52CD738960}"/>
              </a:ext>
            </a:extLst>
          </p:cNvPr>
          <p:cNvCxnSpPr>
            <a:cxnSpLocks/>
            <a:stCxn id="35" idx="4"/>
            <a:endCxn id="162" idx="0"/>
          </p:cNvCxnSpPr>
          <p:nvPr/>
        </p:nvCxnSpPr>
        <p:spPr>
          <a:xfrm>
            <a:off x="6591824" y="4880627"/>
            <a:ext cx="4181" cy="33567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3" name="直線矢印コネクタ 172">
            <a:extLst>
              <a:ext uri="{FF2B5EF4-FFF2-40B4-BE49-F238E27FC236}">
                <a16:creationId xmlns:a16="http://schemas.microsoft.com/office/drawing/2014/main" id="{9B75D050-76C9-4FC9-918E-915937DB87E4}"/>
              </a:ext>
            </a:extLst>
          </p:cNvPr>
          <p:cNvCxnSpPr>
            <a:cxnSpLocks/>
            <a:stCxn id="39" idx="4"/>
            <a:endCxn id="163" idx="0"/>
          </p:cNvCxnSpPr>
          <p:nvPr/>
        </p:nvCxnSpPr>
        <p:spPr>
          <a:xfrm>
            <a:off x="7457965" y="4882092"/>
            <a:ext cx="3021" cy="33594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線矢印コネクタ 173">
            <a:extLst>
              <a:ext uri="{FF2B5EF4-FFF2-40B4-BE49-F238E27FC236}">
                <a16:creationId xmlns:a16="http://schemas.microsoft.com/office/drawing/2014/main" id="{2BD5064B-3478-4FAE-85F8-A2C0F6552CC5}"/>
              </a:ext>
            </a:extLst>
          </p:cNvPr>
          <p:cNvCxnSpPr>
            <a:cxnSpLocks/>
            <a:stCxn id="43" idx="4"/>
            <a:endCxn id="164" idx="0"/>
          </p:cNvCxnSpPr>
          <p:nvPr/>
        </p:nvCxnSpPr>
        <p:spPr>
          <a:xfrm>
            <a:off x="8324106" y="4883557"/>
            <a:ext cx="1861" cy="3362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直線矢印コネクタ 174">
            <a:extLst>
              <a:ext uri="{FF2B5EF4-FFF2-40B4-BE49-F238E27FC236}">
                <a16:creationId xmlns:a16="http://schemas.microsoft.com/office/drawing/2014/main" id="{3DD23CE4-E5BB-4E07-A7E2-2B392E5EF26F}"/>
              </a:ext>
            </a:extLst>
          </p:cNvPr>
          <p:cNvCxnSpPr>
            <a:cxnSpLocks/>
            <a:stCxn id="47" idx="4"/>
            <a:endCxn id="165" idx="0"/>
          </p:cNvCxnSpPr>
          <p:nvPr/>
        </p:nvCxnSpPr>
        <p:spPr>
          <a:xfrm>
            <a:off x="9190247" y="4887952"/>
            <a:ext cx="701" cy="335279"/>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コネクタ: カギ線 179">
            <a:extLst>
              <a:ext uri="{FF2B5EF4-FFF2-40B4-BE49-F238E27FC236}">
                <a16:creationId xmlns:a16="http://schemas.microsoft.com/office/drawing/2014/main" id="{3F13F392-7E7C-4826-B279-89AF5F27E316}"/>
              </a:ext>
            </a:extLst>
          </p:cNvPr>
          <p:cNvCxnSpPr>
            <a:cxnSpLocks/>
            <a:stCxn id="165" idx="4"/>
            <a:endCxn id="308" idx="0"/>
          </p:cNvCxnSpPr>
          <p:nvPr/>
        </p:nvCxnSpPr>
        <p:spPr>
          <a:xfrm rot="5400000" flipH="1">
            <a:off x="8043735" y="4436019"/>
            <a:ext cx="1697123" cy="597303"/>
          </a:xfrm>
          <a:prstGeom prst="bentConnector5">
            <a:avLst>
              <a:gd name="adj1" fmla="val -13470"/>
              <a:gd name="adj2" fmla="val 62029"/>
              <a:gd name="adj3" fmla="val 113470"/>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コネクタ: カギ線 181">
            <a:extLst>
              <a:ext uri="{FF2B5EF4-FFF2-40B4-BE49-F238E27FC236}">
                <a16:creationId xmlns:a16="http://schemas.microsoft.com/office/drawing/2014/main" id="{7DF3A087-B7E4-4738-B144-25BE614FA999}"/>
              </a:ext>
            </a:extLst>
          </p:cNvPr>
          <p:cNvCxnSpPr>
            <a:cxnSpLocks/>
            <a:stCxn id="164" idx="4"/>
            <a:endCxn id="306" idx="0"/>
          </p:cNvCxnSpPr>
          <p:nvPr/>
        </p:nvCxnSpPr>
        <p:spPr>
          <a:xfrm rot="5400000" flipH="1">
            <a:off x="7169268" y="4423070"/>
            <a:ext cx="1717720" cy="595678"/>
          </a:xfrm>
          <a:prstGeom prst="bentConnector5">
            <a:avLst>
              <a:gd name="adj1" fmla="val -13308"/>
              <a:gd name="adj2" fmla="val 62062"/>
              <a:gd name="adj3" fmla="val 113308"/>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コネクタ: カギ線 183">
            <a:extLst>
              <a:ext uri="{FF2B5EF4-FFF2-40B4-BE49-F238E27FC236}">
                <a16:creationId xmlns:a16="http://schemas.microsoft.com/office/drawing/2014/main" id="{33E66C4A-1087-4035-8208-32CB25F0BD19}"/>
              </a:ext>
            </a:extLst>
          </p:cNvPr>
          <p:cNvCxnSpPr>
            <a:cxnSpLocks/>
            <a:stCxn id="163" idx="4"/>
            <a:endCxn id="304" idx="0"/>
          </p:cNvCxnSpPr>
          <p:nvPr/>
        </p:nvCxnSpPr>
        <p:spPr>
          <a:xfrm rot="5400000" flipH="1">
            <a:off x="6287918" y="4404969"/>
            <a:ext cx="1752084" cy="594053"/>
          </a:xfrm>
          <a:prstGeom prst="bentConnector5">
            <a:avLst>
              <a:gd name="adj1" fmla="val -13047"/>
              <a:gd name="adj2" fmla="val 62095"/>
              <a:gd name="adj3" fmla="val 113047"/>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コネクタ: カギ線 185">
            <a:extLst>
              <a:ext uri="{FF2B5EF4-FFF2-40B4-BE49-F238E27FC236}">
                <a16:creationId xmlns:a16="http://schemas.microsoft.com/office/drawing/2014/main" id="{09EBD17D-66ED-4F91-8937-799582DE2A88}"/>
              </a:ext>
            </a:extLst>
          </p:cNvPr>
          <p:cNvCxnSpPr>
            <a:cxnSpLocks/>
            <a:stCxn id="162" idx="4"/>
            <a:endCxn id="302" idx="0"/>
          </p:cNvCxnSpPr>
          <p:nvPr/>
        </p:nvCxnSpPr>
        <p:spPr>
          <a:xfrm rot="5400000" flipH="1">
            <a:off x="5445671" y="4425971"/>
            <a:ext cx="1708240" cy="592428"/>
          </a:xfrm>
          <a:prstGeom prst="bentConnector5">
            <a:avLst>
              <a:gd name="adj1" fmla="val -13382"/>
              <a:gd name="adj2" fmla="val 62128"/>
              <a:gd name="adj3" fmla="val 113382"/>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コネクタ: カギ線 187">
            <a:extLst>
              <a:ext uri="{FF2B5EF4-FFF2-40B4-BE49-F238E27FC236}">
                <a16:creationId xmlns:a16="http://schemas.microsoft.com/office/drawing/2014/main" id="{F8055B3D-115D-486E-9C8D-A8C4B596E9B8}"/>
              </a:ext>
            </a:extLst>
          </p:cNvPr>
          <p:cNvCxnSpPr>
            <a:cxnSpLocks/>
            <a:stCxn id="161" idx="4"/>
            <a:endCxn id="300" idx="0"/>
          </p:cNvCxnSpPr>
          <p:nvPr/>
        </p:nvCxnSpPr>
        <p:spPr>
          <a:xfrm rot="5400000" flipH="1">
            <a:off x="4555297" y="4398846"/>
            <a:ext cx="1760652" cy="590803"/>
          </a:xfrm>
          <a:prstGeom prst="bentConnector5">
            <a:avLst>
              <a:gd name="adj1" fmla="val -12984"/>
              <a:gd name="adj2" fmla="val 62161"/>
              <a:gd name="adj3" fmla="val 112984"/>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コネクタ: カギ線 189">
            <a:extLst>
              <a:ext uri="{FF2B5EF4-FFF2-40B4-BE49-F238E27FC236}">
                <a16:creationId xmlns:a16="http://schemas.microsoft.com/office/drawing/2014/main" id="{F4DD224B-43B8-4D51-B383-F88752FC242C}"/>
              </a:ext>
            </a:extLst>
          </p:cNvPr>
          <p:cNvCxnSpPr>
            <a:cxnSpLocks/>
            <a:stCxn id="160" idx="4"/>
            <a:endCxn id="298" idx="0"/>
          </p:cNvCxnSpPr>
          <p:nvPr/>
        </p:nvCxnSpPr>
        <p:spPr>
          <a:xfrm rot="5400000" flipH="1">
            <a:off x="3722074" y="4428872"/>
            <a:ext cx="1698760" cy="589178"/>
          </a:xfrm>
          <a:prstGeom prst="bentConnector5">
            <a:avLst>
              <a:gd name="adj1" fmla="val -13457"/>
              <a:gd name="adj2" fmla="val 62195"/>
              <a:gd name="adj3" fmla="val 113457"/>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コネクタ: カギ線 191">
            <a:extLst>
              <a:ext uri="{FF2B5EF4-FFF2-40B4-BE49-F238E27FC236}">
                <a16:creationId xmlns:a16="http://schemas.microsoft.com/office/drawing/2014/main" id="{2E6E5583-2211-4D93-8F5B-5086155A1019}"/>
              </a:ext>
            </a:extLst>
          </p:cNvPr>
          <p:cNvCxnSpPr>
            <a:cxnSpLocks/>
            <a:stCxn id="159" idx="4"/>
            <a:endCxn id="296" idx="0"/>
          </p:cNvCxnSpPr>
          <p:nvPr/>
        </p:nvCxnSpPr>
        <p:spPr>
          <a:xfrm rot="5400000" flipH="1">
            <a:off x="2831700" y="4401747"/>
            <a:ext cx="1751172" cy="587553"/>
          </a:xfrm>
          <a:prstGeom prst="bentConnector5">
            <a:avLst>
              <a:gd name="adj1" fmla="val -13054"/>
              <a:gd name="adj2" fmla="val 62228"/>
              <a:gd name="adj3" fmla="val 113054"/>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コネクタ: カギ線 193">
            <a:extLst>
              <a:ext uri="{FF2B5EF4-FFF2-40B4-BE49-F238E27FC236}">
                <a16:creationId xmlns:a16="http://schemas.microsoft.com/office/drawing/2014/main" id="{24E8122C-829E-4E9A-9CA0-645E3B1CF845}"/>
              </a:ext>
            </a:extLst>
          </p:cNvPr>
          <p:cNvCxnSpPr>
            <a:cxnSpLocks/>
            <a:stCxn id="158" idx="4"/>
            <a:endCxn id="294" idx="0"/>
          </p:cNvCxnSpPr>
          <p:nvPr/>
        </p:nvCxnSpPr>
        <p:spPr>
          <a:xfrm rot="5400000" flipH="1">
            <a:off x="1974413" y="4407709"/>
            <a:ext cx="1737408" cy="585928"/>
          </a:xfrm>
          <a:prstGeom prst="bentConnector5">
            <a:avLst>
              <a:gd name="adj1" fmla="val -13158"/>
              <a:gd name="adj2" fmla="val 62262"/>
              <a:gd name="adj3" fmla="val 113158"/>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コネクタ: カギ線 195">
            <a:extLst>
              <a:ext uri="{FF2B5EF4-FFF2-40B4-BE49-F238E27FC236}">
                <a16:creationId xmlns:a16="http://schemas.microsoft.com/office/drawing/2014/main" id="{9FD810C7-8DAC-4F24-A6D5-D65A8293008D}"/>
              </a:ext>
            </a:extLst>
          </p:cNvPr>
          <p:cNvCxnSpPr>
            <a:cxnSpLocks/>
            <a:stCxn id="157" idx="4"/>
            <a:endCxn id="292" idx="0"/>
          </p:cNvCxnSpPr>
          <p:nvPr/>
        </p:nvCxnSpPr>
        <p:spPr>
          <a:xfrm rot="5400000" flipH="1">
            <a:off x="1114119" y="4410664"/>
            <a:ext cx="1729660" cy="584303"/>
          </a:xfrm>
          <a:prstGeom prst="bentConnector5">
            <a:avLst>
              <a:gd name="adj1" fmla="val -13216"/>
              <a:gd name="adj2" fmla="val 62296"/>
              <a:gd name="adj3" fmla="val 113216"/>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コネクタ: カギ線 197">
            <a:extLst>
              <a:ext uri="{FF2B5EF4-FFF2-40B4-BE49-F238E27FC236}">
                <a16:creationId xmlns:a16="http://schemas.microsoft.com/office/drawing/2014/main" id="{4791C3AA-12DD-40E5-94FB-DC8DD083B1B6}"/>
              </a:ext>
            </a:extLst>
          </p:cNvPr>
          <p:cNvCxnSpPr>
            <a:cxnSpLocks/>
            <a:stCxn id="156" idx="4"/>
            <a:endCxn id="288" idx="0"/>
          </p:cNvCxnSpPr>
          <p:nvPr/>
        </p:nvCxnSpPr>
        <p:spPr>
          <a:xfrm rot="5400000" flipH="1">
            <a:off x="253824" y="4413618"/>
            <a:ext cx="1721912" cy="582678"/>
          </a:xfrm>
          <a:prstGeom prst="bentConnector5">
            <a:avLst>
              <a:gd name="adj1" fmla="val -13276"/>
              <a:gd name="adj2" fmla="val 62331"/>
              <a:gd name="adj3" fmla="val 113276"/>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1" name="正方形/長方形 200">
            <a:extLst>
              <a:ext uri="{FF2B5EF4-FFF2-40B4-BE49-F238E27FC236}">
                <a16:creationId xmlns:a16="http://schemas.microsoft.com/office/drawing/2014/main" id="{D9547175-6445-45BA-8FDB-1534D2754E1E}"/>
              </a:ext>
            </a:extLst>
          </p:cNvPr>
          <p:cNvSpPr/>
          <p:nvPr/>
        </p:nvSpPr>
        <p:spPr>
          <a:xfrm>
            <a:off x="689270" y="3135215"/>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2" name="正方形/長方形 201">
            <a:extLst>
              <a:ext uri="{FF2B5EF4-FFF2-40B4-BE49-F238E27FC236}">
                <a16:creationId xmlns:a16="http://schemas.microsoft.com/office/drawing/2014/main" id="{1F8BE0EC-825A-4888-A3EA-3E3EE89AFFF6}"/>
              </a:ext>
            </a:extLst>
          </p:cNvPr>
          <p:cNvSpPr/>
          <p:nvPr/>
        </p:nvSpPr>
        <p:spPr>
          <a:xfrm>
            <a:off x="1538459" y="3135215"/>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3" name="正方形/長方形 202">
            <a:extLst>
              <a:ext uri="{FF2B5EF4-FFF2-40B4-BE49-F238E27FC236}">
                <a16:creationId xmlns:a16="http://schemas.microsoft.com/office/drawing/2014/main" id="{E837873F-3E11-4BD3-9F0E-1C937D1EA109}"/>
              </a:ext>
            </a:extLst>
          </p:cNvPr>
          <p:cNvSpPr/>
          <p:nvPr/>
        </p:nvSpPr>
        <p:spPr>
          <a:xfrm>
            <a:off x="2480001" y="3113587"/>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4" name="正方形/長方形 203">
            <a:extLst>
              <a:ext uri="{FF2B5EF4-FFF2-40B4-BE49-F238E27FC236}">
                <a16:creationId xmlns:a16="http://schemas.microsoft.com/office/drawing/2014/main" id="{110E330C-BE60-4336-9132-D9D22988E28B}"/>
              </a:ext>
            </a:extLst>
          </p:cNvPr>
          <p:cNvSpPr/>
          <p:nvPr/>
        </p:nvSpPr>
        <p:spPr>
          <a:xfrm>
            <a:off x="3339732" y="3113587"/>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5" name="正方形/長方形 204">
            <a:extLst>
              <a:ext uri="{FF2B5EF4-FFF2-40B4-BE49-F238E27FC236}">
                <a16:creationId xmlns:a16="http://schemas.microsoft.com/office/drawing/2014/main" id="{86BDDD8A-ADEB-4894-A32B-A566A027E471}"/>
              </a:ext>
            </a:extLst>
          </p:cNvPr>
          <p:cNvSpPr/>
          <p:nvPr/>
        </p:nvSpPr>
        <p:spPr>
          <a:xfrm>
            <a:off x="4178314" y="3124194"/>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6" name="正方形/長方形 205">
            <a:extLst>
              <a:ext uri="{FF2B5EF4-FFF2-40B4-BE49-F238E27FC236}">
                <a16:creationId xmlns:a16="http://schemas.microsoft.com/office/drawing/2014/main" id="{3C18CC92-888B-4B4E-ABAA-707F12B9C9A4}"/>
              </a:ext>
            </a:extLst>
          </p:cNvPr>
          <p:cNvSpPr/>
          <p:nvPr/>
        </p:nvSpPr>
        <p:spPr>
          <a:xfrm>
            <a:off x="4939836" y="3124194"/>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7" name="正方形/長方形 206">
            <a:extLst>
              <a:ext uri="{FF2B5EF4-FFF2-40B4-BE49-F238E27FC236}">
                <a16:creationId xmlns:a16="http://schemas.microsoft.com/office/drawing/2014/main" id="{ECE115FF-A7C0-41D8-977C-CADCBD8B93D9}"/>
              </a:ext>
            </a:extLst>
          </p:cNvPr>
          <p:cNvSpPr/>
          <p:nvPr/>
        </p:nvSpPr>
        <p:spPr>
          <a:xfrm>
            <a:off x="5806451" y="3092367"/>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8" name="正方形/長方形 207">
            <a:extLst>
              <a:ext uri="{FF2B5EF4-FFF2-40B4-BE49-F238E27FC236}">
                <a16:creationId xmlns:a16="http://schemas.microsoft.com/office/drawing/2014/main" id="{9AAAF372-1B64-4C85-9DFD-17C38609761E}"/>
              </a:ext>
            </a:extLst>
          </p:cNvPr>
          <p:cNvSpPr/>
          <p:nvPr/>
        </p:nvSpPr>
        <p:spPr>
          <a:xfrm>
            <a:off x="6640935" y="308284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9" name="正方形/長方形 208">
            <a:extLst>
              <a:ext uri="{FF2B5EF4-FFF2-40B4-BE49-F238E27FC236}">
                <a16:creationId xmlns:a16="http://schemas.microsoft.com/office/drawing/2014/main" id="{0A1F5A73-7F4E-42FC-8E2D-FE18763640B6}"/>
              </a:ext>
            </a:extLst>
          </p:cNvPr>
          <p:cNvSpPr/>
          <p:nvPr/>
        </p:nvSpPr>
        <p:spPr>
          <a:xfrm>
            <a:off x="7536453" y="310338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0" name="正方形/長方形 209">
            <a:extLst>
              <a:ext uri="{FF2B5EF4-FFF2-40B4-BE49-F238E27FC236}">
                <a16:creationId xmlns:a16="http://schemas.microsoft.com/office/drawing/2014/main" id="{09BB725E-B4F6-4CF6-AA52-C7D3597223AD}"/>
              </a:ext>
            </a:extLst>
          </p:cNvPr>
          <p:cNvSpPr/>
          <p:nvPr/>
        </p:nvSpPr>
        <p:spPr>
          <a:xfrm>
            <a:off x="8404207" y="3092367"/>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1" name="正方形/長方形 210">
            <a:extLst>
              <a:ext uri="{FF2B5EF4-FFF2-40B4-BE49-F238E27FC236}">
                <a16:creationId xmlns:a16="http://schemas.microsoft.com/office/drawing/2014/main" id="{8C63F190-74D3-497A-BC06-8E1FD0BF3FC6}"/>
              </a:ext>
            </a:extLst>
          </p:cNvPr>
          <p:cNvSpPr/>
          <p:nvPr/>
        </p:nvSpPr>
        <p:spPr>
          <a:xfrm>
            <a:off x="9288252" y="310338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4" name="正方形/長方形 213">
            <a:extLst>
              <a:ext uri="{FF2B5EF4-FFF2-40B4-BE49-F238E27FC236}">
                <a16:creationId xmlns:a16="http://schemas.microsoft.com/office/drawing/2014/main" id="{35F26908-CE38-46F1-8D45-9F18F8292FF0}"/>
              </a:ext>
            </a:extLst>
          </p:cNvPr>
          <p:cNvSpPr/>
          <p:nvPr/>
        </p:nvSpPr>
        <p:spPr>
          <a:xfrm>
            <a:off x="1462259" y="508823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5" name="正方形/長方形 214">
            <a:extLst>
              <a:ext uri="{FF2B5EF4-FFF2-40B4-BE49-F238E27FC236}">
                <a16:creationId xmlns:a16="http://schemas.microsoft.com/office/drawing/2014/main" id="{B4EB3AE8-3883-4EB6-B308-C942EAA119B0}"/>
              </a:ext>
            </a:extLst>
          </p:cNvPr>
          <p:cNvSpPr/>
          <p:nvPr/>
        </p:nvSpPr>
        <p:spPr>
          <a:xfrm>
            <a:off x="2329180" y="5047162"/>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6" name="正方形/長方形 215">
            <a:extLst>
              <a:ext uri="{FF2B5EF4-FFF2-40B4-BE49-F238E27FC236}">
                <a16:creationId xmlns:a16="http://schemas.microsoft.com/office/drawing/2014/main" id="{BD01C55E-B80A-4D71-8EEA-17DD074C7E01}"/>
              </a:ext>
            </a:extLst>
          </p:cNvPr>
          <p:cNvSpPr/>
          <p:nvPr/>
        </p:nvSpPr>
        <p:spPr>
          <a:xfrm>
            <a:off x="3196101" y="5051726"/>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7" name="正方形/長方形 216">
            <a:extLst>
              <a:ext uri="{FF2B5EF4-FFF2-40B4-BE49-F238E27FC236}">
                <a16:creationId xmlns:a16="http://schemas.microsoft.com/office/drawing/2014/main" id="{650F1224-7581-43D3-8D46-2156CD62A94B}"/>
              </a:ext>
            </a:extLst>
          </p:cNvPr>
          <p:cNvSpPr/>
          <p:nvPr/>
        </p:nvSpPr>
        <p:spPr>
          <a:xfrm>
            <a:off x="4063022" y="5060854"/>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8" name="正方形/長方形 217">
            <a:extLst>
              <a:ext uri="{FF2B5EF4-FFF2-40B4-BE49-F238E27FC236}">
                <a16:creationId xmlns:a16="http://schemas.microsoft.com/office/drawing/2014/main" id="{4E366CB2-EA82-4934-86CD-913C52C8636A}"/>
              </a:ext>
            </a:extLst>
          </p:cNvPr>
          <p:cNvSpPr/>
          <p:nvPr/>
        </p:nvSpPr>
        <p:spPr>
          <a:xfrm>
            <a:off x="4929943" y="506541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9" name="正方形/長方形 218">
            <a:extLst>
              <a:ext uri="{FF2B5EF4-FFF2-40B4-BE49-F238E27FC236}">
                <a16:creationId xmlns:a16="http://schemas.microsoft.com/office/drawing/2014/main" id="{396C8283-03AA-42D9-8161-DED3D9F7CB4F}"/>
              </a:ext>
            </a:extLst>
          </p:cNvPr>
          <p:cNvSpPr/>
          <p:nvPr/>
        </p:nvSpPr>
        <p:spPr>
          <a:xfrm>
            <a:off x="5796864" y="5069982"/>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20" name="正方形/長方形 219">
            <a:extLst>
              <a:ext uri="{FF2B5EF4-FFF2-40B4-BE49-F238E27FC236}">
                <a16:creationId xmlns:a16="http://schemas.microsoft.com/office/drawing/2014/main" id="{3F867A61-5A01-4B2E-8514-32300FD57AE8}"/>
              </a:ext>
            </a:extLst>
          </p:cNvPr>
          <p:cNvSpPr/>
          <p:nvPr/>
        </p:nvSpPr>
        <p:spPr>
          <a:xfrm>
            <a:off x="6663785" y="5056290"/>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21" name="正方形/長方形 220">
            <a:extLst>
              <a:ext uri="{FF2B5EF4-FFF2-40B4-BE49-F238E27FC236}">
                <a16:creationId xmlns:a16="http://schemas.microsoft.com/office/drawing/2014/main" id="{FE741693-B435-46A4-BA9F-4499649A2F52}"/>
              </a:ext>
            </a:extLst>
          </p:cNvPr>
          <p:cNvSpPr/>
          <p:nvPr/>
        </p:nvSpPr>
        <p:spPr>
          <a:xfrm>
            <a:off x="7530706" y="5074546"/>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22" name="正方形/長方形 221">
            <a:extLst>
              <a:ext uri="{FF2B5EF4-FFF2-40B4-BE49-F238E27FC236}">
                <a16:creationId xmlns:a16="http://schemas.microsoft.com/office/drawing/2014/main" id="{8031C80F-68BF-47AE-B691-8B262DBA8158}"/>
              </a:ext>
            </a:extLst>
          </p:cNvPr>
          <p:cNvSpPr/>
          <p:nvPr/>
        </p:nvSpPr>
        <p:spPr>
          <a:xfrm>
            <a:off x="8397627" y="5083674"/>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23" name="正方形/長方形 222">
            <a:extLst>
              <a:ext uri="{FF2B5EF4-FFF2-40B4-BE49-F238E27FC236}">
                <a16:creationId xmlns:a16="http://schemas.microsoft.com/office/drawing/2014/main" id="{C4C192F0-D4D7-4437-84E9-084DE6DAE43B}"/>
              </a:ext>
            </a:extLst>
          </p:cNvPr>
          <p:cNvSpPr/>
          <p:nvPr/>
        </p:nvSpPr>
        <p:spPr>
          <a:xfrm>
            <a:off x="9264548" y="5092802"/>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25" name="正方形/長方形 224">
            <a:extLst>
              <a:ext uri="{FF2B5EF4-FFF2-40B4-BE49-F238E27FC236}">
                <a16:creationId xmlns:a16="http://schemas.microsoft.com/office/drawing/2014/main" id="{83C967E2-CE01-48B8-A4F3-CC9425559B83}"/>
              </a:ext>
            </a:extLst>
          </p:cNvPr>
          <p:cNvSpPr/>
          <p:nvPr/>
        </p:nvSpPr>
        <p:spPr>
          <a:xfrm>
            <a:off x="698795" y="2451059"/>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0</a:t>
            </a:r>
            <a:endParaRPr kumimoji="1" lang="ja-JP" altLang="en-US" sz="1200" baseline="-25000" dirty="0">
              <a:solidFill>
                <a:schemeClr val="tx1"/>
              </a:solidFill>
            </a:endParaRPr>
          </a:p>
        </p:txBody>
      </p:sp>
      <p:sp>
        <p:nvSpPr>
          <p:cNvPr id="226" name="正方形/長方形 225">
            <a:extLst>
              <a:ext uri="{FF2B5EF4-FFF2-40B4-BE49-F238E27FC236}">
                <a16:creationId xmlns:a16="http://schemas.microsoft.com/office/drawing/2014/main" id="{550CCFD3-6F3D-48DB-9856-B0305CC546CA}"/>
              </a:ext>
            </a:extLst>
          </p:cNvPr>
          <p:cNvSpPr/>
          <p:nvPr/>
        </p:nvSpPr>
        <p:spPr>
          <a:xfrm>
            <a:off x="1558716" y="244568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1</a:t>
            </a:r>
            <a:endParaRPr lang="ja-JP" altLang="en-US" sz="1200" baseline="-25000" dirty="0">
              <a:solidFill>
                <a:schemeClr val="tx1"/>
              </a:solidFill>
            </a:endParaRPr>
          </a:p>
        </p:txBody>
      </p:sp>
      <p:sp>
        <p:nvSpPr>
          <p:cNvPr id="227" name="正方形/長方形 226">
            <a:extLst>
              <a:ext uri="{FF2B5EF4-FFF2-40B4-BE49-F238E27FC236}">
                <a16:creationId xmlns:a16="http://schemas.microsoft.com/office/drawing/2014/main" id="{E4FD8A0B-42CD-488E-8116-450C55479C5E}"/>
              </a:ext>
            </a:extLst>
          </p:cNvPr>
          <p:cNvSpPr/>
          <p:nvPr/>
        </p:nvSpPr>
        <p:spPr>
          <a:xfrm>
            <a:off x="2418637" y="242778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2</a:t>
            </a:r>
            <a:endParaRPr lang="ja-JP" altLang="en-US" sz="1200" baseline="-25000" dirty="0">
              <a:solidFill>
                <a:schemeClr val="tx1"/>
              </a:solidFill>
            </a:endParaRPr>
          </a:p>
        </p:txBody>
      </p:sp>
      <p:sp>
        <p:nvSpPr>
          <p:cNvPr id="228" name="正方形/長方形 227">
            <a:extLst>
              <a:ext uri="{FF2B5EF4-FFF2-40B4-BE49-F238E27FC236}">
                <a16:creationId xmlns:a16="http://schemas.microsoft.com/office/drawing/2014/main" id="{7A5D8F94-A069-4A70-8DEB-EB6C587DE450}"/>
              </a:ext>
            </a:extLst>
          </p:cNvPr>
          <p:cNvSpPr/>
          <p:nvPr/>
        </p:nvSpPr>
        <p:spPr>
          <a:xfrm>
            <a:off x="3278558" y="242957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3</a:t>
            </a:r>
            <a:endParaRPr lang="ja-JP" altLang="en-US" sz="1200" baseline="-25000" dirty="0">
              <a:solidFill>
                <a:schemeClr val="tx1"/>
              </a:solidFill>
            </a:endParaRPr>
          </a:p>
        </p:txBody>
      </p:sp>
      <p:sp>
        <p:nvSpPr>
          <p:cNvPr id="229" name="正方形/長方形 228">
            <a:extLst>
              <a:ext uri="{FF2B5EF4-FFF2-40B4-BE49-F238E27FC236}">
                <a16:creationId xmlns:a16="http://schemas.microsoft.com/office/drawing/2014/main" id="{349C0ADE-DC59-43BC-B2FC-70A4907287C7}"/>
              </a:ext>
            </a:extLst>
          </p:cNvPr>
          <p:cNvSpPr/>
          <p:nvPr/>
        </p:nvSpPr>
        <p:spPr>
          <a:xfrm>
            <a:off x="4138479" y="243494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4</a:t>
            </a:r>
            <a:endParaRPr lang="ja-JP" altLang="en-US" sz="1200" baseline="-25000" dirty="0">
              <a:solidFill>
                <a:schemeClr val="tx1"/>
              </a:solidFill>
            </a:endParaRPr>
          </a:p>
        </p:txBody>
      </p:sp>
      <p:sp>
        <p:nvSpPr>
          <p:cNvPr id="230" name="正方形/長方形 229">
            <a:extLst>
              <a:ext uri="{FF2B5EF4-FFF2-40B4-BE49-F238E27FC236}">
                <a16:creationId xmlns:a16="http://schemas.microsoft.com/office/drawing/2014/main" id="{1C16CB7D-51D0-4E15-8475-CAD63875776F}"/>
              </a:ext>
            </a:extLst>
          </p:cNvPr>
          <p:cNvSpPr/>
          <p:nvPr/>
        </p:nvSpPr>
        <p:spPr>
          <a:xfrm>
            <a:off x="4998400" y="243673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5</a:t>
            </a:r>
            <a:endParaRPr lang="ja-JP" altLang="en-US" sz="1200" baseline="-25000" dirty="0">
              <a:solidFill>
                <a:schemeClr val="tx1"/>
              </a:solidFill>
            </a:endParaRPr>
          </a:p>
        </p:txBody>
      </p:sp>
      <p:sp>
        <p:nvSpPr>
          <p:cNvPr id="231" name="正方形/長方形 230">
            <a:extLst>
              <a:ext uri="{FF2B5EF4-FFF2-40B4-BE49-F238E27FC236}">
                <a16:creationId xmlns:a16="http://schemas.microsoft.com/office/drawing/2014/main" id="{6EF01BEA-9670-459E-AEEB-8EEF35741516}"/>
              </a:ext>
            </a:extLst>
          </p:cNvPr>
          <p:cNvSpPr/>
          <p:nvPr/>
        </p:nvSpPr>
        <p:spPr>
          <a:xfrm>
            <a:off x="5858321" y="243852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6</a:t>
            </a:r>
            <a:endParaRPr lang="ja-JP" altLang="en-US" sz="1200" baseline="-25000" dirty="0">
              <a:solidFill>
                <a:schemeClr val="tx1"/>
              </a:solidFill>
            </a:endParaRPr>
          </a:p>
        </p:txBody>
      </p:sp>
      <p:sp>
        <p:nvSpPr>
          <p:cNvPr id="232" name="正方形/長方形 231">
            <a:extLst>
              <a:ext uri="{FF2B5EF4-FFF2-40B4-BE49-F238E27FC236}">
                <a16:creationId xmlns:a16="http://schemas.microsoft.com/office/drawing/2014/main" id="{ABE4DB85-850C-4875-912B-A6C83F2FC0F3}"/>
              </a:ext>
            </a:extLst>
          </p:cNvPr>
          <p:cNvSpPr/>
          <p:nvPr/>
        </p:nvSpPr>
        <p:spPr>
          <a:xfrm>
            <a:off x="6718242" y="243136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7</a:t>
            </a:r>
            <a:endParaRPr lang="ja-JP" altLang="en-US" sz="1200" baseline="-25000" dirty="0">
              <a:solidFill>
                <a:schemeClr val="tx1"/>
              </a:solidFill>
            </a:endParaRPr>
          </a:p>
        </p:txBody>
      </p:sp>
      <p:sp>
        <p:nvSpPr>
          <p:cNvPr id="233" name="正方形/長方形 232">
            <a:extLst>
              <a:ext uri="{FF2B5EF4-FFF2-40B4-BE49-F238E27FC236}">
                <a16:creationId xmlns:a16="http://schemas.microsoft.com/office/drawing/2014/main" id="{9551931F-BFED-4EE6-94E6-72CAB7AB8A1F}"/>
              </a:ext>
            </a:extLst>
          </p:cNvPr>
          <p:cNvSpPr/>
          <p:nvPr/>
        </p:nvSpPr>
        <p:spPr>
          <a:xfrm>
            <a:off x="7578163" y="244031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8</a:t>
            </a:r>
            <a:endParaRPr kumimoji="1" lang="ja-JP" altLang="en-US" sz="1200" dirty="0">
              <a:solidFill>
                <a:schemeClr val="tx1"/>
              </a:solidFill>
            </a:endParaRPr>
          </a:p>
        </p:txBody>
      </p:sp>
      <p:sp>
        <p:nvSpPr>
          <p:cNvPr id="234" name="正方形/長方形 233">
            <a:extLst>
              <a:ext uri="{FF2B5EF4-FFF2-40B4-BE49-F238E27FC236}">
                <a16:creationId xmlns:a16="http://schemas.microsoft.com/office/drawing/2014/main" id="{E735DBE1-E9AA-40FA-90DC-D649ABBE0663}"/>
              </a:ext>
            </a:extLst>
          </p:cNvPr>
          <p:cNvSpPr/>
          <p:nvPr/>
        </p:nvSpPr>
        <p:spPr>
          <a:xfrm>
            <a:off x="8438084" y="244210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9</a:t>
            </a:r>
            <a:endParaRPr kumimoji="1" lang="ja-JP" altLang="en-US" sz="1200" dirty="0">
              <a:solidFill>
                <a:schemeClr val="tx1"/>
              </a:solidFill>
            </a:endParaRPr>
          </a:p>
        </p:txBody>
      </p:sp>
      <p:sp>
        <p:nvSpPr>
          <p:cNvPr id="235" name="正方形/長方形 234">
            <a:extLst>
              <a:ext uri="{FF2B5EF4-FFF2-40B4-BE49-F238E27FC236}">
                <a16:creationId xmlns:a16="http://schemas.microsoft.com/office/drawing/2014/main" id="{8B1A4AC0-2131-40AF-92DB-765EFF92091C}"/>
              </a:ext>
            </a:extLst>
          </p:cNvPr>
          <p:cNvSpPr/>
          <p:nvPr/>
        </p:nvSpPr>
        <p:spPr>
          <a:xfrm>
            <a:off x="9298005" y="244747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10</a:t>
            </a:r>
            <a:endParaRPr kumimoji="1" lang="ja-JP" altLang="en-US" sz="1200" dirty="0">
              <a:solidFill>
                <a:schemeClr val="tx1"/>
              </a:solidFill>
            </a:endParaRPr>
          </a:p>
        </p:txBody>
      </p:sp>
      <p:sp>
        <p:nvSpPr>
          <p:cNvPr id="237" name="楕円 236">
            <a:extLst>
              <a:ext uri="{FF2B5EF4-FFF2-40B4-BE49-F238E27FC236}">
                <a16:creationId xmlns:a16="http://schemas.microsoft.com/office/drawing/2014/main" id="{E082E485-F690-44BF-B479-DC2E2538E2D2}"/>
              </a:ext>
            </a:extLst>
          </p:cNvPr>
          <p:cNvSpPr/>
          <p:nvPr/>
        </p:nvSpPr>
        <p:spPr>
          <a:xfrm>
            <a:off x="9732393" y="182057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238" name="楕円 237">
            <a:extLst>
              <a:ext uri="{FF2B5EF4-FFF2-40B4-BE49-F238E27FC236}">
                <a16:creationId xmlns:a16="http://schemas.microsoft.com/office/drawing/2014/main" id="{4FA7EFEA-7DDA-4374-837E-3D34E4E88D3C}"/>
              </a:ext>
            </a:extLst>
          </p:cNvPr>
          <p:cNvSpPr/>
          <p:nvPr/>
        </p:nvSpPr>
        <p:spPr>
          <a:xfrm>
            <a:off x="9732392" y="2558763"/>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239" name="楕円 238">
            <a:extLst>
              <a:ext uri="{FF2B5EF4-FFF2-40B4-BE49-F238E27FC236}">
                <a16:creationId xmlns:a16="http://schemas.microsoft.com/office/drawing/2014/main" id="{FB61E30E-8C9A-4D3F-8C05-8898F35A2030}"/>
              </a:ext>
            </a:extLst>
          </p:cNvPr>
          <p:cNvSpPr/>
          <p:nvPr/>
        </p:nvSpPr>
        <p:spPr>
          <a:xfrm>
            <a:off x="9732389" y="326743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240" name="楕円 239">
            <a:extLst>
              <a:ext uri="{FF2B5EF4-FFF2-40B4-BE49-F238E27FC236}">
                <a16:creationId xmlns:a16="http://schemas.microsoft.com/office/drawing/2014/main" id="{EE486428-1CA2-41FC-BAEB-11063AB9A678}"/>
              </a:ext>
            </a:extLst>
          </p:cNvPr>
          <p:cNvSpPr/>
          <p:nvPr/>
        </p:nvSpPr>
        <p:spPr>
          <a:xfrm>
            <a:off x="9732388" y="452502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242" name="楕円 241">
            <a:extLst>
              <a:ext uri="{FF2B5EF4-FFF2-40B4-BE49-F238E27FC236}">
                <a16:creationId xmlns:a16="http://schemas.microsoft.com/office/drawing/2014/main" id="{72B199F4-D0C3-4A5C-9A6D-25AD148D0507}"/>
              </a:ext>
            </a:extLst>
          </p:cNvPr>
          <p:cNvSpPr/>
          <p:nvPr/>
        </p:nvSpPr>
        <p:spPr>
          <a:xfrm>
            <a:off x="10598533" y="256222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243" name="楕円 242">
            <a:extLst>
              <a:ext uri="{FF2B5EF4-FFF2-40B4-BE49-F238E27FC236}">
                <a16:creationId xmlns:a16="http://schemas.microsoft.com/office/drawing/2014/main" id="{87573DD2-BB0A-4375-948E-7E60849E616C}"/>
              </a:ext>
            </a:extLst>
          </p:cNvPr>
          <p:cNvSpPr/>
          <p:nvPr/>
        </p:nvSpPr>
        <p:spPr>
          <a:xfrm>
            <a:off x="10598530" y="327183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cxnSp>
        <p:nvCxnSpPr>
          <p:cNvPr id="245" name="直線矢印コネクタ 244">
            <a:extLst>
              <a:ext uri="{FF2B5EF4-FFF2-40B4-BE49-F238E27FC236}">
                <a16:creationId xmlns:a16="http://schemas.microsoft.com/office/drawing/2014/main" id="{2BAB084F-C966-4A72-94DC-B824AF366333}"/>
              </a:ext>
            </a:extLst>
          </p:cNvPr>
          <p:cNvCxnSpPr>
            <a:stCxn id="239" idx="4"/>
            <a:endCxn id="240" idx="0"/>
          </p:cNvCxnSpPr>
          <p:nvPr/>
        </p:nvCxnSpPr>
        <p:spPr>
          <a:xfrm flipH="1">
            <a:off x="10056388" y="362743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6" name="直線矢印コネクタ 245">
            <a:extLst>
              <a:ext uri="{FF2B5EF4-FFF2-40B4-BE49-F238E27FC236}">
                <a16:creationId xmlns:a16="http://schemas.microsoft.com/office/drawing/2014/main" id="{53A9B532-CC89-48CA-9FB4-E1AA812C7132}"/>
              </a:ext>
            </a:extLst>
          </p:cNvPr>
          <p:cNvCxnSpPr>
            <a:stCxn id="238" idx="4"/>
            <a:endCxn id="239" idx="0"/>
          </p:cNvCxnSpPr>
          <p:nvPr/>
        </p:nvCxnSpPr>
        <p:spPr>
          <a:xfrm flipH="1">
            <a:off x="10056389" y="2918763"/>
            <a:ext cx="3" cy="348674"/>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7" name="直線矢印コネクタ 246">
            <a:extLst>
              <a:ext uri="{FF2B5EF4-FFF2-40B4-BE49-F238E27FC236}">
                <a16:creationId xmlns:a16="http://schemas.microsoft.com/office/drawing/2014/main" id="{FA2D0E8B-8D1B-4520-BD92-0901E6AC0970}"/>
              </a:ext>
            </a:extLst>
          </p:cNvPr>
          <p:cNvCxnSpPr>
            <a:stCxn id="237" idx="4"/>
            <a:endCxn id="238" idx="0"/>
          </p:cNvCxnSpPr>
          <p:nvPr/>
        </p:nvCxnSpPr>
        <p:spPr>
          <a:xfrm flipH="1">
            <a:off x="10056392" y="2180575"/>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9" name="直線矢印コネクタ 248">
            <a:extLst>
              <a:ext uri="{FF2B5EF4-FFF2-40B4-BE49-F238E27FC236}">
                <a16:creationId xmlns:a16="http://schemas.microsoft.com/office/drawing/2014/main" id="{5FC7C4C4-D494-44BE-8C60-6E212FB4CC3C}"/>
              </a:ext>
            </a:extLst>
          </p:cNvPr>
          <p:cNvCxnSpPr>
            <a:stCxn id="242" idx="4"/>
            <a:endCxn id="243" idx="0"/>
          </p:cNvCxnSpPr>
          <p:nvPr/>
        </p:nvCxnSpPr>
        <p:spPr>
          <a:xfrm flipH="1">
            <a:off x="10922530" y="2922225"/>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0" name="直線矢印コネクタ 249">
            <a:extLst>
              <a:ext uri="{FF2B5EF4-FFF2-40B4-BE49-F238E27FC236}">
                <a16:creationId xmlns:a16="http://schemas.microsoft.com/office/drawing/2014/main" id="{B21412D8-8844-474C-A8FE-637ACD24E136}"/>
              </a:ext>
            </a:extLst>
          </p:cNvPr>
          <p:cNvCxnSpPr>
            <a:cxnSpLocks/>
            <a:stCxn id="243" idx="4"/>
            <a:endCxn id="316" idx="0"/>
          </p:cNvCxnSpPr>
          <p:nvPr/>
        </p:nvCxnSpPr>
        <p:spPr>
          <a:xfrm>
            <a:off x="10922530" y="3631837"/>
            <a:ext cx="8769" cy="87853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1" name="コネクタ: カギ線 250">
            <a:extLst>
              <a:ext uri="{FF2B5EF4-FFF2-40B4-BE49-F238E27FC236}">
                <a16:creationId xmlns:a16="http://schemas.microsoft.com/office/drawing/2014/main" id="{D0BEA347-9059-464D-BAAF-B4F76960399A}"/>
              </a:ext>
            </a:extLst>
          </p:cNvPr>
          <p:cNvCxnSpPr>
            <a:cxnSpLocks/>
            <a:stCxn id="237" idx="4"/>
            <a:endCxn id="264" idx="0"/>
          </p:cNvCxnSpPr>
          <p:nvPr/>
        </p:nvCxnSpPr>
        <p:spPr>
          <a:xfrm rot="16200000" flipH="1">
            <a:off x="10724449" y="1512518"/>
            <a:ext cx="380180" cy="1716293"/>
          </a:xfrm>
          <a:prstGeom prst="bentConnector3">
            <a:avLst>
              <a:gd name="adj1" fmla="val 52642"/>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2" name="楕円 251">
            <a:extLst>
              <a:ext uri="{FF2B5EF4-FFF2-40B4-BE49-F238E27FC236}">
                <a16:creationId xmlns:a16="http://schemas.microsoft.com/office/drawing/2014/main" id="{F9DE0EF5-7C2F-4637-B363-898134D377B7}"/>
              </a:ext>
            </a:extLst>
          </p:cNvPr>
          <p:cNvSpPr/>
          <p:nvPr/>
        </p:nvSpPr>
        <p:spPr>
          <a:xfrm>
            <a:off x="9731929" y="521976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254" name="直線矢印コネクタ 253">
            <a:extLst>
              <a:ext uri="{FF2B5EF4-FFF2-40B4-BE49-F238E27FC236}">
                <a16:creationId xmlns:a16="http://schemas.microsoft.com/office/drawing/2014/main" id="{AB3DD3A8-CC72-47D5-AD16-A230101CA7EB}"/>
              </a:ext>
            </a:extLst>
          </p:cNvPr>
          <p:cNvCxnSpPr>
            <a:cxnSpLocks/>
            <a:stCxn id="240" idx="4"/>
            <a:endCxn id="252" idx="0"/>
          </p:cNvCxnSpPr>
          <p:nvPr/>
        </p:nvCxnSpPr>
        <p:spPr>
          <a:xfrm flipH="1">
            <a:off x="10055929" y="4885022"/>
            <a:ext cx="459" cy="33474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6" name="コネクタ: カギ線 255">
            <a:extLst>
              <a:ext uri="{FF2B5EF4-FFF2-40B4-BE49-F238E27FC236}">
                <a16:creationId xmlns:a16="http://schemas.microsoft.com/office/drawing/2014/main" id="{C0979AA4-64BB-4682-86CC-E82494476D80}"/>
              </a:ext>
            </a:extLst>
          </p:cNvPr>
          <p:cNvCxnSpPr>
            <a:cxnSpLocks/>
            <a:stCxn id="327" idx="4"/>
            <a:endCxn id="312" idx="0"/>
          </p:cNvCxnSpPr>
          <p:nvPr/>
        </p:nvCxnSpPr>
        <p:spPr>
          <a:xfrm rot="5400000" flipH="1">
            <a:off x="9755102" y="4415272"/>
            <a:ext cx="1732682" cy="602172"/>
          </a:xfrm>
          <a:prstGeom prst="bentConnector5">
            <a:avLst>
              <a:gd name="adj1" fmla="val -13193"/>
              <a:gd name="adj2" fmla="val 61931"/>
              <a:gd name="adj3" fmla="val 113193"/>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7" name="正方形/長方形 256">
            <a:extLst>
              <a:ext uri="{FF2B5EF4-FFF2-40B4-BE49-F238E27FC236}">
                <a16:creationId xmlns:a16="http://schemas.microsoft.com/office/drawing/2014/main" id="{A4CB5781-F54B-425F-9D2A-C6F44E92F9F6}"/>
              </a:ext>
            </a:extLst>
          </p:cNvPr>
          <p:cNvSpPr/>
          <p:nvPr/>
        </p:nvSpPr>
        <p:spPr>
          <a:xfrm>
            <a:off x="10151130" y="3077981"/>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58" name="正方形/長方形 257">
            <a:extLst>
              <a:ext uri="{FF2B5EF4-FFF2-40B4-BE49-F238E27FC236}">
                <a16:creationId xmlns:a16="http://schemas.microsoft.com/office/drawing/2014/main" id="{D86C11F0-296A-42D9-AB8A-F7A13D3AC0D8}"/>
              </a:ext>
            </a:extLst>
          </p:cNvPr>
          <p:cNvSpPr/>
          <p:nvPr/>
        </p:nvSpPr>
        <p:spPr>
          <a:xfrm>
            <a:off x="10964652" y="310338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59" name="正方形/長方形 258">
            <a:extLst>
              <a:ext uri="{FF2B5EF4-FFF2-40B4-BE49-F238E27FC236}">
                <a16:creationId xmlns:a16="http://schemas.microsoft.com/office/drawing/2014/main" id="{A555638C-4EFF-4A5A-9CE5-24D03AEFAB72}"/>
              </a:ext>
            </a:extLst>
          </p:cNvPr>
          <p:cNvSpPr/>
          <p:nvPr/>
        </p:nvSpPr>
        <p:spPr>
          <a:xfrm>
            <a:off x="10131469" y="5079110"/>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61" name="正方形/長方形 260">
            <a:extLst>
              <a:ext uri="{FF2B5EF4-FFF2-40B4-BE49-F238E27FC236}">
                <a16:creationId xmlns:a16="http://schemas.microsoft.com/office/drawing/2014/main" id="{50195373-2C55-4880-9276-426D55D50AC8}"/>
              </a:ext>
            </a:extLst>
          </p:cNvPr>
          <p:cNvSpPr/>
          <p:nvPr/>
        </p:nvSpPr>
        <p:spPr>
          <a:xfrm>
            <a:off x="10157926" y="244389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11</a:t>
            </a:r>
            <a:endParaRPr kumimoji="1" lang="ja-JP" altLang="en-US" sz="1200" dirty="0">
              <a:solidFill>
                <a:schemeClr val="tx1"/>
              </a:solidFill>
            </a:endParaRPr>
          </a:p>
        </p:txBody>
      </p:sp>
      <p:sp>
        <p:nvSpPr>
          <p:cNvPr id="262" name="正方形/長方形 261">
            <a:extLst>
              <a:ext uri="{FF2B5EF4-FFF2-40B4-BE49-F238E27FC236}">
                <a16:creationId xmlns:a16="http://schemas.microsoft.com/office/drawing/2014/main" id="{69525A05-F077-48CE-8805-4938B17222E7}"/>
              </a:ext>
            </a:extLst>
          </p:cNvPr>
          <p:cNvSpPr/>
          <p:nvPr/>
        </p:nvSpPr>
        <p:spPr>
          <a:xfrm>
            <a:off x="11017847" y="244926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12</a:t>
            </a:r>
            <a:endParaRPr kumimoji="1" lang="ja-JP" altLang="en-US" sz="1200" dirty="0">
              <a:solidFill>
                <a:schemeClr val="tx1"/>
              </a:solidFill>
            </a:endParaRPr>
          </a:p>
        </p:txBody>
      </p:sp>
      <p:cxnSp>
        <p:nvCxnSpPr>
          <p:cNvPr id="270" name="コネクタ: カギ線 269">
            <a:extLst>
              <a:ext uri="{FF2B5EF4-FFF2-40B4-BE49-F238E27FC236}">
                <a16:creationId xmlns:a16="http://schemas.microsoft.com/office/drawing/2014/main" id="{5FDBED61-36C5-4A8D-8A0E-F503960378E6}"/>
              </a:ext>
            </a:extLst>
          </p:cNvPr>
          <p:cNvCxnSpPr>
            <a:cxnSpLocks/>
            <a:stCxn id="252" idx="4"/>
            <a:endCxn id="310" idx="0"/>
          </p:cNvCxnSpPr>
          <p:nvPr/>
        </p:nvCxnSpPr>
        <p:spPr>
          <a:xfrm rot="5400000" flipH="1">
            <a:off x="8894597" y="4418437"/>
            <a:ext cx="1723736" cy="598928"/>
          </a:xfrm>
          <a:prstGeom prst="bentConnector5">
            <a:avLst>
              <a:gd name="adj1" fmla="val -13262"/>
              <a:gd name="adj2" fmla="val 61996"/>
              <a:gd name="adj3" fmla="val 113262"/>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3" name="正方形/長方形 272">
            <a:extLst>
              <a:ext uri="{FF2B5EF4-FFF2-40B4-BE49-F238E27FC236}">
                <a16:creationId xmlns:a16="http://schemas.microsoft.com/office/drawing/2014/main" id="{9FE3A06E-42CA-43D5-9E46-F2AF04639E4A}"/>
              </a:ext>
            </a:extLst>
          </p:cNvPr>
          <p:cNvSpPr/>
          <p:nvPr/>
        </p:nvSpPr>
        <p:spPr>
          <a:xfrm>
            <a:off x="632120" y="1689059"/>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kumimoji="1" lang="ja-JP" altLang="en-US" sz="1200" baseline="-25000" dirty="0">
              <a:solidFill>
                <a:schemeClr val="tx1"/>
              </a:solidFill>
            </a:endParaRPr>
          </a:p>
        </p:txBody>
      </p:sp>
      <p:sp>
        <p:nvSpPr>
          <p:cNvPr id="274" name="正方形/長方形 273">
            <a:extLst>
              <a:ext uri="{FF2B5EF4-FFF2-40B4-BE49-F238E27FC236}">
                <a16:creationId xmlns:a16="http://schemas.microsoft.com/office/drawing/2014/main" id="{67075E2A-2F96-4E3C-A6BA-6B62C952C4CD}"/>
              </a:ext>
            </a:extLst>
          </p:cNvPr>
          <p:cNvSpPr/>
          <p:nvPr/>
        </p:nvSpPr>
        <p:spPr>
          <a:xfrm>
            <a:off x="1481309" y="1686782"/>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dirty="0">
              <a:solidFill>
                <a:schemeClr val="tx1"/>
              </a:solidFill>
            </a:endParaRPr>
          </a:p>
        </p:txBody>
      </p:sp>
      <p:sp>
        <p:nvSpPr>
          <p:cNvPr id="275" name="正方形/長方形 274">
            <a:extLst>
              <a:ext uri="{FF2B5EF4-FFF2-40B4-BE49-F238E27FC236}">
                <a16:creationId xmlns:a16="http://schemas.microsoft.com/office/drawing/2014/main" id="{68AAFECC-4913-4CEA-8403-C696A5780317}"/>
              </a:ext>
            </a:extLst>
          </p:cNvPr>
          <p:cNvSpPr/>
          <p:nvPr/>
        </p:nvSpPr>
        <p:spPr>
          <a:xfrm>
            <a:off x="2422851" y="166578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76" name="正方形/長方形 275">
            <a:extLst>
              <a:ext uri="{FF2B5EF4-FFF2-40B4-BE49-F238E27FC236}">
                <a16:creationId xmlns:a16="http://schemas.microsoft.com/office/drawing/2014/main" id="{D7A06B7D-5086-4FF0-9DA5-38325373D5F3}"/>
              </a:ext>
            </a:extLst>
          </p:cNvPr>
          <p:cNvSpPr/>
          <p:nvPr/>
        </p:nvSpPr>
        <p:spPr>
          <a:xfrm>
            <a:off x="3282582" y="1668696"/>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77" name="正方形/長方形 276">
            <a:extLst>
              <a:ext uri="{FF2B5EF4-FFF2-40B4-BE49-F238E27FC236}">
                <a16:creationId xmlns:a16="http://schemas.microsoft.com/office/drawing/2014/main" id="{C4B21E31-CC73-408E-A54D-533D31E1A3B7}"/>
              </a:ext>
            </a:extLst>
          </p:cNvPr>
          <p:cNvSpPr/>
          <p:nvPr/>
        </p:nvSpPr>
        <p:spPr>
          <a:xfrm>
            <a:off x="4111639" y="1677423"/>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78" name="正方形/長方形 277">
            <a:extLst>
              <a:ext uri="{FF2B5EF4-FFF2-40B4-BE49-F238E27FC236}">
                <a16:creationId xmlns:a16="http://schemas.microsoft.com/office/drawing/2014/main" id="{D77D7450-E52A-48A9-B1D7-594AC8B1E1A7}"/>
              </a:ext>
            </a:extLst>
          </p:cNvPr>
          <p:cNvSpPr/>
          <p:nvPr/>
        </p:nvSpPr>
        <p:spPr>
          <a:xfrm>
            <a:off x="4863636" y="1680332"/>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79" name="正方形/長方形 278">
            <a:extLst>
              <a:ext uri="{FF2B5EF4-FFF2-40B4-BE49-F238E27FC236}">
                <a16:creationId xmlns:a16="http://schemas.microsoft.com/office/drawing/2014/main" id="{0F492A67-BF87-43A5-B241-CEC8B3C5505B}"/>
              </a:ext>
            </a:extLst>
          </p:cNvPr>
          <p:cNvSpPr/>
          <p:nvPr/>
        </p:nvSpPr>
        <p:spPr>
          <a:xfrm>
            <a:off x="5687785" y="1683241"/>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80" name="正方形/長方形 279">
            <a:extLst>
              <a:ext uri="{FF2B5EF4-FFF2-40B4-BE49-F238E27FC236}">
                <a16:creationId xmlns:a16="http://schemas.microsoft.com/office/drawing/2014/main" id="{0B907516-214D-4240-B54A-8F9ED21F489C}"/>
              </a:ext>
            </a:extLst>
          </p:cNvPr>
          <p:cNvSpPr/>
          <p:nvPr/>
        </p:nvSpPr>
        <p:spPr>
          <a:xfrm>
            <a:off x="6493694" y="1671605"/>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81" name="正方形/長方形 280">
            <a:extLst>
              <a:ext uri="{FF2B5EF4-FFF2-40B4-BE49-F238E27FC236}">
                <a16:creationId xmlns:a16="http://schemas.microsoft.com/office/drawing/2014/main" id="{B4E211ED-59ED-49EC-A31A-4E355B09C641}"/>
              </a:ext>
            </a:extLst>
          </p:cNvPr>
          <p:cNvSpPr/>
          <p:nvPr/>
        </p:nvSpPr>
        <p:spPr>
          <a:xfrm>
            <a:off x="7398737" y="1684505"/>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kumimoji="1" lang="ja-JP" altLang="en-US" sz="1200" dirty="0">
              <a:solidFill>
                <a:schemeClr val="tx1"/>
              </a:solidFill>
            </a:endParaRPr>
          </a:p>
        </p:txBody>
      </p:sp>
      <p:sp>
        <p:nvSpPr>
          <p:cNvPr id="282" name="正方形/長方形 281">
            <a:extLst>
              <a:ext uri="{FF2B5EF4-FFF2-40B4-BE49-F238E27FC236}">
                <a16:creationId xmlns:a16="http://schemas.microsoft.com/office/drawing/2014/main" id="{954FAF61-1E61-4B55-8BAB-80FB6682A67C}"/>
              </a:ext>
            </a:extLst>
          </p:cNvPr>
          <p:cNvSpPr/>
          <p:nvPr/>
        </p:nvSpPr>
        <p:spPr>
          <a:xfrm>
            <a:off x="8276016" y="1686150"/>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kumimoji="1" lang="ja-JP" altLang="en-US" sz="1200" dirty="0">
              <a:solidFill>
                <a:schemeClr val="tx1"/>
              </a:solidFill>
            </a:endParaRPr>
          </a:p>
        </p:txBody>
      </p:sp>
      <p:sp>
        <p:nvSpPr>
          <p:cNvPr id="283" name="正方形/長方形 282">
            <a:extLst>
              <a:ext uri="{FF2B5EF4-FFF2-40B4-BE49-F238E27FC236}">
                <a16:creationId xmlns:a16="http://schemas.microsoft.com/office/drawing/2014/main" id="{BE6690DF-FEA1-4063-979B-F869FC949232}"/>
              </a:ext>
            </a:extLst>
          </p:cNvPr>
          <p:cNvSpPr/>
          <p:nvPr/>
        </p:nvSpPr>
        <p:spPr>
          <a:xfrm>
            <a:off x="9179111" y="1687415"/>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kumimoji="1" lang="ja-JP" altLang="en-US" sz="1200" dirty="0">
              <a:solidFill>
                <a:schemeClr val="tx1"/>
              </a:solidFill>
            </a:endParaRPr>
          </a:p>
        </p:txBody>
      </p:sp>
      <p:sp>
        <p:nvSpPr>
          <p:cNvPr id="285" name="正方形/長方形 284">
            <a:extLst>
              <a:ext uri="{FF2B5EF4-FFF2-40B4-BE49-F238E27FC236}">
                <a16:creationId xmlns:a16="http://schemas.microsoft.com/office/drawing/2014/main" id="{36E3F1D4-4ECA-46BC-9894-B578563C799D}"/>
              </a:ext>
            </a:extLst>
          </p:cNvPr>
          <p:cNvSpPr/>
          <p:nvPr/>
        </p:nvSpPr>
        <p:spPr>
          <a:xfrm>
            <a:off x="9952416" y="1686150"/>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kumimoji="1" lang="ja-JP" altLang="en-US" sz="1200" dirty="0">
              <a:solidFill>
                <a:schemeClr val="tx1"/>
              </a:solidFill>
            </a:endParaRPr>
          </a:p>
        </p:txBody>
      </p:sp>
      <p:sp>
        <p:nvSpPr>
          <p:cNvPr id="288" name="四角形: 角を丸くする 287">
            <a:extLst>
              <a:ext uri="{FF2B5EF4-FFF2-40B4-BE49-F238E27FC236}">
                <a16:creationId xmlns:a16="http://schemas.microsoft.com/office/drawing/2014/main" id="{97B47D32-EFC0-4AB3-8CB6-487228A82E51}"/>
              </a:ext>
            </a:extLst>
          </p:cNvPr>
          <p:cNvSpPr/>
          <p:nvPr/>
        </p:nvSpPr>
        <p:spPr>
          <a:xfrm>
            <a:off x="643138" y="3844001"/>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1" name="四角形: 角を丸くする 290">
            <a:extLst>
              <a:ext uri="{FF2B5EF4-FFF2-40B4-BE49-F238E27FC236}">
                <a16:creationId xmlns:a16="http://schemas.microsoft.com/office/drawing/2014/main" id="{118BE76C-AFC7-46E4-A322-438F9A8ED5B8}"/>
              </a:ext>
            </a:extLst>
          </p:cNvPr>
          <p:cNvSpPr/>
          <p:nvPr/>
        </p:nvSpPr>
        <p:spPr>
          <a:xfrm>
            <a:off x="1177249" y="5659019"/>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292" name="四角形: 角を丸くする 291">
            <a:extLst>
              <a:ext uri="{FF2B5EF4-FFF2-40B4-BE49-F238E27FC236}">
                <a16:creationId xmlns:a16="http://schemas.microsoft.com/office/drawing/2014/main" id="{C8698A6A-9B11-4C6B-98BF-C7F93A3377E5}"/>
              </a:ext>
            </a:extLst>
          </p:cNvPr>
          <p:cNvSpPr/>
          <p:nvPr/>
        </p:nvSpPr>
        <p:spPr>
          <a:xfrm>
            <a:off x="1506494" y="3837985"/>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3" name="四角形: 角を丸くする 292">
            <a:extLst>
              <a:ext uri="{FF2B5EF4-FFF2-40B4-BE49-F238E27FC236}">
                <a16:creationId xmlns:a16="http://schemas.microsoft.com/office/drawing/2014/main" id="{4CBE9611-8C48-4125-BC38-C452F2E86E52}"/>
              </a:ext>
            </a:extLst>
          </p:cNvPr>
          <p:cNvSpPr/>
          <p:nvPr/>
        </p:nvSpPr>
        <p:spPr>
          <a:xfrm>
            <a:off x="2110699" y="5659019"/>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294" name="四角形: 角を丸くする 293">
            <a:extLst>
              <a:ext uri="{FF2B5EF4-FFF2-40B4-BE49-F238E27FC236}">
                <a16:creationId xmlns:a16="http://schemas.microsoft.com/office/drawing/2014/main" id="{569ED9DF-7C97-456D-B291-3D265CD6FAAE}"/>
              </a:ext>
            </a:extLst>
          </p:cNvPr>
          <p:cNvSpPr/>
          <p:nvPr/>
        </p:nvSpPr>
        <p:spPr>
          <a:xfrm>
            <a:off x="2369850" y="3831969"/>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5" name="四角形: 角を丸くする 294">
            <a:extLst>
              <a:ext uri="{FF2B5EF4-FFF2-40B4-BE49-F238E27FC236}">
                <a16:creationId xmlns:a16="http://schemas.microsoft.com/office/drawing/2014/main" id="{9C5938DD-9CAE-46C7-BFF0-ECFDC3F299DD}"/>
              </a:ext>
            </a:extLst>
          </p:cNvPr>
          <p:cNvSpPr/>
          <p:nvPr/>
        </p:nvSpPr>
        <p:spPr>
          <a:xfrm>
            <a:off x="3072724" y="5659019"/>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296" name="四角形: 角を丸くする 295">
            <a:extLst>
              <a:ext uri="{FF2B5EF4-FFF2-40B4-BE49-F238E27FC236}">
                <a16:creationId xmlns:a16="http://schemas.microsoft.com/office/drawing/2014/main" id="{EA4E46B0-4FD1-40D9-A8A9-D21C0F0C50DD}"/>
              </a:ext>
            </a:extLst>
          </p:cNvPr>
          <p:cNvSpPr/>
          <p:nvPr/>
        </p:nvSpPr>
        <p:spPr>
          <a:xfrm>
            <a:off x="3233206" y="3819937"/>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7" name="四角形: 角を丸くする 296">
            <a:extLst>
              <a:ext uri="{FF2B5EF4-FFF2-40B4-BE49-F238E27FC236}">
                <a16:creationId xmlns:a16="http://schemas.microsoft.com/office/drawing/2014/main" id="{D31CF553-B1F2-409D-9A0E-D0050F503996}"/>
              </a:ext>
            </a:extLst>
          </p:cNvPr>
          <p:cNvSpPr/>
          <p:nvPr/>
        </p:nvSpPr>
        <p:spPr>
          <a:xfrm>
            <a:off x="4006174" y="5659019"/>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298" name="四角形: 角を丸くする 297">
            <a:extLst>
              <a:ext uri="{FF2B5EF4-FFF2-40B4-BE49-F238E27FC236}">
                <a16:creationId xmlns:a16="http://schemas.microsoft.com/office/drawing/2014/main" id="{195C5337-04BA-4428-B8E4-FA9718203868}"/>
              </a:ext>
            </a:extLst>
          </p:cNvPr>
          <p:cNvSpPr/>
          <p:nvPr/>
        </p:nvSpPr>
        <p:spPr>
          <a:xfrm>
            <a:off x="4096562" y="3874081"/>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9" name="四角形: 角を丸くする 298">
            <a:extLst>
              <a:ext uri="{FF2B5EF4-FFF2-40B4-BE49-F238E27FC236}">
                <a16:creationId xmlns:a16="http://schemas.microsoft.com/office/drawing/2014/main" id="{A62D867D-4BC4-40BF-9118-73F0E279B560}"/>
              </a:ext>
            </a:extLst>
          </p:cNvPr>
          <p:cNvSpPr/>
          <p:nvPr/>
        </p:nvSpPr>
        <p:spPr>
          <a:xfrm>
            <a:off x="4777699" y="5668544"/>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00" name="四角形: 角を丸くする 299">
            <a:extLst>
              <a:ext uri="{FF2B5EF4-FFF2-40B4-BE49-F238E27FC236}">
                <a16:creationId xmlns:a16="http://schemas.microsoft.com/office/drawing/2014/main" id="{CC3CD08B-6FA7-4F7F-8CE2-61EF93D9AF79}"/>
              </a:ext>
            </a:extLst>
          </p:cNvPr>
          <p:cNvSpPr/>
          <p:nvPr/>
        </p:nvSpPr>
        <p:spPr>
          <a:xfrm>
            <a:off x="4959918" y="3813921"/>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301" name="四角形: 角を丸くする 300">
            <a:extLst>
              <a:ext uri="{FF2B5EF4-FFF2-40B4-BE49-F238E27FC236}">
                <a16:creationId xmlns:a16="http://schemas.microsoft.com/office/drawing/2014/main" id="{3FBBC81A-9117-4322-8EA9-A1BE49ECA765}"/>
              </a:ext>
            </a:extLst>
          </p:cNvPr>
          <p:cNvSpPr/>
          <p:nvPr/>
        </p:nvSpPr>
        <p:spPr>
          <a:xfrm>
            <a:off x="5529697" y="5649908"/>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02" name="四角形: 角を丸くする 301">
            <a:extLst>
              <a:ext uri="{FF2B5EF4-FFF2-40B4-BE49-F238E27FC236}">
                <a16:creationId xmlns:a16="http://schemas.microsoft.com/office/drawing/2014/main" id="{0BC36001-AEA1-4A8B-ADF5-F33C52505782}"/>
              </a:ext>
            </a:extLst>
          </p:cNvPr>
          <p:cNvSpPr/>
          <p:nvPr/>
        </p:nvSpPr>
        <p:spPr>
          <a:xfrm>
            <a:off x="5823274" y="3868065"/>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303" name="四角形: 角を丸くする 302">
            <a:extLst>
              <a:ext uri="{FF2B5EF4-FFF2-40B4-BE49-F238E27FC236}">
                <a16:creationId xmlns:a16="http://schemas.microsoft.com/office/drawing/2014/main" id="{6EF85C9C-251B-42C1-95A7-37D3585F768B}"/>
              </a:ext>
            </a:extLst>
          </p:cNvPr>
          <p:cNvSpPr/>
          <p:nvPr/>
        </p:nvSpPr>
        <p:spPr>
          <a:xfrm>
            <a:off x="6378072" y="5649908"/>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04" name="四角形: 角を丸くする 303">
            <a:extLst>
              <a:ext uri="{FF2B5EF4-FFF2-40B4-BE49-F238E27FC236}">
                <a16:creationId xmlns:a16="http://schemas.microsoft.com/office/drawing/2014/main" id="{82C695B1-EBEA-4251-BEFA-7CE3BD3F678A}"/>
              </a:ext>
            </a:extLst>
          </p:cNvPr>
          <p:cNvSpPr/>
          <p:nvPr/>
        </p:nvSpPr>
        <p:spPr>
          <a:xfrm>
            <a:off x="6686630" y="3825953"/>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305" name="四角形: 角を丸くする 304">
            <a:extLst>
              <a:ext uri="{FF2B5EF4-FFF2-40B4-BE49-F238E27FC236}">
                <a16:creationId xmlns:a16="http://schemas.microsoft.com/office/drawing/2014/main" id="{10D2D343-36A9-4AB9-8C1C-85F91AC59752}"/>
              </a:ext>
            </a:extLst>
          </p:cNvPr>
          <p:cNvSpPr/>
          <p:nvPr/>
        </p:nvSpPr>
        <p:spPr>
          <a:xfrm>
            <a:off x="7233485" y="5659019"/>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06" name="四角形: 角を丸くする 305">
            <a:extLst>
              <a:ext uri="{FF2B5EF4-FFF2-40B4-BE49-F238E27FC236}">
                <a16:creationId xmlns:a16="http://schemas.microsoft.com/office/drawing/2014/main" id="{FC7B5265-2F45-4554-8E51-F38B7EA7E4AB}"/>
              </a:ext>
            </a:extLst>
          </p:cNvPr>
          <p:cNvSpPr/>
          <p:nvPr/>
        </p:nvSpPr>
        <p:spPr>
          <a:xfrm>
            <a:off x="7549986" y="3862049"/>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307" name="四角形: 角を丸くする 306">
            <a:extLst>
              <a:ext uri="{FF2B5EF4-FFF2-40B4-BE49-F238E27FC236}">
                <a16:creationId xmlns:a16="http://schemas.microsoft.com/office/drawing/2014/main" id="{93B4244B-3810-4C97-96AE-9AB58EB08D52}"/>
              </a:ext>
            </a:extLst>
          </p:cNvPr>
          <p:cNvSpPr/>
          <p:nvPr/>
        </p:nvSpPr>
        <p:spPr>
          <a:xfrm>
            <a:off x="8140024" y="5668544"/>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08" name="四角形: 角を丸くする 307">
            <a:extLst>
              <a:ext uri="{FF2B5EF4-FFF2-40B4-BE49-F238E27FC236}">
                <a16:creationId xmlns:a16="http://schemas.microsoft.com/office/drawing/2014/main" id="{B5C213DA-DBAC-4CBE-98C4-D7C3140F5F5A}"/>
              </a:ext>
            </a:extLst>
          </p:cNvPr>
          <p:cNvSpPr/>
          <p:nvPr/>
        </p:nvSpPr>
        <p:spPr>
          <a:xfrm>
            <a:off x="8413342" y="3886108"/>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309" name="四角形: 角を丸くする 308">
            <a:extLst>
              <a:ext uri="{FF2B5EF4-FFF2-40B4-BE49-F238E27FC236}">
                <a16:creationId xmlns:a16="http://schemas.microsoft.com/office/drawing/2014/main" id="{7A9C1CE6-EE1C-4ACC-B93D-7203D76470A2}"/>
              </a:ext>
            </a:extLst>
          </p:cNvPr>
          <p:cNvSpPr/>
          <p:nvPr/>
        </p:nvSpPr>
        <p:spPr>
          <a:xfrm>
            <a:off x="9073474" y="5668544"/>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10" name="四角形: 角を丸くする 309">
            <a:extLst>
              <a:ext uri="{FF2B5EF4-FFF2-40B4-BE49-F238E27FC236}">
                <a16:creationId xmlns:a16="http://schemas.microsoft.com/office/drawing/2014/main" id="{76E83890-2584-4249-BFED-E112F04EAB5A}"/>
              </a:ext>
            </a:extLst>
          </p:cNvPr>
          <p:cNvSpPr/>
          <p:nvPr/>
        </p:nvSpPr>
        <p:spPr>
          <a:xfrm>
            <a:off x="9276698" y="3856033"/>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311" name="四角形: 角を丸くする 310">
            <a:extLst>
              <a:ext uri="{FF2B5EF4-FFF2-40B4-BE49-F238E27FC236}">
                <a16:creationId xmlns:a16="http://schemas.microsoft.com/office/drawing/2014/main" id="{1EB36A7C-63BC-4618-9C64-C89226166424}"/>
              </a:ext>
            </a:extLst>
          </p:cNvPr>
          <p:cNvSpPr/>
          <p:nvPr/>
        </p:nvSpPr>
        <p:spPr>
          <a:xfrm>
            <a:off x="9883712" y="5668544"/>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12" name="四角形: 角を丸くする 311">
            <a:extLst>
              <a:ext uri="{FF2B5EF4-FFF2-40B4-BE49-F238E27FC236}">
                <a16:creationId xmlns:a16="http://schemas.microsoft.com/office/drawing/2014/main" id="{EE4AD687-31B6-423F-BD4D-64C6AA01C7CB}"/>
              </a:ext>
            </a:extLst>
          </p:cNvPr>
          <p:cNvSpPr/>
          <p:nvPr/>
        </p:nvSpPr>
        <p:spPr>
          <a:xfrm>
            <a:off x="10140054" y="3850017"/>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cxnSp>
        <p:nvCxnSpPr>
          <p:cNvPr id="352" name="直線矢印コネクタ 351">
            <a:extLst>
              <a:ext uri="{FF2B5EF4-FFF2-40B4-BE49-F238E27FC236}">
                <a16:creationId xmlns:a16="http://schemas.microsoft.com/office/drawing/2014/main" id="{24913B6A-2E7C-4D18-907E-C099EDE794F5}"/>
              </a:ext>
            </a:extLst>
          </p:cNvPr>
          <p:cNvCxnSpPr>
            <a:cxnSpLocks/>
            <a:stCxn id="7" idx="4"/>
          </p:cNvCxnSpPr>
          <p:nvPr/>
        </p:nvCxnSpPr>
        <p:spPr>
          <a:xfrm>
            <a:off x="528837" y="4870372"/>
            <a:ext cx="11102" cy="1139536"/>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7" name="直線矢印コネクタ 356">
            <a:extLst>
              <a:ext uri="{FF2B5EF4-FFF2-40B4-BE49-F238E27FC236}">
                <a16:creationId xmlns:a16="http://schemas.microsoft.com/office/drawing/2014/main" id="{8178CCF0-3547-46BD-9D93-29DDC710C5BA}"/>
              </a:ext>
            </a:extLst>
          </p:cNvPr>
          <p:cNvCxnSpPr>
            <a:cxnSpLocks/>
            <a:endCxn id="4" idx="0"/>
          </p:cNvCxnSpPr>
          <p:nvPr/>
        </p:nvCxnSpPr>
        <p:spPr>
          <a:xfrm>
            <a:off x="528837" y="1443651"/>
            <a:ext cx="5" cy="361336"/>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2" name="テキスト ボックス 361">
            <a:extLst>
              <a:ext uri="{FF2B5EF4-FFF2-40B4-BE49-F238E27FC236}">
                <a16:creationId xmlns:a16="http://schemas.microsoft.com/office/drawing/2014/main" id="{B737E26E-0EE4-4843-89F7-5F8DC9C1BFF8}"/>
              </a:ext>
            </a:extLst>
          </p:cNvPr>
          <p:cNvSpPr txBox="1"/>
          <p:nvPr/>
        </p:nvSpPr>
        <p:spPr>
          <a:xfrm>
            <a:off x="139001" y="5998825"/>
            <a:ext cx="751836" cy="369332"/>
          </a:xfrm>
          <a:prstGeom prst="rect">
            <a:avLst/>
          </a:prstGeom>
          <a:noFill/>
        </p:spPr>
        <p:txBody>
          <a:bodyPr wrap="square" rtlCol="0">
            <a:spAutoFit/>
          </a:bodyPr>
          <a:lstStyle/>
          <a:p>
            <a:pPr algn="ctr"/>
            <a:r>
              <a:rPr lang="ja-JP" altLang="en-US" dirty="0"/>
              <a:t>出力</a:t>
            </a:r>
            <a:endParaRPr kumimoji="1" lang="ja-JP" altLang="en-US" dirty="0"/>
          </a:p>
        </p:txBody>
      </p:sp>
      <p:sp>
        <p:nvSpPr>
          <p:cNvPr id="363" name="テキスト ボックス 362">
            <a:extLst>
              <a:ext uri="{FF2B5EF4-FFF2-40B4-BE49-F238E27FC236}">
                <a16:creationId xmlns:a16="http://schemas.microsoft.com/office/drawing/2014/main" id="{167D9FD4-B118-437C-A00D-4E5717D7AF7F}"/>
              </a:ext>
            </a:extLst>
          </p:cNvPr>
          <p:cNvSpPr txBox="1"/>
          <p:nvPr/>
        </p:nvSpPr>
        <p:spPr>
          <a:xfrm>
            <a:off x="6220723" y="988835"/>
            <a:ext cx="4649397" cy="369332"/>
          </a:xfrm>
          <a:prstGeom prst="rect">
            <a:avLst/>
          </a:prstGeom>
          <a:noFill/>
        </p:spPr>
        <p:txBody>
          <a:bodyPr wrap="square" rtlCol="0">
            <a:spAutoFit/>
          </a:bodyPr>
          <a:lstStyle/>
          <a:p>
            <a:r>
              <a:rPr kumimoji="1" lang="ja-JP" altLang="en-US" dirty="0"/>
              <a:t>入力パケット：</a:t>
            </a:r>
            <a:r>
              <a:rPr kumimoji="1" lang="en-US" altLang="ja-JP" dirty="0"/>
              <a:t>gen</a:t>
            </a:r>
            <a:r>
              <a:rPr kumimoji="1" lang="ja-JP" altLang="en-US" dirty="0"/>
              <a:t>が</a:t>
            </a:r>
            <a:r>
              <a:rPr kumimoji="1" lang="en-US" altLang="ja-JP" dirty="0"/>
              <a:t>0</a:t>
            </a:r>
            <a:r>
              <a:rPr kumimoji="1" lang="ja-JP" altLang="en-US" dirty="0"/>
              <a:t>から</a:t>
            </a:r>
            <a:r>
              <a:rPr kumimoji="1" lang="en-US" altLang="ja-JP" dirty="0"/>
              <a:t>1</a:t>
            </a:r>
            <a:r>
              <a:rPr kumimoji="1" lang="ja-JP" altLang="en-US" dirty="0"/>
              <a:t>つずつ増加</a:t>
            </a:r>
          </a:p>
        </p:txBody>
      </p:sp>
      <p:cxnSp>
        <p:nvCxnSpPr>
          <p:cNvPr id="3" name="直線矢印コネクタ 2">
            <a:extLst>
              <a:ext uri="{FF2B5EF4-FFF2-40B4-BE49-F238E27FC236}">
                <a16:creationId xmlns:a16="http://schemas.microsoft.com/office/drawing/2014/main" id="{E1ECFE8B-F644-2B14-259A-9B81E81CA912}"/>
              </a:ext>
            </a:extLst>
          </p:cNvPr>
          <p:cNvCxnSpPr>
            <a:cxnSpLocks/>
            <a:endCxn id="8" idx="0"/>
          </p:cNvCxnSpPr>
          <p:nvPr/>
        </p:nvCxnSpPr>
        <p:spPr>
          <a:xfrm>
            <a:off x="1394983" y="1462936"/>
            <a:ext cx="0" cy="343783"/>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コネクタ: カギ線 61">
            <a:extLst>
              <a:ext uri="{FF2B5EF4-FFF2-40B4-BE49-F238E27FC236}">
                <a16:creationId xmlns:a16="http://schemas.microsoft.com/office/drawing/2014/main" id="{6AE48E45-802D-FDA5-4143-69F0E659922B}"/>
              </a:ext>
            </a:extLst>
          </p:cNvPr>
          <p:cNvCxnSpPr>
            <a:cxnSpLocks/>
            <a:stCxn id="4" idx="4"/>
            <a:endCxn id="12" idx="1"/>
          </p:cNvCxnSpPr>
          <p:nvPr/>
        </p:nvCxnSpPr>
        <p:spPr>
          <a:xfrm rot="5400000" flipH="1" flipV="1">
            <a:off x="1128523" y="1261490"/>
            <a:ext cx="303815" cy="1503179"/>
          </a:xfrm>
          <a:prstGeom prst="bentConnector5">
            <a:avLst>
              <a:gd name="adj1" fmla="val -48784"/>
              <a:gd name="adj2" fmla="val 89707"/>
              <a:gd name="adj3" fmla="val 185165"/>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0" name="コネクタ: カギ線 79">
            <a:extLst>
              <a:ext uri="{FF2B5EF4-FFF2-40B4-BE49-F238E27FC236}">
                <a16:creationId xmlns:a16="http://schemas.microsoft.com/office/drawing/2014/main" id="{BE5D68A6-B36A-ADC5-6C32-C06CD66CB564}"/>
              </a:ext>
            </a:extLst>
          </p:cNvPr>
          <p:cNvCxnSpPr>
            <a:cxnSpLocks/>
            <a:stCxn id="16" idx="4"/>
            <a:endCxn id="24" idx="1"/>
          </p:cNvCxnSpPr>
          <p:nvPr/>
        </p:nvCxnSpPr>
        <p:spPr>
          <a:xfrm rot="5400000" flipH="1" flipV="1">
            <a:off x="3726946" y="1266686"/>
            <a:ext cx="303815" cy="1503179"/>
          </a:xfrm>
          <a:prstGeom prst="bentConnector5">
            <a:avLst>
              <a:gd name="adj1" fmla="val -65321"/>
              <a:gd name="adj2" fmla="val 91713"/>
              <a:gd name="adj3" fmla="val 178550"/>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4" name="コネクタ: カギ線 93">
            <a:extLst>
              <a:ext uri="{FF2B5EF4-FFF2-40B4-BE49-F238E27FC236}">
                <a16:creationId xmlns:a16="http://schemas.microsoft.com/office/drawing/2014/main" id="{FED59B21-85E1-98E2-E43A-6A803EDCFFA2}"/>
              </a:ext>
            </a:extLst>
          </p:cNvPr>
          <p:cNvCxnSpPr>
            <a:cxnSpLocks/>
            <a:stCxn id="12" idx="4"/>
            <a:endCxn id="20" idx="1"/>
          </p:cNvCxnSpPr>
          <p:nvPr/>
        </p:nvCxnSpPr>
        <p:spPr>
          <a:xfrm rot="5400000" flipH="1" flipV="1">
            <a:off x="2860805" y="1264954"/>
            <a:ext cx="303815" cy="1503179"/>
          </a:xfrm>
          <a:prstGeom prst="bentConnector5">
            <a:avLst>
              <a:gd name="adj1" fmla="val -42169"/>
              <a:gd name="adj2" fmla="val 92382"/>
              <a:gd name="adj3" fmla="val 188473"/>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コネクタ: カギ線 123">
            <a:extLst>
              <a:ext uri="{FF2B5EF4-FFF2-40B4-BE49-F238E27FC236}">
                <a16:creationId xmlns:a16="http://schemas.microsoft.com/office/drawing/2014/main" id="{0E378D93-ED6B-C4D2-BFF3-2967B884586D}"/>
              </a:ext>
            </a:extLst>
          </p:cNvPr>
          <p:cNvCxnSpPr>
            <a:cxnSpLocks/>
            <a:stCxn id="24" idx="4"/>
            <a:endCxn id="32" idx="1"/>
          </p:cNvCxnSpPr>
          <p:nvPr/>
        </p:nvCxnSpPr>
        <p:spPr>
          <a:xfrm rot="5400000" flipH="1" flipV="1">
            <a:off x="5459228" y="1270150"/>
            <a:ext cx="303815" cy="1503179"/>
          </a:xfrm>
          <a:prstGeom prst="bentConnector5">
            <a:avLst>
              <a:gd name="adj1" fmla="val -65321"/>
              <a:gd name="adj2" fmla="val 89039"/>
              <a:gd name="adj3" fmla="val 175243"/>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コネクタ: カギ線 124">
            <a:extLst>
              <a:ext uri="{FF2B5EF4-FFF2-40B4-BE49-F238E27FC236}">
                <a16:creationId xmlns:a16="http://schemas.microsoft.com/office/drawing/2014/main" id="{235A65DE-E3DF-F21F-27E1-BE699B3DE7C0}"/>
              </a:ext>
            </a:extLst>
          </p:cNvPr>
          <p:cNvCxnSpPr>
            <a:cxnSpLocks/>
            <a:stCxn id="20" idx="4"/>
            <a:endCxn id="28" idx="1"/>
          </p:cNvCxnSpPr>
          <p:nvPr/>
        </p:nvCxnSpPr>
        <p:spPr>
          <a:xfrm rot="5400000" flipH="1" flipV="1">
            <a:off x="4593087" y="1268418"/>
            <a:ext cx="303815" cy="1503179"/>
          </a:xfrm>
          <a:prstGeom prst="bentConnector5">
            <a:avLst>
              <a:gd name="adj1" fmla="val -38862"/>
              <a:gd name="adj2" fmla="val 87702"/>
              <a:gd name="adj3" fmla="val 175243"/>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コネクタ: カギ線 176">
            <a:extLst>
              <a:ext uri="{FF2B5EF4-FFF2-40B4-BE49-F238E27FC236}">
                <a16:creationId xmlns:a16="http://schemas.microsoft.com/office/drawing/2014/main" id="{99B8891A-32AC-12E8-B223-3714AFF4272E}"/>
              </a:ext>
            </a:extLst>
          </p:cNvPr>
          <p:cNvCxnSpPr>
            <a:cxnSpLocks/>
            <a:stCxn id="32" idx="4"/>
            <a:endCxn id="40" idx="1"/>
          </p:cNvCxnSpPr>
          <p:nvPr/>
        </p:nvCxnSpPr>
        <p:spPr>
          <a:xfrm rot="5400000" flipH="1" flipV="1">
            <a:off x="7191510" y="1273614"/>
            <a:ext cx="303815" cy="1503179"/>
          </a:xfrm>
          <a:prstGeom prst="bentConnector5">
            <a:avLst>
              <a:gd name="adj1" fmla="val -62014"/>
              <a:gd name="adj2" fmla="val 88371"/>
              <a:gd name="adj3" fmla="val 175243"/>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コネクタ: カギ線 177">
            <a:extLst>
              <a:ext uri="{FF2B5EF4-FFF2-40B4-BE49-F238E27FC236}">
                <a16:creationId xmlns:a16="http://schemas.microsoft.com/office/drawing/2014/main" id="{2B0435D3-4ABE-8A9A-B58E-EA7C4DDAC223}"/>
              </a:ext>
            </a:extLst>
          </p:cNvPr>
          <p:cNvCxnSpPr>
            <a:cxnSpLocks/>
            <a:stCxn id="28" idx="4"/>
            <a:endCxn id="36" idx="1"/>
          </p:cNvCxnSpPr>
          <p:nvPr/>
        </p:nvCxnSpPr>
        <p:spPr>
          <a:xfrm rot="5400000" flipH="1" flipV="1">
            <a:off x="6325369" y="1271882"/>
            <a:ext cx="303815" cy="1503179"/>
          </a:xfrm>
          <a:prstGeom prst="bentConnector5">
            <a:avLst>
              <a:gd name="adj1" fmla="val -42169"/>
              <a:gd name="adj2" fmla="val 85697"/>
              <a:gd name="adj3" fmla="val 175243"/>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コネクタ: カギ線 198">
            <a:extLst>
              <a:ext uri="{FF2B5EF4-FFF2-40B4-BE49-F238E27FC236}">
                <a16:creationId xmlns:a16="http://schemas.microsoft.com/office/drawing/2014/main" id="{F8EE73CC-561E-8677-99F7-65F66090B618}"/>
              </a:ext>
            </a:extLst>
          </p:cNvPr>
          <p:cNvCxnSpPr>
            <a:cxnSpLocks/>
            <a:stCxn id="40" idx="4"/>
            <a:endCxn id="237" idx="1"/>
          </p:cNvCxnSpPr>
          <p:nvPr/>
        </p:nvCxnSpPr>
        <p:spPr>
          <a:xfrm rot="5400000" flipH="1" flipV="1">
            <a:off x="8922060" y="1275346"/>
            <a:ext cx="307279" cy="1503179"/>
          </a:xfrm>
          <a:prstGeom prst="bentConnector5">
            <a:avLst>
              <a:gd name="adj1" fmla="val -58044"/>
              <a:gd name="adj2" fmla="val 85697"/>
              <a:gd name="adj3" fmla="val 174395"/>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コネクタ: カギ線 199">
            <a:extLst>
              <a:ext uri="{FF2B5EF4-FFF2-40B4-BE49-F238E27FC236}">
                <a16:creationId xmlns:a16="http://schemas.microsoft.com/office/drawing/2014/main" id="{399BF374-130B-98C2-AD21-B5D9BA51B0BF}"/>
              </a:ext>
            </a:extLst>
          </p:cNvPr>
          <p:cNvCxnSpPr>
            <a:cxnSpLocks/>
            <a:stCxn id="36" idx="4"/>
            <a:endCxn id="44" idx="1"/>
          </p:cNvCxnSpPr>
          <p:nvPr/>
        </p:nvCxnSpPr>
        <p:spPr>
          <a:xfrm rot="5400000" flipH="1" flipV="1">
            <a:off x="8058516" y="1276211"/>
            <a:ext cx="302085" cy="1503179"/>
          </a:xfrm>
          <a:prstGeom prst="bentConnector5">
            <a:avLst>
              <a:gd name="adj1" fmla="val -29105"/>
              <a:gd name="adj2" fmla="val 84360"/>
              <a:gd name="adj3" fmla="val 175674"/>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4" name="楕円 263">
            <a:extLst>
              <a:ext uri="{FF2B5EF4-FFF2-40B4-BE49-F238E27FC236}">
                <a16:creationId xmlns:a16="http://schemas.microsoft.com/office/drawing/2014/main" id="{26379B09-2DE8-58D6-AD60-31D64858FE29}"/>
              </a:ext>
            </a:extLst>
          </p:cNvPr>
          <p:cNvSpPr/>
          <p:nvPr/>
        </p:nvSpPr>
        <p:spPr>
          <a:xfrm>
            <a:off x="11448686" y="256075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265" name="楕円 264">
            <a:extLst>
              <a:ext uri="{FF2B5EF4-FFF2-40B4-BE49-F238E27FC236}">
                <a16:creationId xmlns:a16="http://schemas.microsoft.com/office/drawing/2014/main" id="{E718B2DE-99BC-9CC2-A7C5-633869073D25}"/>
              </a:ext>
            </a:extLst>
          </p:cNvPr>
          <p:cNvSpPr/>
          <p:nvPr/>
        </p:nvSpPr>
        <p:spPr>
          <a:xfrm>
            <a:off x="11448683" y="327036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266" name="楕円 265">
            <a:extLst>
              <a:ext uri="{FF2B5EF4-FFF2-40B4-BE49-F238E27FC236}">
                <a16:creationId xmlns:a16="http://schemas.microsoft.com/office/drawing/2014/main" id="{02E40534-1EA4-D31D-38D2-5837C6A40C47}"/>
              </a:ext>
            </a:extLst>
          </p:cNvPr>
          <p:cNvSpPr/>
          <p:nvPr/>
        </p:nvSpPr>
        <p:spPr>
          <a:xfrm>
            <a:off x="11448682" y="452795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267" name="直線矢印コネクタ 266">
            <a:extLst>
              <a:ext uri="{FF2B5EF4-FFF2-40B4-BE49-F238E27FC236}">
                <a16:creationId xmlns:a16="http://schemas.microsoft.com/office/drawing/2014/main" id="{C7A7E649-D82C-6679-CE66-9F1EA0DDCA17}"/>
              </a:ext>
            </a:extLst>
          </p:cNvPr>
          <p:cNvCxnSpPr>
            <a:stCxn id="264" idx="4"/>
            <a:endCxn id="265" idx="0"/>
          </p:cNvCxnSpPr>
          <p:nvPr/>
        </p:nvCxnSpPr>
        <p:spPr>
          <a:xfrm flipH="1">
            <a:off x="11772683" y="2920755"/>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8" name="直線矢印コネクタ 267">
            <a:extLst>
              <a:ext uri="{FF2B5EF4-FFF2-40B4-BE49-F238E27FC236}">
                <a16:creationId xmlns:a16="http://schemas.microsoft.com/office/drawing/2014/main" id="{60F12F58-AD3B-7E3A-E277-9B90078567A3}"/>
              </a:ext>
            </a:extLst>
          </p:cNvPr>
          <p:cNvCxnSpPr>
            <a:cxnSpLocks/>
            <a:stCxn id="265" idx="4"/>
            <a:endCxn id="266" idx="0"/>
          </p:cNvCxnSpPr>
          <p:nvPr/>
        </p:nvCxnSpPr>
        <p:spPr>
          <a:xfrm flipH="1">
            <a:off x="11772682" y="363036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9" name="正方形/長方形 268">
            <a:extLst>
              <a:ext uri="{FF2B5EF4-FFF2-40B4-BE49-F238E27FC236}">
                <a16:creationId xmlns:a16="http://schemas.microsoft.com/office/drawing/2014/main" id="{C2131F31-E0AA-CAE9-1A24-491BFB36DCCB}"/>
              </a:ext>
            </a:extLst>
          </p:cNvPr>
          <p:cNvSpPr/>
          <p:nvPr/>
        </p:nvSpPr>
        <p:spPr>
          <a:xfrm>
            <a:off x="11814805" y="310191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71" name="正方形/長方形 270">
            <a:extLst>
              <a:ext uri="{FF2B5EF4-FFF2-40B4-BE49-F238E27FC236}">
                <a16:creationId xmlns:a16="http://schemas.microsoft.com/office/drawing/2014/main" id="{E0757678-C6F9-2DDA-A266-A8061B4BE59E}"/>
              </a:ext>
            </a:extLst>
          </p:cNvPr>
          <p:cNvSpPr/>
          <p:nvPr/>
        </p:nvSpPr>
        <p:spPr>
          <a:xfrm>
            <a:off x="11868000" y="244779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13</a:t>
            </a:r>
            <a:endParaRPr kumimoji="1" lang="ja-JP" altLang="en-US" sz="1200" dirty="0">
              <a:solidFill>
                <a:schemeClr val="tx1"/>
              </a:solidFill>
            </a:endParaRPr>
          </a:p>
        </p:txBody>
      </p:sp>
      <p:cxnSp>
        <p:nvCxnSpPr>
          <p:cNvPr id="272" name="コネクタ: カギ線 271">
            <a:extLst>
              <a:ext uri="{FF2B5EF4-FFF2-40B4-BE49-F238E27FC236}">
                <a16:creationId xmlns:a16="http://schemas.microsoft.com/office/drawing/2014/main" id="{0D4161A4-0B71-BA9A-CF60-E7A27EF27662}"/>
              </a:ext>
            </a:extLst>
          </p:cNvPr>
          <p:cNvCxnSpPr>
            <a:cxnSpLocks/>
            <a:stCxn id="44" idx="4"/>
            <a:endCxn id="242" idx="0"/>
          </p:cNvCxnSpPr>
          <p:nvPr/>
        </p:nvCxnSpPr>
        <p:spPr>
          <a:xfrm rot="16200000" flipH="1">
            <a:off x="9867298" y="1506990"/>
            <a:ext cx="378188" cy="1732281"/>
          </a:xfrm>
          <a:prstGeom prst="bentConnector3">
            <a:avLst>
              <a:gd name="adj1" fmla="val 3140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6" name="楕円 315">
            <a:extLst>
              <a:ext uri="{FF2B5EF4-FFF2-40B4-BE49-F238E27FC236}">
                <a16:creationId xmlns:a16="http://schemas.microsoft.com/office/drawing/2014/main" id="{665D087B-EF01-DF94-65EF-95C4F3442609}"/>
              </a:ext>
            </a:extLst>
          </p:cNvPr>
          <p:cNvSpPr/>
          <p:nvPr/>
        </p:nvSpPr>
        <p:spPr>
          <a:xfrm>
            <a:off x="10607299" y="451037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317" name="四角形: 角を丸くする 316">
            <a:extLst>
              <a:ext uri="{FF2B5EF4-FFF2-40B4-BE49-F238E27FC236}">
                <a16:creationId xmlns:a16="http://schemas.microsoft.com/office/drawing/2014/main" id="{3E24B46A-B8C7-0E57-6001-E83FCA7DFBEA}"/>
              </a:ext>
            </a:extLst>
          </p:cNvPr>
          <p:cNvSpPr/>
          <p:nvPr/>
        </p:nvSpPr>
        <p:spPr>
          <a:xfrm>
            <a:off x="11014965" y="3835367"/>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cxnSp>
        <p:nvCxnSpPr>
          <p:cNvPr id="322" name="コネクタ: カギ線 321">
            <a:extLst>
              <a:ext uri="{FF2B5EF4-FFF2-40B4-BE49-F238E27FC236}">
                <a16:creationId xmlns:a16="http://schemas.microsoft.com/office/drawing/2014/main" id="{4A078D43-96BF-5E08-236F-5A309FDFEDEC}"/>
              </a:ext>
            </a:extLst>
          </p:cNvPr>
          <p:cNvCxnSpPr>
            <a:cxnSpLocks/>
            <a:stCxn id="266" idx="4"/>
            <a:endCxn id="317" idx="0"/>
          </p:cNvCxnSpPr>
          <p:nvPr/>
        </p:nvCxnSpPr>
        <p:spPr>
          <a:xfrm rot="5400000" flipH="1">
            <a:off x="10957682" y="4072953"/>
            <a:ext cx="1052585" cy="577414"/>
          </a:xfrm>
          <a:prstGeom prst="bentConnector5">
            <a:avLst>
              <a:gd name="adj1" fmla="val -21718"/>
              <a:gd name="adj2" fmla="val 55482"/>
              <a:gd name="adj3" fmla="val 121718"/>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7" name="楕円 326">
            <a:extLst>
              <a:ext uri="{FF2B5EF4-FFF2-40B4-BE49-F238E27FC236}">
                <a16:creationId xmlns:a16="http://schemas.microsoft.com/office/drawing/2014/main" id="{EA2ECF93-3E49-B7A3-5A0D-E34D60A2B9E6}"/>
              </a:ext>
            </a:extLst>
          </p:cNvPr>
          <p:cNvSpPr/>
          <p:nvPr/>
        </p:nvSpPr>
        <p:spPr>
          <a:xfrm>
            <a:off x="10598529" y="522269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328" name="直線矢印コネクタ 327">
            <a:extLst>
              <a:ext uri="{FF2B5EF4-FFF2-40B4-BE49-F238E27FC236}">
                <a16:creationId xmlns:a16="http://schemas.microsoft.com/office/drawing/2014/main" id="{7AD5D731-4347-EABA-231B-238867B2973A}"/>
              </a:ext>
            </a:extLst>
          </p:cNvPr>
          <p:cNvCxnSpPr>
            <a:cxnSpLocks/>
            <a:stCxn id="316" idx="4"/>
            <a:endCxn id="327" idx="0"/>
          </p:cNvCxnSpPr>
          <p:nvPr/>
        </p:nvCxnSpPr>
        <p:spPr>
          <a:xfrm flipH="1">
            <a:off x="10922529" y="4870372"/>
            <a:ext cx="8770" cy="35232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9" name="正方形/長方形 328">
            <a:extLst>
              <a:ext uri="{FF2B5EF4-FFF2-40B4-BE49-F238E27FC236}">
                <a16:creationId xmlns:a16="http://schemas.microsoft.com/office/drawing/2014/main" id="{3163F1B2-CAF9-8E16-E9E2-A14086303F10}"/>
              </a:ext>
            </a:extLst>
          </p:cNvPr>
          <p:cNvSpPr/>
          <p:nvPr/>
        </p:nvSpPr>
        <p:spPr>
          <a:xfrm>
            <a:off x="10998069" y="5082040"/>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330" name="四角形: 角を丸くする 329">
            <a:extLst>
              <a:ext uri="{FF2B5EF4-FFF2-40B4-BE49-F238E27FC236}">
                <a16:creationId xmlns:a16="http://schemas.microsoft.com/office/drawing/2014/main" id="{29EDAA33-DFC7-8469-17B5-D1E8FD99BF51}"/>
              </a:ext>
            </a:extLst>
          </p:cNvPr>
          <p:cNvSpPr/>
          <p:nvPr/>
        </p:nvSpPr>
        <p:spPr>
          <a:xfrm>
            <a:off x="10750312" y="5671474"/>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60" name="テキスト ボックス 59">
            <a:extLst>
              <a:ext uri="{FF2B5EF4-FFF2-40B4-BE49-F238E27FC236}">
                <a16:creationId xmlns:a16="http://schemas.microsoft.com/office/drawing/2014/main" id="{33749A2B-F52C-8179-811C-E7B3CD6B1592}"/>
              </a:ext>
            </a:extLst>
          </p:cNvPr>
          <p:cNvSpPr txBox="1"/>
          <p:nvPr/>
        </p:nvSpPr>
        <p:spPr>
          <a:xfrm>
            <a:off x="204837" y="1028261"/>
            <a:ext cx="751836" cy="369332"/>
          </a:xfrm>
          <a:prstGeom prst="rect">
            <a:avLst/>
          </a:prstGeom>
          <a:noFill/>
        </p:spPr>
        <p:txBody>
          <a:bodyPr wrap="square" rtlCol="0">
            <a:spAutoFit/>
          </a:bodyPr>
          <a:lstStyle/>
          <a:p>
            <a:pPr algn="ctr"/>
            <a:r>
              <a:rPr lang="ja-JP" altLang="en-US" dirty="0"/>
              <a:t>入力</a:t>
            </a:r>
            <a:endParaRPr kumimoji="1" lang="ja-JP" altLang="en-US" dirty="0"/>
          </a:p>
        </p:txBody>
      </p:sp>
      <p:sp>
        <p:nvSpPr>
          <p:cNvPr id="64" name="テキスト ボックス 63">
            <a:extLst>
              <a:ext uri="{FF2B5EF4-FFF2-40B4-BE49-F238E27FC236}">
                <a16:creationId xmlns:a16="http://schemas.microsoft.com/office/drawing/2014/main" id="{863CD56D-1506-D0E0-1879-9921833C429C}"/>
              </a:ext>
            </a:extLst>
          </p:cNvPr>
          <p:cNvSpPr txBox="1"/>
          <p:nvPr/>
        </p:nvSpPr>
        <p:spPr>
          <a:xfrm>
            <a:off x="1019060" y="1003016"/>
            <a:ext cx="751836" cy="369332"/>
          </a:xfrm>
          <a:prstGeom prst="rect">
            <a:avLst/>
          </a:prstGeom>
          <a:noFill/>
        </p:spPr>
        <p:txBody>
          <a:bodyPr wrap="square" rtlCol="0">
            <a:spAutoFit/>
          </a:bodyPr>
          <a:lstStyle/>
          <a:p>
            <a:pPr algn="ctr"/>
            <a:r>
              <a:rPr lang="ja-JP" altLang="en-US" dirty="0"/>
              <a:t>入力</a:t>
            </a:r>
            <a:endParaRPr kumimoji="1" lang="ja-JP" altLang="en-US" dirty="0"/>
          </a:p>
        </p:txBody>
      </p:sp>
      <p:sp>
        <p:nvSpPr>
          <p:cNvPr id="66" name="日付プレースホルダー 65">
            <a:extLst>
              <a:ext uri="{FF2B5EF4-FFF2-40B4-BE49-F238E27FC236}">
                <a16:creationId xmlns:a16="http://schemas.microsoft.com/office/drawing/2014/main" id="{E7B3B3EE-DD7A-A45F-608B-1ED2BCE8854D}"/>
              </a:ext>
            </a:extLst>
          </p:cNvPr>
          <p:cNvSpPr>
            <a:spLocks noGrp="1"/>
          </p:cNvSpPr>
          <p:nvPr>
            <p:ph type="dt" sz="half" idx="10"/>
          </p:nvPr>
        </p:nvSpPr>
        <p:spPr/>
        <p:txBody>
          <a:bodyPr/>
          <a:lstStyle/>
          <a:p>
            <a:fld id="{D2130C2A-8132-4162-89F0-5D06903C2B95}" type="datetime1">
              <a:rPr kumimoji="1" lang="ja-JP" altLang="en-US" smtClean="0"/>
              <a:t>2026/9/15</a:t>
            </a:fld>
            <a:endParaRPr kumimoji="1" lang="ja-JP" altLang="en-US"/>
          </a:p>
        </p:txBody>
      </p:sp>
      <p:sp>
        <p:nvSpPr>
          <p:cNvPr id="68" name="フッター プレースホルダー 67">
            <a:extLst>
              <a:ext uri="{FF2B5EF4-FFF2-40B4-BE49-F238E27FC236}">
                <a16:creationId xmlns:a16="http://schemas.microsoft.com/office/drawing/2014/main" id="{607E5F35-E1D3-7048-3519-21B5BD776396}"/>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70" name="スライド番号プレースホルダー 69">
            <a:extLst>
              <a:ext uri="{FF2B5EF4-FFF2-40B4-BE49-F238E27FC236}">
                <a16:creationId xmlns:a16="http://schemas.microsoft.com/office/drawing/2014/main" id="{065EF935-D691-67D4-B4EB-B32647728340}"/>
              </a:ext>
            </a:extLst>
          </p:cNvPr>
          <p:cNvSpPr>
            <a:spLocks noGrp="1"/>
          </p:cNvSpPr>
          <p:nvPr>
            <p:ph type="sldNum" sz="quarter" idx="12"/>
          </p:nvPr>
        </p:nvSpPr>
        <p:spPr/>
        <p:txBody>
          <a:bodyPr/>
          <a:lstStyle/>
          <a:p>
            <a:fld id="{D424D12C-9692-4086-B843-0896D3A9ECC1}" type="slidenum">
              <a:rPr lang="ja-JP" altLang="en-US" smtClean="0"/>
              <a:pPr/>
              <a:t>28</a:t>
            </a:fld>
            <a:endParaRPr lang="ja-JP" altLang="en-US" dirty="0"/>
          </a:p>
        </p:txBody>
      </p:sp>
      <p:sp>
        <p:nvSpPr>
          <p:cNvPr id="72" name="楕円 71">
            <a:extLst>
              <a:ext uri="{FF2B5EF4-FFF2-40B4-BE49-F238E27FC236}">
                <a16:creationId xmlns:a16="http://schemas.microsoft.com/office/drawing/2014/main" id="{F7D41525-91E1-2589-DB5E-9A4203A85FAA}"/>
              </a:ext>
            </a:extLst>
          </p:cNvPr>
          <p:cNvSpPr/>
          <p:nvPr/>
        </p:nvSpPr>
        <p:spPr>
          <a:xfrm>
            <a:off x="95250" y="1552575"/>
            <a:ext cx="1743074" cy="802627"/>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テキスト ボックス 73">
            <a:extLst>
              <a:ext uri="{FF2B5EF4-FFF2-40B4-BE49-F238E27FC236}">
                <a16:creationId xmlns:a16="http://schemas.microsoft.com/office/drawing/2014/main" id="{5298D10E-F61C-2C6F-E031-564D431BD03E}"/>
              </a:ext>
            </a:extLst>
          </p:cNvPr>
          <p:cNvSpPr txBox="1"/>
          <p:nvPr/>
        </p:nvSpPr>
        <p:spPr>
          <a:xfrm>
            <a:off x="2089035" y="997520"/>
            <a:ext cx="2076450" cy="369332"/>
          </a:xfrm>
          <a:prstGeom prst="rect">
            <a:avLst/>
          </a:prstGeom>
          <a:noFill/>
          <a:ln>
            <a:solidFill>
              <a:schemeClr val="tx1"/>
            </a:solidFill>
            <a:prstDash val="dash"/>
          </a:ln>
        </p:spPr>
        <p:txBody>
          <a:bodyPr wrap="square" rtlCol="0">
            <a:spAutoFit/>
          </a:bodyPr>
          <a:lstStyle/>
          <a:p>
            <a:r>
              <a:rPr lang="en-US" altLang="ja-JP" dirty="0"/>
              <a:t>1</a:t>
            </a:r>
            <a:r>
              <a:rPr lang="ja-JP" altLang="en-US" dirty="0"/>
              <a:t>つの</a:t>
            </a:r>
            <a:r>
              <a:rPr lang="en-US" altLang="ja-JP" dirty="0" err="1"/>
              <a:t>dest</a:t>
            </a:r>
            <a:r>
              <a:rPr lang="ja-JP" altLang="en-US" dirty="0"/>
              <a:t>とする</a:t>
            </a:r>
            <a:endParaRPr kumimoji="1" lang="ja-JP" altLang="en-US" dirty="0"/>
          </a:p>
        </p:txBody>
      </p:sp>
      <p:cxnSp>
        <p:nvCxnSpPr>
          <p:cNvPr id="78" name="直線矢印コネクタ 77">
            <a:extLst>
              <a:ext uri="{FF2B5EF4-FFF2-40B4-BE49-F238E27FC236}">
                <a16:creationId xmlns:a16="http://schemas.microsoft.com/office/drawing/2014/main" id="{E6B2E45C-5CD8-E296-5D2A-C26437E369FE}"/>
              </a:ext>
            </a:extLst>
          </p:cNvPr>
          <p:cNvCxnSpPr>
            <a:cxnSpLocks/>
            <a:stCxn id="74" idx="1"/>
            <a:endCxn id="72" idx="7"/>
          </p:cNvCxnSpPr>
          <p:nvPr/>
        </p:nvCxnSpPr>
        <p:spPr>
          <a:xfrm flipH="1">
            <a:off x="1583057" y="1182186"/>
            <a:ext cx="505978" cy="48793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84612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2" name="コネクタ: カギ線 321">
            <a:extLst>
              <a:ext uri="{FF2B5EF4-FFF2-40B4-BE49-F238E27FC236}">
                <a16:creationId xmlns:a16="http://schemas.microsoft.com/office/drawing/2014/main" id="{4AD6A547-225A-6F7A-0FE2-31F97EBBD1A8}"/>
              </a:ext>
            </a:extLst>
          </p:cNvPr>
          <p:cNvCxnSpPr>
            <a:cxnSpLocks/>
            <a:stCxn id="316" idx="4"/>
            <a:endCxn id="288" idx="0"/>
          </p:cNvCxnSpPr>
          <p:nvPr/>
        </p:nvCxnSpPr>
        <p:spPr>
          <a:xfrm rot="5400000" flipH="1" flipV="1">
            <a:off x="1562798" y="4669087"/>
            <a:ext cx="1738490" cy="295810"/>
          </a:xfrm>
          <a:prstGeom prst="bentConnector5">
            <a:avLst>
              <a:gd name="adj1" fmla="val -13149"/>
              <a:gd name="adj2" fmla="val 202812"/>
              <a:gd name="adj3" fmla="val 113149"/>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9" name="コネクタ: カギ線 268">
            <a:extLst>
              <a:ext uri="{FF2B5EF4-FFF2-40B4-BE49-F238E27FC236}">
                <a16:creationId xmlns:a16="http://schemas.microsoft.com/office/drawing/2014/main" id="{C4EB26D6-8E26-FB26-CCE9-18EC546DCD7B}"/>
              </a:ext>
            </a:extLst>
          </p:cNvPr>
          <p:cNvCxnSpPr>
            <a:cxnSpLocks/>
            <a:stCxn id="252" idx="4"/>
            <a:endCxn id="312" idx="0"/>
          </p:cNvCxnSpPr>
          <p:nvPr/>
        </p:nvCxnSpPr>
        <p:spPr>
          <a:xfrm rot="5400000" flipH="1" flipV="1">
            <a:off x="7460163" y="4662271"/>
            <a:ext cx="1729752" cy="264428"/>
          </a:xfrm>
          <a:prstGeom prst="bentConnector5">
            <a:avLst>
              <a:gd name="adj1" fmla="val -13216"/>
              <a:gd name="adj2" fmla="val 215014"/>
              <a:gd name="adj3" fmla="val 113216"/>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4" name="コネクタ: カギ線 83">
            <a:extLst>
              <a:ext uri="{FF2B5EF4-FFF2-40B4-BE49-F238E27FC236}">
                <a16:creationId xmlns:a16="http://schemas.microsoft.com/office/drawing/2014/main" id="{1A5CB961-931C-6C18-63D2-381EE7E46396}"/>
              </a:ext>
            </a:extLst>
          </p:cNvPr>
          <p:cNvCxnSpPr>
            <a:cxnSpLocks/>
            <a:stCxn id="158" idx="4"/>
            <a:endCxn id="296" idx="0"/>
          </p:cNvCxnSpPr>
          <p:nvPr/>
        </p:nvCxnSpPr>
        <p:spPr>
          <a:xfrm rot="5400000" flipH="1" flipV="1">
            <a:off x="5116389" y="4648343"/>
            <a:ext cx="1749440" cy="277428"/>
          </a:xfrm>
          <a:prstGeom prst="bentConnector5">
            <a:avLst>
              <a:gd name="adj1" fmla="val -13067"/>
              <a:gd name="adj2" fmla="val 206191"/>
              <a:gd name="adj3" fmla="val 113067"/>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6" name="コネクタ: カギ線 95">
            <a:extLst>
              <a:ext uri="{FF2B5EF4-FFF2-40B4-BE49-F238E27FC236}">
                <a16:creationId xmlns:a16="http://schemas.microsoft.com/office/drawing/2014/main" id="{5A5D1BC8-340E-58E3-5A21-F1F3D476AF49}"/>
              </a:ext>
            </a:extLst>
          </p:cNvPr>
          <p:cNvCxnSpPr>
            <a:cxnSpLocks/>
            <a:stCxn id="159" idx="4"/>
            <a:endCxn id="298" idx="0"/>
          </p:cNvCxnSpPr>
          <p:nvPr/>
        </p:nvCxnSpPr>
        <p:spPr>
          <a:xfrm rot="5400000" flipH="1" flipV="1">
            <a:off x="6286397" y="4678116"/>
            <a:ext cx="1697028" cy="275803"/>
          </a:xfrm>
          <a:prstGeom prst="bentConnector5">
            <a:avLst>
              <a:gd name="adj1" fmla="val -13471"/>
              <a:gd name="adj2" fmla="val 199909"/>
              <a:gd name="adj3" fmla="val 11347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コネクタ: カギ線 55">
            <a:extLst>
              <a:ext uri="{FF2B5EF4-FFF2-40B4-BE49-F238E27FC236}">
                <a16:creationId xmlns:a16="http://schemas.microsoft.com/office/drawing/2014/main" id="{E28BA9DC-3973-5F8E-EE33-B7DDA283B185}"/>
              </a:ext>
            </a:extLst>
          </p:cNvPr>
          <p:cNvCxnSpPr>
            <a:cxnSpLocks/>
            <a:stCxn id="156" idx="4"/>
            <a:endCxn id="292" idx="0"/>
          </p:cNvCxnSpPr>
          <p:nvPr/>
        </p:nvCxnSpPr>
        <p:spPr>
          <a:xfrm rot="5400000" flipH="1" flipV="1">
            <a:off x="2780570" y="4655033"/>
            <a:ext cx="1727928" cy="280678"/>
          </a:xfrm>
          <a:prstGeom prst="bentConnector5">
            <a:avLst>
              <a:gd name="adj1" fmla="val -13230"/>
              <a:gd name="adj2" fmla="val 198174"/>
              <a:gd name="adj3" fmla="val 113230"/>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BF5EEDAA-87F7-EAB9-7ACF-B1ACD4F0979A}"/>
              </a:ext>
            </a:extLst>
          </p:cNvPr>
          <p:cNvCxnSpPr>
            <a:cxnSpLocks/>
            <a:stCxn id="157" idx="4"/>
            <a:endCxn id="294" idx="0"/>
          </p:cNvCxnSpPr>
          <p:nvPr/>
        </p:nvCxnSpPr>
        <p:spPr>
          <a:xfrm rot="5400000" flipH="1" flipV="1">
            <a:off x="3949884" y="4652680"/>
            <a:ext cx="1735676" cy="279053"/>
          </a:xfrm>
          <a:prstGeom prst="bentConnector5">
            <a:avLst>
              <a:gd name="adj1" fmla="val -13171"/>
              <a:gd name="adj2" fmla="val 202159"/>
              <a:gd name="adj3" fmla="val 11317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タイトル 1">
            <a:extLst>
              <a:ext uri="{FF2B5EF4-FFF2-40B4-BE49-F238E27FC236}">
                <a16:creationId xmlns:a16="http://schemas.microsoft.com/office/drawing/2014/main" id="{92311C7C-1B4E-46FC-9416-E87A89A27378}"/>
              </a:ext>
            </a:extLst>
          </p:cNvPr>
          <p:cNvSpPr>
            <a:spLocks noGrp="1"/>
          </p:cNvSpPr>
          <p:nvPr>
            <p:ph type="title"/>
          </p:nvPr>
        </p:nvSpPr>
        <p:spPr/>
        <p:txBody>
          <a:bodyPr>
            <a:normAutofit/>
          </a:bodyPr>
          <a:lstStyle/>
          <a:p>
            <a:r>
              <a:rPr kumimoji="1" lang="en-US" altLang="ja-JP" dirty="0"/>
              <a:t>FIR</a:t>
            </a:r>
            <a:r>
              <a:rPr kumimoji="1" lang="ja-JP" altLang="en-US" dirty="0"/>
              <a:t>・</a:t>
            </a:r>
            <a:r>
              <a:rPr kumimoji="1" lang="en-US" altLang="ja-JP" dirty="0"/>
              <a:t>DDP</a:t>
            </a:r>
            <a:r>
              <a:rPr kumimoji="1" lang="ja-JP" altLang="en-US" dirty="0"/>
              <a:t>プログラム</a:t>
            </a:r>
            <a:r>
              <a:rPr kumimoji="1" lang="en-US" altLang="ja-JP" dirty="0"/>
              <a:t>(</a:t>
            </a:r>
            <a:r>
              <a:rPr kumimoji="1" lang="en-US" altLang="ja-JP" dirty="0" err="1"/>
              <a:t>SuperScalar</a:t>
            </a:r>
            <a:r>
              <a:rPr kumimoji="1" lang="ja-JP" altLang="en-US" dirty="0"/>
              <a:t>版</a:t>
            </a:r>
            <a:r>
              <a:rPr kumimoji="1" lang="en-US" altLang="ja-JP" dirty="0"/>
              <a:t>)</a:t>
            </a:r>
            <a:endParaRPr kumimoji="1" lang="ja-JP" altLang="en-US" dirty="0"/>
          </a:p>
        </p:txBody>
      </p:sp>
      <p:sp>
        <p:nvSpPr>
          <p:cNvPr id="4" name="楕円 3">
            <a:extLst>
              <a:ext uri="{FF2B5EF4-FFF2-40B4-BE49-F238E27FC236}">
                <a16:creationId xmlns:a16="http://schemas.microsoft.com/office/drawing/2014/main" id="{DA96B753-0DE6-413F-A1CA-E8B1CB0259C1}"/>
              </a:ext>
            </a:extLst>
          </p:cNvPr>
          <p:cNvSpPr/>
          <p:nvPr/>
        </p:nvSpPr>
        <p:spPr>
          <a:xfrm>
            <a:off x="1961349" y="1908733"/>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5" name="楕円 4">
            <a:extLst>
              <a:ext uri="{FF2B5EF4-FFF2-40B4-BE49-F238E27FC236}">
                <a16:creationId xmlns:a16="http://schemas.microsoft.com/office/drawing/2014/main" id="{41BFAB01-996F-40AD-BFAE-2E5DAB72DF8B}"/>
              </a:ext>
            </a:extLst>
          </p:cNvPr>
          <p:cNvSpPr/>
          <p:nvPr/>
        </p:nvSpPr>
        <p:spPr>
          <a:xfrm>
            <a:off x="1961348" y="2646921"/>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r>
              <a:rPr kumimoji="1" lang="en-US" altLang="ja-JP" sz="1200" dirty="0">
                <a:solidFill>
                  <a:schemeClr val="tx1"/>
                </a:solidFill>
              </a:rPr>
              <a:t>	</a:t>
            </a:r>
            <a:endParaRPr kumimoji="1" lang="ja-JP" altLang="en-US" sz="1200" dirty="0">
              <a:solidFill>
                <a:schemeClr val="tx1"/>
              </a:solidFill>
            </a:endParaRPr>
          </a:p>
        </p:txBody>
      </p:sp>
      <p:sp>
        <p:nvSpPr>
          <p:cNvPr id="6" name="楕円 5">
            <a:extLst>
              <a:ext uri="{FF2B5EF4-FFF2-40B4-BE49-F238E27FC236}">
                <a16:creationId xmlns:a16="http://schemas.microsoft.com/office/drawing/2014/main" id="{8ED464CC-5DBE-4A15-87E5-4FA1FF31BB04}"/>
              </a:ext>
            </a:extLst>
          </p:cNvPr>
          <p:cNvSpPr/>
          <p:nvPr/>
        </p:nvSpPr>
        <p:spPr>
          <a:xfrm>
            <a:off x="1961345" y="3356533"/>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7" name="楕円 6">
            <a:extLst>
              <a:ext uri="{FF2B5EF4-FFF2-40B4-BE49-F238E27FC236}">
                <a16:creationId xmlns:a16="http://schemas.microsoft.com/office/drawing/2014/main" id="{80A76956-3111-48BF-B194-4F7FE5F13BBB}"/>
              </a:ext>
            </a:extLst>
          </p:cNvPr>
          <p:cNvSpPr/>
          <p:nvPr/>
        </p:nvSpPr>
        <p:spPr>
          <a:xfrm>
            <a:off x="1961344" y="4614118"/>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8" name="楕円 7">
            <a:extLst>
              <a:ext uri="{FF2B5EF4-FFF2-40B4-BE49-F238E27FC236}">
                <a16:creationId xmlns:a16="http://schemas.microsoft.com/office/drawing/2014/main" id="{8EA5EAB7-A968-4F39-BE5E-83961C8C4A1A}"/>
              </a:ext>
            </a:extLst>
          </p:cNvPr>
          <p:cNvSpPr/>
          <p:nvPr/>
        </p:nvSpPr>
        <p:spPr>
          <a:xfrm>
            <a:off x="3169059" y="190014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9" name="楕円 8">
            <a:extLst>
              <a:ext uri="{FF2B5EF4-FFF2-40B4-BE49-F238E27FC236}">
                <a16:creationId xmlns:a16="http://schemas.microsoft.com/office/drawing/2014/main" id="{1D003A87-CF09-454A-84AF-04C883092D72}"/>
              </a:ext>
            </a:extLst>
          </p:cNvPr>
          <p:cNvSpPr/>
          <p:nvPr/>
        </p:nvSpPr>
        <p:spPr>
          <a:xfrm>
            <a:off x="3169058" y="2638330"/>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10" name="楕円 9">
            <a:extLst>
              <a:ext uri="{FF2B5EF4-FFF2-40B4-BE49-F238E27FC236}">
                <a16:creationId xmlns:a16="http://schemas.microsoft.com/office/drawing/2014/main" id="{08E442D3-DB4B-41E6-A846-9AFC611D893A}"/>
              </a:ext>
            </a:extLst>
          </p:cNvPr>
          <p:cNvSpPr/>
          <p:nvPr/>
        </p:nvSpPr>
        <p:spPr>
          <a:xfrm>
            <a:off x="3169055" y="3347675"/>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11" name="楕円 10">
            <a:extLst>
              <a:ext uri="{FF2B5EF4-FFF2-40B4-BE49-F238E27FC236}">
                <a16:creationId xmlns:a16="http://schemas.microsoft.com/office/drawing/2014/main" id="{EBE94FF6-22C2-42E8-BA0F-8B72F0D6567B}"/>
              </a:ext>
            </a:extLst>
          </p:cNvPr>
          <p:cNvSpPr/>
          <p:nvPr/>
        </p:nvSpPr>
        <p:spPr>
          <a:xfrm>
            <a:off x="3169054" y="4605260"/>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12" name="楕円 11">
            <a:extLst>
              <a:ext uri="{FF2B5EF4-FFF2-40B4-BE49-F238E27FC236}">
                <a16:creationId xmlns:a16="http://schemas.microsoft.com/office/drawing/2014/main" id="{EC466D5C-67EE-4AD2-A3DC-D605E9567AA3}"/>
              </a:ext>
            </a:extLst>
          </p:cNvPr>
          <p:cNvSpPr/>
          <p:nvPr/>
        </p:nvSpPr>
        <p:spPr>
          <a:xfrm>
            <a:off x="4344220" y="1900851"/>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13" name="楕円 12">
            <a:extLst>
              <a:ext uri="{FF2B5EF4-FFF2-40B4-BE49-F238E27FC236}">
                <a16:creationId xmlns:a16="http://schemas.microsoft.com/office/drawing/2014/main" id="{B4CE19B0-F1C9-48B8-9DA4-1977F7DBF76F}"/>
              </a:ext>
            </a:extLst>
          </p:cNvPr>
          <p:cNvSpPr/>
          <p:nvPr/>
        </p:nvSpPr>
        <p:spPr>
          <a:xfrm>
            <a:off x="4344219" y="2639039"/>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14" name="楕円 13">
            <a:extLst>
              <a:ext uri="{FF2B5EF4-FFF2-40B4-BE49-F238E27FC236}">
                <a16:creationId xmlns:a16="http://schemas.microsoft.com/office/drawing/2014/main" id="{9DB51897-466D-4888-9C01-542558860143}"/>
              </a:ext>
            </a:extLst>
          </p:cNvPr>
          <p:cNvSpPr/>
          <p:nvPr/>
        </p:nvSpPr>
        <p:spPr>
          <a:xfrm>
            <a:off x="4344216" y="334811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15" name="楕円 14">
            <a:extLst>
              <a:ext uri="{FF2B5EF4-FFF2-40B4-BE49-F238E27FC236}">
                <a16:creationId xmlns:a16="http://schemas.microsoft.com/office/drawing/2014/main" id="{C50E8EEF-A34F-4AD6-AF8E-CE40400733A9}"/>
              </a:ext>
            </a:extLst>
          </p:cNvPr>
          <p:cNvSpPr/>
          <p:nvPr/>
        </p:nvSpPr>
        <p:spPr>
          <a:xfrm>
            <a:off x="4344215" y="460570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16" name="楕円 15">
            <a:extLst>
              <a:ext uri="{FF2B5EF4-FFF2-40B4-BE49-F238E27FC236}">
                <a16:creationId xmlns:a16="http://schemas.microsoft.com/office/drawing/2014/main" id="{18CD7357-9FD6-437E-BB0B-473A19B3848C}"/>
              </a:ext>
            </a:extLst>
          </p:cNvPr>
          <p:cNvSpPr/>
          <p:nvPr/>
        </p:nvSpPr>
        <p:spPr>
          <a:xfrm>
            <a:off x="5519579" y="1902583"/>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17" name="楕円 16">
            <a:extLst>
              <a:ext uri="{FF2B5EF4-FFF2-40B4-BE49-F238E27FC236}">
                <a16:creationId xmlns:a16="http://schemas.microsoft.com/office/drawing/2014/main" id="{8E1200D8-5013-487B-963B-03B10102521D}"/>
              </a:ext>
            </a:extLst>
          </p:cNvPr>
          <p:cNvSpPr/>
          <p:nvPr/>
        </p:nvSpPr>
        <p:spPr>
          <a:xfrm>
            <a:off x="5519578" y="2640771"/>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18" name="楕円 17">
            <a:extLst>
              <a:ext uri="{FF2B5EF4-FFF2-40B4-BE49-F238E27FC236}">
                <a16:creationId xmlns:a16="http://schemas.microsoft.com/office/drawing/2014/main" id="{A3A2D0A1-12E0-4B2F-8220-D17F7DB08A1E}"/>
              </a:ext>
            </a:extLst>
          </p:cNvPr>
          <p:cNvSpPr/>
          <p:nvPr/>
        </p:nvSpPr>
        <p:spPr>
          <a:xfrm>
            <a:off x="5519575" y="3349582"/>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19" name="楕円 18">
            <a:extLst>
              <a:ext uri="{FF2B5EF4-FFF2-40B4-BE49-F238E27FC236}">
                <a16:creationId xmlns:a16="http://schemas.microsoft.com/office/drawing/2014/main" id="{72BEB1EE-10A7-4BF9-ADEE-E5C3A40689C4}"/>
              </a:ext>
            </a:extLst>
          </p:cNvPr>
          <p:cNvSpPr/>
          <p:nvPr/>
        </p:nvSpPr>
        <p:spPr>
          <a:xfrm>
            <a:off x="5519574" y="460716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20" name="楕円 19">
            <a:extLst>
              <a:ext uri="{FF2B5EF4-FFF2-40B4-BE49-F238E27FC236}">
                <a16:creationId xmlns:a16="http://schemas.microsoft.com/office/drawing/2014/main" id="{F61A0380-7413-4781-BFAE-45A3496254AB}"/>
              </a:ext>
            </a:extLst>
          </p:cNvPr>
          <p:cNvSpPr/>
          <p:nvPr/>
        </p:nvSpPr>
        <p:spPr>
          <a:xfrm>
            <a:off x="6665354" y="1905338"/>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21" name="楕円 20">
            <a:extLst>
              <a:ext uri="{FF2B5EF4-FFF2-40B4-BE49-F238E27FC236}">
                <a16:creationId xmlns:a16="http://schemas.microsoft.com/office/drawing/2014/main" id="{AEC8DCE2-87C1-416D-A282-B3D0E3622FEF}"/>
              </a:ext>
            </a:extLst>
          </p:cNvPr>
          <p:cNvSpPr/>
          <p:nvPr/>
        </p:nvSpPr>
        <p:spPr>
          <a:xfrm>
            <a:off x="6665353" y="2643526"/>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22" name="楕円 21">
            <a:extLst>
              <a:ext uri="{FF2B5EF4-FFF2-40B4-BE49-F238E27FC236}">
                <a16:creationId xmlns:a16="http://schemas.microsoft.com/office/drawing/2014/main" id="{0F5CA180-E2CF-40B7-9D2D-D6EE59194996}"/>
              </a:ext>
            </a:extLst>
          </p:cNvPr>
          <p:cNvSpPr/>
          <p:nvPr/>
        </p:nvSpPr>
        <p:spPr>
          <a:xfrm>
            <a:off x="6665350" y="3352070"/>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23" name="楕円 22">
            <a:extLst>
              <a:ext uri="{FF2B5EF4-FFF2-40B4-BE49-F238E27FC236}">
                <a16:creationId xmlns:a16="http://schemas.microsoft.com/office/drawing/2014/main" id="{D4859279-CCB3-48E2-AC66-6AFB2FBDFCBE}"/>
              </a:ext>
            </a:extLst>
          </p:cNvPr>
          <p:cNvSpPr/>
          <p:nvPr/>
        </p:nvSpPr>
        <p:spPr>
          <a:xfrm>
            <a:off x="6665349" y="460965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cxnSp>
        <p:nvCxnSpPr>
          <p:cNvPr id="53" name="直線矢印コネクタ 52">
            <a:extLst>
              <a:ext uri="{FF2B5EF4-FFF2-40B4-BE49-F238E27FC236}">
                <a16:creationId xmlns:a16="http://schemas.microsoft.com/office/drawing/2014/main" id="{5E228D12-187A-46CC-8B9A-98DBD8BE1501}"/>
              </a:ext>
            </a:extLst>
          </p:cNvPr>
          <p:cNvCxnSpPr>
            <a:stCxn id="4" idx="4"/>
            <a:endCxn id="5" idx="0"/>
          </p:cNvCxnSpPr>
          <p:nvPr/>
        </p:nvCxnSpPr>
        <p:spPr>
          <a:xfrm flipH="1">
            <a:off x="2285348" y="2268733"/>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矢印コネクタ 54">
            <a:extLst>
              <a:ext uri="{FF2B5EF4-FFF2-40B4-BE49-F238E27FC236}">
                <a16:creationId xmlns:a16="http://schemas.microsoft.com/office/drawing/2014/main" id="{4F5219B2-2596-46A8-AB7E-377499C7243C}"/>
              </a:ext>
            </a:extLst>
          </p:cNvPr>
          <p:cNvCxnSpPr>
            <a:stCxn id="5" idx="4"/>
            <a:endCxn id="6" idx="0"/>
          </p:cNvCxnSpPr>
          <p:nvPr/>
        </p:nvCxnSpPr>
        <p:spPr>
          <a:xfrm flipH="1">
            <a:off x="2285345" y="3006921"/>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矢印コネクタ 56">
            <a:extLst>
              <a:ext uri="{FF2B5EF4-FFF2-40B4-BE49-F238E27FC236}">
                <a16:creationId xmlns:a16="http://schemas.microsoft.com/office/drawing/2014/main" id="{F7EFD191-891A-4ED9-9FB1-5C419B885E92}"/>
              </a:ext>
            </a:extLst>
          </p:cNvPr>
          <p:cNvCxnSpPr>
            <a:stCxn id="6" idx="4"/>
            <a:endCxn id="7" idx="0"/>
          </p:cNvCxnSpPr>
          <p:nvPr/>
        </p:nvCxnSpPr>
        <p:spPr>
          <a:xfrm flipH="1">
            <a:off x="2285344" y="3716533"/>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63D9DF25-02F1-4605-ABD1-15E00DC659A2}"/>
              </a:ext>
            </a:extLst>
          </p:cNvPr>
          <p:cNvCxnSpPr>
            <a:stCxn id="8" idx="4"/>
            <a:endCxn id="9" idx="0"/>
          </p:cNvCxnSpPr>
          <p:nvPr/>
        </p:nvCxnSpPr>
        <p:spPr>
          <a:xfrm flipH="1">
            <a:off x="3493058" y="2260142"/>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矢印コネクタ 60">
            <a:extLst>
              <a:ext uri="{FF2B5EF4-FFF2-40B4-BE49-F238E27FC236}">
                <a16:creationId xmlns:a16="http://schemas.microsoft.com/office/drawing/2014/main" id="{F2A3BDDA-491E-442B-849A-2C9BE0947693}"/>
              </a:ext>
            </a:extLst>
          </p:cNvPr>
          <p:cNvCxnSpPr>
            <a:stCxn id="9" idx="4"/>
            <a:endCxn id="10" idx="0"/>
          </p:cNvCxnSpPr>
          <p:nvPr/>
        </p:nvCxnSpPr>
        <p:spPr>
          <a:xfrm flipH="1">
            <a:off x="3493055" y="2998330"/>
            <a:ext cx="3" cy="34934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矢印コネクタ 62">
            <a:extLst>
              <a:ext uri="{FF2B5EF4-FFF2-40B4-BE49-F238E27FC236}">
                <a16:creationId xmlns:a16="http://schemas.microsoft.com/office/drawing/2014/main" id="{9F9B7064-F909-4B81-A2E9-A772B3AC3935}"/>
              </a:ext>
            </a:extLst>
          </p:cNvPr>
          <p:cNvCxnSpPr>
            <a:stCxn id="10" idx="4"/>
            <a:endCxn id="11" idx="0"/>
          </p:cNvCxnSpPr>
          <p:nvPr/>
        </p:nvCxnSpPr>
        <p:spPr>
          <a:xfrm flipH="1">
            <a:off x="3493054" y="3707675"/>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70306C91-65C4-459F-92A1-0A3F5D3363F2}"/>
              </a:ext>
            </a:extLst>
          </p:cNvPr>
          <p:cNvCxnSpPr>
            <a:stCxn id="12" idx="4"/>
            <a:endCxn id="13" idx="0"/>
          </p:cNvCxnSpPr>
          <p:nvPr/>
        </p:nvCxnSpPr>
        <p:spPr>
          <a:xfrm flipH="1">
            <a:off x="4668219" y="2260851"/>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F937594B-8195-44B0-89AE-9648EDBB1208}"/>
              </a:ext>
            </a:extLst>
          </p:cNvPr>
          <p:cNvCxnSpPr>
            <a:cxnSpLocks/>
            <a:stCxn id="13" idx="4"/>
            <a:endCxn id="14" idx="0"/>
          </p:cNvCxnSpPr>
          <p:nvPr/>
        </p:nvCxnSpPr>
        <p:spPr>
          <a:xfrm flipH="1">
            <a:off x="4668216" y="2999039"/>
            <a:ext cx="3" cy="34907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矢印コネクタ 68">
            <a:extLst>
              <a:ext uri="{FF2B5EF4-FFF2-40B4-BE49-F238E27FC236}">
                <a16:creationId xmlns:a16="http://schemas.microsoft.com/office/drawing/2014/main" id="{26EF24CB-F92C-44F5-8F9A-53B93EBFEB89}"/>
              </a:ext>
            </a:extLst>
          </p:cNvPr>
          <p:cNvCxnSpPr>
            <a:cxnSpLocks/>
            <a:stCxn id="14" idx="4"/>
            <a:endCxn id="15" idx="0"/>
          </p:cNvCxnSpPr>
          <p:nvPr/>
        </p:nvCxnSpPr>
        <p:spPr>
          <a:xfrm flipH="1">
            <a:off x="4668215" y="370811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矢印コネクタ 70">
            <a:extLst>
              <a:ext uri="{FF2B5EF4-FFF2-40B4-BE49-F238E27FC236}">
                <a16:creationId xmlns:a16="http://schemas.microsoft.com/office/drawing/2014/main" id="{EE939015-6F8A-4B86-B314-8D028C48BDA0}"/>
              </a:ext>
            </a:extLst>
          </p:cNvPr>
          <p:cNvCxnSpPr>
            <a:stCxn id="18" idx="4"/>
            <a:endCxn id="19" idx="0"/>
          </p:cNvCxnSpPr>
          <p:nvPr/>
        </p:nvCxnSpPr>
        <p:spPr>
          <a:xfrm flipH="1">
            <a:off x="5843574" y="3709582"/>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矢印コネクタ 72">
            <a:extLst>
              <a:ext uri="{FF2B5EF4-FFF2-40B4-BE49-F238E27FC236}">
                <a16:creationId xmlns:a16="http://schemas.microsoft.com/office/drawing/2014/main" id="{41C75F2E-CD41-442C-9D2E-6D1FC4F8C30B}"/>
              </a:ext>
            </a:extLst>
          </p:cNvPr>
          <p:cNvCxnSpPr>
            <a:stCxn id="16" idx="4"/>
            <a:endCxn id="17" idx="0"/>
          </p:cNvCxnSpPr>
          <p:nvPr/>
        </p:nvCxnSpPr>
        <p:spPr>
          <a:xfrm flipH="1">
            <a:off x="5843578" y="2262583"/>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矢印コネクタ 74">
            <a:extLst>
              <a:ext uri="{FF2B5EF4-FFF2-40B4-BE49-F238E27FC236}">
                <a16:creationId xmlns:a16="http://schemas.microsoft.com/office/drawing/2014/main" id="{9844BC73-0B33-445B-8388-3A0BC37DDADF}"/>
              </a:ext>
            </a:extLst>
          </p:cNvPr>
          <p:cNvCxnSpPr>
            <a:stCxn id="17" idx="4"/>
            <a:endCxn id="18" idx="0"/>
          </p:cNvCxnSpPr>
          <p:nvPr/>
        </p:nvCxnSpPr>
        <p:spPr>
          <a:xfrm flipH="1">
            <a:off x="5843575" y="3000771"/>
            <a:ext cx="3" cy="348811"/>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矢印コネクタ 76">
            <a:extLst>
              <a:ext uri="{FF2B5EF4-FFF2-40B4-BE49-F238E27FC236}">
                <a16:creationId xmlns:a16="http://schemas.microsoft.com/office/drawing/2014/main" id="{93E63DFF-4D71-429A-A454-151EB07A2DC2}"/>
              </a:ext>
            </a:extLst>
          </p:cNvPr>
          <p:cNvCxnSpPr>
            <a:stCxn id="20" idx="4"/>
            <a:endCxn id="21" idx="0"/>
          </p:cNvCxnSpPr>
          <p:nvPr/>
        </p:nvCxnSpPr>
        <p:spPr>
          <a:xfrm flipH="1">
            <a:off x="6989353" y="2265338"/>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48D1E6BE-1F70-42A6-B8DE-A081641A0339}"/>
              </a:ext>
            </a:extLst>
          </p:cNvPr>
          <p:cNvCxnSpPr>
            <a:stCxn id="21" idx="4"/>
            <a:endCxn id="22" idx="0"/>
          </p:cNvCxnSpPr>
          <p:nvPr/>
        </p:nvCxnSpPr>
        <p:spPr>
          <a:xfrm flipH="1">
            <a:off x="6989350" y="3003526"/>
            <a:ext cx="3" cy="348544"/>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矢印コネクタ 80">
            <a:extLst>
              <a:ext uri="{FF2B5EF4-FFF2-40B4-BE49-F238E27FC236}">
                <a16:creationId xmlns:a16="http://schemas.microsoft.com/office/drawing/2014/main" id="{FCDF71C4-C46C-4F45-9643-94C291BE479F}"/>
              </a:ext>
            </a:extLst>
          </p:cNvPr>
          <p:cNvCxnSpPr>
            <a:stCxn id="22" idx="4"/>
            <a:endCxn id="23" idx="0"/>
          </p:cNvCxnSpPr>
          <p:nvPr/>
        </p:nvCxnSpPr>
        <p:spPr>
          <a:xfrm flipH="1">
            <a:off x="6989349" y="3712070"/>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コネクタ: カギ線 126">
            <a:extLst>
              <a:ext uri="{FF2B5EF4-FFF2-40B4-BE49-F238E27FC236}">
                <a16:creationId xmlns:a16="http://schemas.microsoft.com/office/drawing/2014/main" id="{3354673D-E568-4FA1-A79B-A06C48D197AE}"/>
              </a:ext>
            </a:extLst>
          </p:cNvPr>
          <p:cNvCxnSpPr>
            <a:stCxn id="4" idx="4"/>
            <a:endCxn id="8" idx="1"/>
          </p:cNvCxnSpPr>
          <p:nvPr/>
        </p:nvCxnSpPr>
        <p:spPr>
          <a:xfrm rot="5400000" flipH="1" flipV="1">
            <a:off x="2616717" y="1621494"/>
            <a:ext cx="315870" cy="978607"/>
          </a:xfrm>
          <a:prstGeom prst="bentConnector5">
            <a:avLst>
              <a:gd name="adj1" fmla="val -72372"/>
              <a:gd name="adj2" fmla="val 61706"/>
              <a:gd name="adj3" fmla="val 172372"/>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コネクタ: カギ線 131">
            <a:extLst>
              <a:ext uri="{FF2B5EF4-FFF2-40B4-BE49-F238E27FC236}">
                <a16:creationId xmlns:a16="http://schemas.microsoft.com/office/drawing/2014/main" id="{50D31643-F00F-44AF-AFCB-2DE4669536B0}"/>
              </a:ext>
            </a:extLst>
          </p:cNvPr>
          <p:cNvCxnSpPr>
            <a:cxnSpLocks/>
            <a:stCxn id="8" idx="4"/>
            <a:endCxn id="12" idx="1"/>
          </p:cNvCxnSpPr>
          <p:nvPr/>
        </p:nvCxnSpPr>
        <p:spPr>
          <a:xfrm rot="5400000" flipH="1" flipV="1">
            <a:off x="3812803" y="1633828"/>
            <a:ext cx="306570" cy="946058"/>
          </a:xfrm>
          <a:prstGeom prst="bentConnector5">
            <a:avLst>
              <a:gd name="adj1" fmla="val -74567"/>
              <a:gd name="adj2" fmla="val 62108"/>
              <a:gd name="adj3" fmla="val 174567"/>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コネクタ: カギ線 133">
            <a:extLst>
              <a:ext uri="{FF2B5EF4-FFF2-40B4-BE49-F238E27FC236}">
                <a16:creationId xmlns:a16="http://schemas.microsoft.com/office/drawing/2014/main" id="{E2953AB9-85FB-4F6D-907F-594A3665206D}"/>
              </a:ext>
            </a:extLst>
          </p:cNvPr>
          <p:cNvCxnSpPr>
            <a:stCxn id="12" idx="4"/>
            <a:endCxn id="16" idx="1"/>
          </p:cNvCxnSpPr>
          <p:nvPr/>
        </p:nvCxnSpPr>
        <p:spPr>
          <a:xfrm rot="5400000" flipH="1" flipV="1">
            <a:off x="4988574" y="1634950"/>
            <a:ext cx="305547" cy="946256"/>
          </a:xfrm>
          <a:prstGeom prst="bentConnector5">
            <a:avLst>
              <a:gd name="adj1" fmla="val -74817"/>
              <a:gd name="adj2" fmla="val 62106"/>
              <a:gd name="adj3" fmla="val 174817"/>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コネクタ: カギ線 135">
            <a:extLst>
              <a:ext uri="{FF2B5EF4-FFF2-40B4-BE49-F238E27FC236}">
                <a16:creationId xmlns:a16="http://schemas.microsoft.com/office/drawing/2014/main" id="{367F82DE-92C3-403D-8580-662959C877DD}"/>
              </a:ext>
            </a:extLst>
          </p:cNvPr>
          <p:cNvCxnSpPr>
            <a:stCxn id="16" idx="4"/>
            <a:endCxn id="20" idx="1"/>
          </p:cNvCxnSpPr>
          <p:nvPr/>
        </p:nvCxnSpPr>
        <p:spPr>
          <a:xfrm rot="5400000" flipH="1" flipV="1">
            <a:off x="6149653" y="1651985"/>
            <a:ext cx="304524" cy="916672"/>
          </a:xfrm>
          <a:prstGeom prst="bentConnector5">
            <a:avLst>
              <a:gd name="adj1" fmla="val -75068"/>
              <a:gd name="adj2" fmla="val 62496"/>
              <a:gd name="adj3" fmla="val 175068"/>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コネクタ: カギ線 137">
            <a:extLst>
              <a:ext uri="{FF2B5EF4-FFF2-40B4-BE49-F238E27FC236}">
                <a16:creationId xmlns:a16="http://schemas.microsoft.com/office/drawing/2014/main" id="{090108E7-8EB2-4740-A501-92DB7C1CF136}"/>
              </a:ext>
            </a:extLst>
          </p:cNvPr>
          <p:cNvCxnSpPr>
            <a:cxnSpLocks/>
            <a:stCxn id="20" idx="4"/>
            <a:endCxn id="237" idx="1"/>
          </p:cNvCxnSpPr>
          <p:nvPr/>
        </p:nvCxnSpPr>
        <p:spPr>
          <a:xfrm rot="5400000" flipH="1" flipV="1">
            <a:off x="7320545" y="1621697"/>
            <a:ext cx="312450" cy="974832"/>
          </a:xfrm>
          <a:prstGeom prst="bentConnector5">
            <a:avLst>
              <a:gd name="adj1" fmla="val -73164"/>
              <a:gd name="adj2" fmla="val 61751"/>
              <a:gd name="adj3" fmla="val 173164"/>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6" name="楕円 155">
            <a:extLst>
              <a:ext uri="{FF2B5EF4-FFF2-40B4-BE49-F238E27FC236}">
                <a16:creationId xmlns:a16="http://schemas.microsoft.com/office/drawing/2014/main" id="{BF3B8919-17A7-4667-BBEC-CD588514D11D}"/>
              </a:ext>
            </a:extLst>
          </p:cNvPr>
          <p:cNvSpPr/>
          <p:nvPr/>
        </p:nvSpPr>
        <p:spPr>
          <a:xfrm>
            <a:off x="3180195" y="5299336"/>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57" name="楕円 156">
            <a:extLst>
              <a:ext uri="{FF2B5EF4-FFF2-40B4-BE49-F238E27FC236}">
                <a16:creationId xmlns:a16="http://schemas.microsoft.com/office/drawing/2014/main" id="{AE33CB5B-D28C-46CC-8145-084AE5F08BE3}"/>
              </a:ext>
            </a:extLst>
          </p:cNvPr>
          <p:cNvSpPr/>
          <p:nvPr/>
        </p:nvSpPr>
        <p:spPr>
          <a:xfrm>
            <a:off x="4354196" y="530004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58" name="楕円 157">
            <a:extLst>
              <a:ext uri="{FF2B5EF4-FFF2-40B4-BE49-F238E27FC236}">
                <a16:creationId xmlns:a16="http://schemas.microsoft.com/office/drawing/2014/main" id="{B4DAD651-21C8-4038-B362-6E7E6F8B3D32}"/>
              </a:ext>
            </a:extLst>
          </p:cNvPr>
          <p:cNvSpPr/>
          <p:nvPr/>
        </p:nvSpPr>
        <p:spPr>
          <a:xfrm>
            <a:off x="5528395" y="530177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59" name="楕円 158">
            <a:extLst>
              <a:ext uri="{FF2B5EF4-FFF2-40B4-BE49-F238E27FC236}">
                <a16:creationId xmlns:a16="http://schemas.microsoft.com/office/drawing/2014/main" id="{274E61C6-E8D8-4A05-A8E6-15AA46D01DAB}"/>
              </a:ext>
            </a:extLst>
          </p:cNvPr>
          <p:cNvSpPr/>
          <p:nvPr/>
        </p:nvSpPr>
        <p:spPr>
          <a:xfrm>
            <a:off x="6673010" y="530453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166" name="直線矢印コネクタ 165">
            <a:extLst>
              <a:ext uri="{FF2B5EF4-FFF2-40B4-BE49-F238E27FC236}">
                <a16:creationId xmlns:a16="http://schemas.microsoft.com/office/drawing/2014/main" id="{EAA1C2AC-BC23-499D-BA1F-85F6B4395FAE}"/>
              </a:ext>
            </a:extLst>
          </p:cNvPr>
          <p:cNvCxnSpPr>
            <a:endCxn id="156" idx="0"/>
          </p:cNvCxnSpPr>
          <p:nvPr/>
        </p:nvCxnSpPr>
        <p:spPr>
          <a:xfrm flipH="1">
            <a:off x="3504195" y="5001826"/>
            <a:ext cx="1" cy="297510"/>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線矢印コネクタ 166">
            <a:extLst>
              <a:ext uri="{FF2B5EF4-FFF2-40B4-BE49-F238E27FC236}">
                <a16:creationId xmlns:a16="http://schemas.microsoft.com/office/drawing/2014/main" id="{DF846F31-EF67-4E88-AB1E-830574DB8A18}"/>
              </a:ext>
            </a:extLst>
          </p:cNvPr>
          <p:cNvCxnSpPr>
            <a:cxnSpLocks/>
            <a:stCxn id="15" idx="4"/>
            <a:endCxn id="157" idx="0"/>
          </p:cNvCxnSpPr>
          <p:nvPr/>
        </p:nvCxnSpPr>
        <p:spPr>
          <a:xfrm>
            <a:off x="4668215" y="4965702"/>
            <a:ext cx="9981" cy="334343"/>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直線矢印コネクタ 167">
            <a:extLst>
              <a:ext uri="{FF2B5EF4-FFF2-40B4-BE49-F238E27FC236}">
                <a16:creationId xmlns:a16="http://schemas.microsoft.com/office/drawing/2014/main" id="{3927328B-AF2A-4B26-BB83-BC03DEBA10AE}"/>
              </a:ext>
            </a:extLst>
          </p:cNvPr>
          <p:cNvCxnSpPr>
            <a:cxnSpLocks/>
            <a:stCxn id="19" idx="4"/>
            <a:endCxn id="158" idx="0"/>
          </p:cNvCxnSpPr>
          <p:nvPr/>
        </p:nvCxnSpPr>
        <p:spPr>
          <a:xfrm>
            <a:off x="5843574" y="4967167"/>
            <a:ext cx="8821" cy="334610"/>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直線矢印コネクタ 168">
            <a:extLst>
              <a:ext uri="{FF2B5EF4-FFF2-40B4-BE49-F238E27FC236}">
                <a16:creationId xmlns:a16="http://schemas.microsoft.com/office/drawing/2014/main" id="{E8F44C3B-9412-4434-AF8F-8B098D9D8666}"/>
              </a:ext>
            </a:extLst>
          </p:cNvPr>
          <p:cNvCxnSpPr>
            <a:cxnSpLocks/>
            <a:stCxn id="23" idx="4"/>
            <a:endCxn id="159" idx="0"/>
          </p:cNvCxnSpPr>
          <p:nvPr/>
        </p:nvCxnSpPr>
        <p:spPr>
          <a:xfrm>
            <a:off x="6989349" y="4969655"/>
            <a:ext cx="7661" cy="33487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コネクタ: カギ線 189">
            <a:extLst>
              <a:ext uri="{FF2B5EF4-FFF2-40B4-BE49-F238E27FC236}">
                <a16:creationId xmlns:a16="http://schemas.microsoft.com/office/drawing/2014/main" id="{F4DD224B-43B8-4D51-B383-F88752FC242C}"/>
              </a:ext>
            </a:extLst>
          </p:cNvPr>
          <p:cNvCxnSpPr>
            <a:cxnSpLocks/>
            <a:stCxn id="252" idx="4"/>
            <a:endCxn id="298" idx="0"/>
          </p:cNvCxnSpPr>
          <p:nvPr/>
        </p:nvCxnSpPr>
        <p:spPr>
          <a:xfrm rot="5400000" flipH="1">
            <a:off x="6886890" y="4353427"/>
            <a:ext cx="1691857" cy="920012"/>
          </a:xfrm>
          <a:prstGeom prst="bentConnector5">
            <a:avLst>
              <a:gd name="adj1" fmla="val -13512"/>
              <a:gd name="adj2" fmla="val 48491"/>
              <a:gd name="adj3" fmla="val 113512"/>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コネクタ: カギ線 191">
            <a:extLst>
              <a:ext uri="{FF2B5EF4-FFF2-40B4-BE49-F238E27FC236}">
                <a16:creationId xmlns:a16="http://schemas.microsoft.com/office/drawing/2014/main" id="{2E6E5583-2211-4D93-8F5B-5086155A1019}"/>
              </a:ext>
            </a:extLst>
          </p:cNvPr>
          <p:cNvCxnSpPr>
            <a:cxnSpLocks/>
            <a:stCxn id="159" idx="4"/>
            <a:endCxn id="296" idx="0"/>
          </p:cNvCxnSpPr>
          <p:nvPr/>
        </p:nvCxnSpPr>
        <p:spPr>
          <a:xfrm rot="5400000" flipH="1">
            <a:off x="5687319" y="4354842"/>
            <a:ext cx="1752195" cy="867187"/>
          </a:xfrm>
          <a:prstGeom prst="bentConnector5">
            <a:avLst>
              <a:gd name="adj1" fmla="val -13046"/>
              <a:gd name="adj2" fmla="val 49498"/>
              <a:gd name="adj3" fmla="val 113046"/>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コネクタ: カギ線 193">
            <a:extLst>
              <a:ext uri="{FF2B5EF4-FFF2-40B4-BE49-F238E27FC236}">
                <a16:creationId xmlns:a16="http://schemas.microsoft.com/office/drawing/2014/main" id="{24E8122C-829E-4E9A-9CA0-645E3B1CF845}"/>
              </a:ext>
            </a:extLst>
          </p:cNvPr>
          <p:cNvCxnSpPr>
            <a:cxnSpLocks/>
            <a:stCxn id="158" idx="4"/>
            <a:endCxn id="294" idx="0"/>
          </p:cNvCxnSpPr>
          <p:nvPr/>
        </p:nvCxnSpPr>
        <p:spPr>
          <a:xfrm rot="5400000" flipH="1">
            <a:off x="4536118" y="4345500"/>
            <a:ext cx="1737408" cy="895146"/>
          </a:xfrm>
          <a:prstGeom prst="bentConnector5">
            <a:avLst>
              <a:gd name="adj1" fmla="val -13158"/>
              <a:gd name="adj2" fmla="val 52706"/>
              <a:gd name="adj3" fmla="val 113158"/>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コネクタ: カギ線 195">
            <a:extLst>
              <a:ext uri="{FF2B5EF4-FFF2-40B4-BE49-F238E27FC236}">
                <a16:creationId xmlns:a16="http://schemas.microsoft.com/office/drawing/2014/main" id="{9FD810C7-8DAC-4F24-A6D5-D65A8293008D}"/>
              </a:ext>
            </a:extLst>
          </p:cNvPr>
          <p:cNvCxnSpPr>
            <a:cxnSpLocks/>
            <a:stCxn id="157" idx="4"/>
            <a:endCxn id="292" idx="0"/>
          </p:cNvCxnSpPr>
          <p:nvPr/>
        </p:nvCxnSpPr>
        <p:spPr>
          <a:xfrm rot="5400000" flipH="1">
            <a:off x="3367216" y="4349066"/>
            <a:ext cx="1728637" cy="893323"/>
          </a:xfrm>
          <a:prstGeom prst="bentConnector5">
            <a:avLst>
              <a:gd name="adj1" fmla="val -13224"/>
              <a:gd name="adj2" fmla="val 48447"/>
              <a:gd name="adj3" fmla="val 113224"/>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コネクタ: カギ線 197">
            <a:extLst>
              <a:ext uri="{FF2B5EF4-FFF2-40B4-BE49-F238E27FC236}">
                <a16:creationId xmlns:a16="http://schemas.microsoft.com/office/drawing/2014/main" id="{4791C3AA-12DD-40E5-94FB-DC8DD083B1B6}"/>
              </a:ext>
            </a:extLst>
          </p:cNvPr>
          <p:cNvCxnSpPr>
            <a:cxnSpLocks/>
            <a:stCxn id="156" idx="4"/>
            <a:endCxn id="288" idx="0"/>
          </p:cNvCxnSpPr>
          <p:nvPr/>
        </p:nvCxnSpPr>
        <p:spPr>
          <a:xfrm rot="5400000" flipH="1">
            <a:off x="2186277" y="4341419"/>
            <a:ext cx="1711589" cy="924247"/>
          </a:xfrm>
          <a:prstGeom prst="bentConnector5">
            <a:avLst>
              <a:gd name="adj1" fmla="val -13356"/>
              <a:gd name="adj2" fmla="val 46438"/>
              <a:gd name="adj3" fmla="val 113356"/>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1" name="正方形/長方形 200">
            <a:extLst>
              <a:ext uri="{FF2B5EF4-FFF2-40B4-BE49-F238E27FC236}">
                <a16:creationId xmlns:a16="http://schemas.microsoft.com/office/drawing/2014/main" id="{D9547175-6445-45BA-8FDB-1534D2754E1E}"/>
              </a:ext>
            </a:extLst>
          </p:cNvPr>
          <p:cNvSpPr/>
          <p:nvPr/>
        </p:nvSpPr>
        <p:spPr>
          <a:xfrm>
            <a:off x="2445777" y="3238961"/>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2" name="正方形/長方形 201">
            <a:extLst>
              <a:ext uri="{FF2B5EF4-FFF2-40B4-BE49-F238E27FC236}">
                <a16:creationId xmlns:a16="http://schemas.microsoft.com/office/drawing/2014/main" id="{1F8BE0EC-825A-4888-A3EA-3E3EE89AFFF6}"/>
              </a:ext>
            </a:extLst>
          </p:cNvPr>
          <p:cNvSpPr/>
          <p:nvPr/>
        </p:nvSpPr>
        <p:spPr>
          <a:xfrm>
            <a:off x="3636535" y="322863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3" name="正方形/長方形 202">
            <a:extLst>
              <a:ext uri="{FF2B5EF4-FFF2-40B4-BE49-F238E27FC236}">
                <a16:creationId xmlns:a16="http://schemas.microsoft.com/office/drawing/2014/main" id="{E837873F-3E11-4BD3-9F0E-1C937D1EA109}"/>
              </a:ext>
            </a:extLst>
          </p:cNvPr>
          <p:cNvSpPr/>
          <p:nvPr/>
        </p:nvSpPr>
        <p:spPr>
          <a:xfrm>
            <a:off x="4887097" y="3205987"/>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4" name="正方形/長方形 203">
            <a:extLst>
              <a:ext uri="{FF2B5EF4-FFF2-40B4-BE49-F238E27FC236}">
                <a16:creationId xmlns:a16="http://schemas.microsoft.com/office/drawing/2014/main" id="{110E330C-BE60-4336-9132-D9D22988E28B}"/>
              </a:ext>
            </a:extLst>
          </p:cNvPr>
          <p:cNvSpPr/>
          <p:nvPr/>
        </p:nvSpPr>
        <p:spPr>
          <a:xfrm>
            <a:off x="6056046" y="3205987"/>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5" name="正方形/長方形 204">
            <a:extLst>
              <a:ext uri="{FF2B5EF4-FFF2-40B4-BE49-F238E27FC236}">
                <a16:creationId xmlns:a16="http://schemas.microsoft.com/office/drawing/2014/main" id="{86BDDD8A-ADEB-4894-A32B-A566A027E471}"/>
              </a:ext>
            </a:extLst>
          </p:cNvPr>
          <p:cNvSpPr/>
          <p:nvPr/>
        </p:nvSpPr>
        <p:spPr>
          <a:xfrm>
            <a:off x="7174262" y="3217617"/>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4" name="正方形/長方形 213">
            <a:extLst>
              <a:ext uri="{FF2B5EF4-FFF2-40B4-BE49-F238E27FC236}">
                <a16:creationId xmlns:a16="http://schemas.microsoft.com/office/drawing/2014/main" id="{35F26908-CE38-46F1-8D45-9F18F8292FF0}"/>
              </a:ext>
            </a:extLst>
          </p:cNvPr>
          <p:cNvSpPr/>
          <p:nvPr/>
        </p:nvSpPr>
        <p:spPr>
          <a:xfrm>
            <a:off x="3560335" y="5181661"/>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5" name="正方形/長方形 214">
            <a:extLst>
              <a:ext uri="{FF2B5EF4-FFF2-40B4-BE49-F238E27FC236}">
                <a16:creationId xmlns:a16="http://schemas.microsoft.com/office/drawing/2014/main" id="{B4EB3AE8-3883-4EB6-B308-C942EAA119B0}"/>
              </a:ext>
            </a:extLst>
          </p:cNvPr>
          <p:cNvSpPr/>
          <p:nvPr/>
        </p:nvSpPr>
        <p:spPr>
          <a:xfrm>
            <a:off x="4736276" y="5139562"/>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6" name="正方形/長方形 215">
            <a:extLst>
              <a:ext uri="{FF2B5EF4-FFF2-40B4-BE49-F238E27FC236}">
                <a16:creationId xmlns:a16="http://schemas.microsoft.com/office/drawing/2014/main" id="{BD01C55E-B80A-4D71-8EEA-17DD074C7E01}"/>
              </a:ext>
            </a:extLst>
          </p:cNvPr>
          <p:cNvSpPr/>
          <p:nvPr/>
        </p:nvSpPr>
        <p:spPr>
          <a:xfrm>
            <a:off x="5912415" y="5144126"/>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7" name="正方形/長方形 216">
            <a:extLst>
              <a:ext uri="{FF2B5EF4-FFF2-40B4-BE49-F238E27FC236}">
                <a16:creationId xmlns:a16="http://schemas.microsoft.com/office/drawing/2014/main" id="{650F1224-7581-43D3-8D46-2156CD62A94B}"/>
              </a:ext>
            </a:extLst>
          </p:cNvPr>
          <p:cNvSpPr/>
          <p:nvPr/>
        </p:nvSpPr>
        <p:spPr>
          <a:xfrm>
            <a:off x="7058970" y="5154277"/>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25" name="正方形/長方形 224">
            <a:extLst>
              <a:ext uri="{FF2B5EF4-FFF2-40B4-BE49-F238E27FC236}">
                <a16:creationId xmlns:a16="http://schemas.microsoft.com/office/drawing/2014/main" id="{83C967E2-CE01-48B8-A4F3-CC9425559B83}"/>
              </a:ext>
            </a:extLst>
          </p:cNvPr>
          <p:cNvSpPr/>
          <p:nvPr/>
        </p:nvSpPr>
        <p:spPr>
          <a:xfrm>
            <a:off x="2455302" y="2554805"/>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0,1</a:t>
            </a:r>
            <a:endParaRPr kumimoji="1" lang="ja-JP" altLang="en-US" sz="1200" baseline="-25000" dirty="0">
              <a:solidFill>
                <a:schemeClr val="tx1"/>
              </a:solidFill>
            </a:endParaRPr>
          </a:p>
        </p:txBody>
      </p:sp>
      <p:sp>
        <p:nvSpPr>
          <p:cNvPr id="226" name="正方形/長方形 225">
            <a:extLst>
              <a:ext uri="{FF2B5EF4-FFF2-40B4-BE49-F238E27FC236}">
                <a16:creationId xmlns:a16="http://schemas.microsoft.com/office/drawing/2014/main" id="{550CCFD3-6F3D-48DB-9856-B0305CC546CA}"/>
              </a:ext>
            </a:extLst>
          </p:cNvPr>
          <p:cNvSpPr/>
          <p:nvPr/>
        </p:nvSpPr>
        <p:spPr>
          <a:xfrm>
            <a:off x="3656792" y="2539110"/>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2,3</a:t>
            </a:r>
            <a:endParaRPr lang="ja-JP" altLang="en-US" sz="1200" baseline="-25000" dirty="0">
              <a:solidFill>
                <a:schemeClr val="tx1"/>
              </a:solidFill>
            </a:endParaRPr>
          </a:p>
        </p:txBody>
      </p:sp>
      <p:sp>
        <p:nvSpPr>
          <p:cNvPr id="227" name="正方形/長方形 226">
            <a:extLst>
              <a:ext uri="{FF2B5EF4-FFF2-40B4-BE49-F238E27FC236}">
                <a16:creationId xmlns:a16="http://schemas.microsoft.com/office/drawing/2014/main" id="{E4FD8A0B-42CD-488E-8116-450C55479C5E}"/>
              </a:ext>
            </a:extLst>
          </p:cNvPr>
          <p:cNvSpPr/>
          <p:nvPr/>
        </p:nvSpPr>
        <p:spPr>
          <a:xfrm>
            <a:off x="4825733" y="252018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4,5</a:t>
            </a:r>
            <a:endParaRPr lang="ja-JP" altLang="en-US" sz="1200" dirty="0">
              <a:solidFill>
                <a:schemeClr val="tx1"/>
              </a:solidFill>
            </a:endParaRPr>
          </a:p>
        </p:txBody>
      </p:sp>
      <p:sp>
        <p:nvSpPr>
          <p:cNvPr id="228" name="正方形/長方形 227">
            <a:extLst>
              <a:ext uri="{FF2B5EF4-FFF2-40B4-BE49-F238E27FC236}">
                <a16:creationId xmlns:a16="http://schemas.microsoft.com/office/drawing/2014/main" id="{7A5D8F94-A069-4A70-8DEB-EB6C587DE450}"/>
              </a:ext>
            </a:extLst>
          </p:cNvPr>
          <p:cNvSpPr/>
          <p:nvPr/>
        </p:nvSpPr>
        <p:spPr>
          <a:xfrm>
            <a:off x="5994872" y="252197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6,7</a:t>
            </a:r>
            <a:endParaRPr lang="ja-JP" altLang="en-US" sz="1200" baseline="-25000" dirty="0">
              <a:solidFill>
                <a:schemeClr val="tx1"/>
              </a:solidFill>
            </a:endParaRPr>
          </a:p>
        </p:txBody>
      </p:sp>
      <p:sp>
        <p:nvSpPr>
          <p:cNvPr id="229" name="正方形/長方形 228">
            <a:extLst>
              <a:ext uri="{FF2B5EF4-FFF2-40B4-BE49-F238E27FC236}">
                <a16:creationId xmlns:a16="http://schemas.microsoft.com/office/drawing/2014/main" id="{349C0ADE-DC59-43BC-B2FC-70A4907287C7}"/>
              </a:ext>
            </a:extLst>
          </p:cNvPr>
          <p:cNvSpPr/>
          <p:nvPr/>
        </p:nvSpPr>
        <p:spPr>
          <a:xfrm>
            <a:off x="7134427" y="2528370"/>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8,9</a:t>
            </a:r>
            <a:endParaRPr lang="ja-JP" altLang="en-US" sz="1200" baseline="-25000" dirty="0">
              <a:solidFill>
                <a:schemeClr val="tx1"/>
              </a:solidFill>
            </a:endParaRPr>
          </a:p>
        </p:txBody>
      </p:sp>
      <p:sp>
        <p:nvSpPr>
          <p:cNvPr id="237" name="楕円 236">
            <a:extLst>
              <a:ext uri="{FF2B5EF4-FFF2-40B4-BE49-F238E27FC236}">
                <a16:creationId xmlns:a16="http://schemas.microsoft.com/office/drawing/2014/main" id="{E082E485-F690-44BF-B479-DC2E2538E2D2}"/>
              </a:ext>
            </a:extLst>
          </p:cNvPr>
          <p:cNvSpPr/>
          <p:nvPr/>
        </p:nvSpPr>
        <p:spPr>
          <a:xfrm>
            <a:off x="7869289" y="190016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238" name="楕円 237">
            <a:extLst>
              <a:ext uri="{FF2B5EF4-FFF2-40B4-BE49-F238E27FC236}">
                <a16:creationId xmlns:a16="http://schemas.microsoft.com/office/drawing/2014/main" id="{4FA7EFEA-7DDA-4374-837E-3D34E4E88D3C}"/>
              </a:ext>
            </a:extLst>
          </p:cNvPr>
          <p:cNvSpPr/>
          <p:nvPr/>
        </p:nvSpPr>
        <p:spPr>
          <a:xfrm>
            <a:off x="7869288" y="2638355"/>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239" name="楕円 238">
            <a:extLst>
              <a:ext uri="{FF2B5EF4-FFF2-40B4-BE49-F238E27FC236}">
                <a16:creationId xmlns:a16="http://schemas.microsoft.com/office/drawing/2014/main" id="{FB61E30E-8C9A-4D3F-8C05-8898F35A2030}"/>
              </a:ext>
            </a:extLst>
          </p:cNvPr>
          <p:cNvSpPr/>
          <p:nvPr/>
        </p:nvSpPr>
        <p:spPr>
          <a:xfrm>
            <a:off x="7869285" y="3347029"/>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240" name="楕円 239">
            <a:extLst>
              <a:ext uri="{FF2B5EF4-FFF2-40B4-BE49-F238E27FC236}">
                <a16:creationId xmlns:a16="http://schemas.microsoft.com/office/drawing/2014/main" id="{EE486428-1CA2-41FC-BAEB-11063AB9A678}"/>
              </a:ext>
            </a:extLst>
          </p:cNvPr>
          <p:cNvSpPr/>
          <p:nvPr/>
        </p:nvSpPr>
        <p:spPr>
          <a:xfrm>
            <a:off x="7869284" y="4604614"/>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cxnSp>
        <p:nvCxnSpPr>
          <p:cNvPr id="245" name="直線矢印コネクタ 244">
            <a:extLst>
              <a:ext uri="{FF2B5EF4-FFF2-40B4-BE49-F238E27FC236}">
                <a16:creationId xmlns:a16="http://schemas.microsoft.com/office/drawing/2014/main" id="{2BAB084F-C966-4A72-94DC-B824AF366333}"/>
              </a:ext>
            </a:extLst>
          </p:cNvPr>
          <p:cNvCxnSpPr>
            <a:stCxn id="239" idx="4"/>
            <a:endCxn id="240" idx="0"/>
          </p:cNvCxnSpPr>
          <p:nvPr/>
        </p:nvCxnSpPr>
        <p:spPr>
          <a:xfrm flipH="1">
            <a:off x="8193284" y="3707029"/>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6" name="直線矢印コネクタ 245">
            <a:extLst>
              <a:ext uri="{FF2B5EF4-FFF2-40B4-BE49-F238E27FC236}">
                <a16:creationId xmlns:a16="http://schemas.microsoft.com/office/drawing/2014/main" id="{53A9B532-CC89-48CA-9FB4-E1AA812C7132}"/>
              </a:ext>
            </a:extLst>
          </p:cNvPr>
          <p:cNvCxnSpPr>
            <a:stCxn id="238" idx="4"/>
            <a:endCxn id="239" idx="0"/>
          </p:cNvCxnSpPr>
          <p:nvPr/>
        </p:nvCxnSpPr>
        <p:spPr>
          <a:xfrm flipH="1">
            <a:off x="8193285" y="2998355"/>
            <a:ext cx="3" cy="348674"/>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7" name="直線矢印コネクタ 246">
            <a:extLst>
              <a:ext uri="{FF2B5EF4-FFF2-40B4-BE49-F238E27FC236}">
                <a16:creationId xmlns:a16="http://schemas.microsoft.com/office/drawing/2014/main" id="{FA2D0E8B-8D1B-4520-BD92-0901E6AC0970}"/>
              </a:ext>
            </a:extLst>
          </p:cNvPr>
          <p:cNvCxnSpPr>
            <a:stCxn id="237" idx="4"/>
            <a:endCxn id="238" idx="0"/>
          </p:cNvCxnSpPr>
          <p:nvPr/>
        </p:nvCxnSpPr>
        <p:spPr>
          <a:xfrm flipH="1">
            <a:off x="8193288" y="2260167"/>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1" name="コネクタ: カギ線 250">
            <a:extLst>
              <a:ext uri="{FF2B5EF4-FFF2-40B4-BE49-F238E27FC236}">
                <a16:creationId xmlns:a16="http://schemas.microsoft.com/office/drawing/2014/main" id="{D0BEA347-9059-464D-BAAF-B4F76960399A}"/>
              </a:ext>
            </a:extLst>
          </p:cNvPr>
          <p:cNvCxnSpPr>
            <a:cxnSpLocks/>
            <a:stCxn id="237" idx="4"/>
            <a:endCxn id="135" idx="0"/>
          </p:cNvCxnSpPr>
          <p:nvPr/>
        </p:nvCxnSpPr>
        <p:spPr>
          <a:xfrm rot="16200000" flipH="1">
            <a:off x="8617005" y="1836450"/>
            <a:ext cx="374448" cy="1221881"/>
          </a:xfrm>
          <a:prstGeom prst="bentConnector3">
            <a:avLst>
              <a:gd name="adj1" fmla="val 50000"/>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2" name="楕円 251">
            <a:extLst>
              <a:ext uri="{FF2B5EF4-FFF2-40B4-BE49-F238E27FC236}">
                <a16:creationId xmlns:a16="http://schemas.microsoft.com/office/drawing/2014/main" id="{F9DE0EF5-7C2F-4637-B363-898134D377B7}"/>
              </a:ext>
            </a:extLst>
          </p:cNvPr>
          <p:cNvSpPr/>
          <p:nvPr/>
        </p:nvSpPr>
        <p:spPr>
          <a:xfrm>
            <a:off x="7868825" y="5299361"/>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254" name="直線矢印コネクタ 253">
            <a:extLst>
              <a:ext uri="{FF2B5EF4-FFF2-40B4-BE49-F238E27FC236}">
                <a16:creationId xmlns:a16="http://schemas.microsoft.com/office/drawing/2014/main" id="{AB3DD3A8-CC72-47D5-AD16-A230101CA7EB}"/>
              </a:ext>
            </a:extLst>
          </p:cNvPr>
          <p:cNvCxnSpPr>
            <a:cxnSpLocks/>
            <a:stCxn id="240" idx="4"/>
            <a:endCxn id="252" idx="0"/>
          </p:cNvCxnSpPr>
          <p:nvPr/>
        </p:nvCxnSpPr>
        <p:spPr>
          <a:xfrm flipH="1">
            <a:off x="8192825" y="4964614"/>
            <a:ext cx="459" cy="33474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6" name="コネクタ: カギ線 255">
            <a:extLst>
              <a:ext uri="{FF2B5EF4-FFF2-40B4-BE49-F238E27FC236}">
                <a16:creationId xmlns:a16="http://schemas.microsoft.com/office/drawing/2014/main" id="{C0979AA4-64BB-4682-86CC-E82494476D80}"/>
              </a:ext>
            </a:extLst>
          </p:cNvPr>
          <p:cNvCxnSpPr>
            <a:cxnSpLocks/>
            <a:stCxn id="179" idx="4"/>
            <a:endCxn id="312" idx="0"/>
          </p:cNvCxnSpPr>
          <p:nvPr/>
        </p:nvCxnSpPr>
        <p:spPr>
          <a:xfrm rot="5400000" flipH="1">
            <a:off x="8073470" y="4313393"/>
            <a:ext cx="1725480" cy="957913"/>
          </a:xfrm>
          <a:prstGeom prst="bentConnector5">
            <a:avLst>
              <a:gd name="adj1" fmla="val -13248"/>
              <a:gd name="adj2" fmla="val 48552"/>
              <a:gd name="adj3" fmla="val 113248"/>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7" name="正方形/長方形 256">
            <a:extLst>
              <a:ext uri="{FF2B5EF4-FFF2-40B4-BE49-F238E27FC236}">
                <a16:creationId xmlns:a16="http://schemas.microsoft.com/office/drawing/2014/main" id="{A4CB5781-F54B-425F-9D2A-C6F44E92F9F6}"/>
              </a:ext>
            </a:extLst>
          </p:cNvPr>
          <p:cNvSpPr/>
          <p:nvPr/>
        </p:nvSpPr>
        <p:spPr>
          <a:xfrm>
            <a:off x="8184562" y="3203786"/>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59" name="正方形/長方形 258">
            <a:extLst>
              <a:ext uri="{FF2B5EF4-FFF2-40B4-BE49-F238E27FC236}">
                <a16:creationId xmlns:a16="http://schemas.microsoft.com/office/drawing/2014/main" id="{A555638C-4EFF-4A5A-9CE5-24D03AEFAB72}"/>
              </a:ext>
            </a:extLst>
          </p:cNvPr>
          <p:cNvSpPr/>
          <p:nvPr/>
        </p:nvSpPr>
        <p:spPr>
          <a:xfrm>
            <a:off x="8268365" y="5158702"/>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61" name="正方形/長方形 260">
            <a:extLst>
              <a:ext uri="{FF2B5EF4-FFF2-40B4-BE49-F238E27FC236}">
                <a16:creationId xmlns:a16="http://schemas.microsoft.com/office/drawing/2014/main" id="{50195373-2C55-4880-9276-426D55D50AC8}"/>
              </a:ext>
            </a:extLst>
          </p:cNvPr>
          <p:cNvSpPr/>
          <p:nvPr/>
        </p:nvSpPr>
        <p:spPr>
          <a:xfrm>
            <a:off x="8294821" y="2523489"/>
            <a:ext cx="401018"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10,11</a:t>
            </a:r>
            <a:endParaRPr kumimoji="1" lang="ja-JP" altLang="en-US" sz="1200" baseline="-25000" dirty="0">
              <a:solidFill>
                <a:schemeClr val="tx1"/>
              </a:solidFill>
            </a:endParaRPr>
          </a:p>
        </p:txBody>
      </p:sp>
      <p:sp>
        <p:nvSpPr>
          <p:cNvPr id="273" name="正方形/長方形 272">
            <a:extLst>
              <a:ext uri="{FF2B5EF4-FFF2-40B4-BE49-F238E27FC236}">
                <a16:creationId xmlns:a16="http://schemas.microsoft.com/office/drawing/2014/main" id="{9FE3A06E-42CA-43D5-9E46-F2AF04639E4A}"/>
              </a:ext>
            </a:extLst>
          </p:cNvPr>
          <p:cNvSpPr/>
          <p:nvPr/>
        </p:nvSpPr>
        <p:spPr>
          <a:xfrm>
            <a:off x="2388627" y="1792805"/>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kumimoji="1" lang="ja-JP" altLang="en-US" sz="1200" baseline="-25000" dirty="0">
              <a:solidFill>
                <a:schemeClr val="tx1"/>
              </a:solidFill>
            </a:endParaRPr>
          </a:p>
        </p:txBody>
      </p:sp>
      <p:sp>
        <p:nvSpPr>
          <p:cNvPr id="274" name="正方形/長方形 273">
            <a:extLst>
              <a:ext uri="{FF2B5EF4-FFF2-40B4-BE49-F238E27FC236}">
                <a16:creationId xmlns:a16="http://schemas.microsoft.com/office/drawing/2014/main" id="{67075E2A-2F96-4E3C-A6BA-6B62C952C4CD}"/>
              </a:ext>
            </a:extLst>
          </p:cNvPr>
          <p:cNvSpPr/>
          <p:nvPr/>
        </p:nvSpPr>
        <p:spPr>
          <a:xfrm>
            <a:off x="3579385" y="1780205"/>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dirty="0">
              <a:solidFill>
                <a:schemeClr val="tx1"/>
              </a:solidFill>
            </a:endParaRPr>
          </a:p>
        </p:txBody>
      </p:sp>
      <p:sp>
        <p:nvSpPr>
          <p:cNvPr id="275" name="正方形/長方形 274">
            <a:extLst>
              <a:ext uri="{FF2B5EF4-FFF2-40B4-BE49-F238E27FC236}">
                <a16:creationId xmlns:a16="http://schemas.microsoft.com/office/drawing/2014/main" id="{68AAFECC-4913-4CEA-8403-C696A5780317}"/>
              </a:ext>
            </a:extLst>
          </p:cNvPr>
          <p:cNvSpPr/>
          <p:nvPr/>
        </p:nvSpPr>
        <p:spPr>
          <a:xfrm>
            <a:off x="4829947" y="175818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76" name="正方形/長方形 275">
            <a:extLst>
              <a:ext uri="{FF2B5EF4-FFF2-40B4-BE49-F238E27FC236}">
                <a16:creationId xmlns:a16="http://schemas.microsoft.com/office/drawing/2014/main" id="{D7A06B7D-5086-4FF0-9DA5-38325373D5F3}"/>
              </a:ext>
            </a:extLst>
          </p:cNvPr>
          <p:cNvSpPr/>
          <p:nvPr/>
        </p:nvSpPr>
        <p:spPr>
          <a:xfrm>
            <a:off x="5998896" y="1761096"/>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77" name="正方形/長方形 276">
            <a:extLst>
              <a:ext uri="{FF2B5EF4-FFF2-40B4-BE49-F238E27FC236}">
                <a16:creationId xmlns:a16="http://schemas.microsoft.com/office/drawing/2014/main" id="{C4B21E31-CC73-408E-A54D-533D31E1A3B7}"/>
              </a:ext>
            </a:extLst>
          </p:cNvPr>
          <p:cNvSpPr/>
          <p:nvPr/>
        </p:nvSpPr>
        <p:spPr>
          <a:xfrm>
            <a:off x="7107587" y="1770846"/>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85" name="正方形/長方形 284">
            <a:extLst>
              <a:ext uri="{FF2B5EF4-FFF2-40B4-BE49-F238E27FC236}">
                <a16:creationId xmlns:a16="http://schemas.microsoft.com/office/drawing/2014/main" id="{36E3F1D4-4ECA-46BC-9894-B578563C799D}"/>
              </a:ext>
            </a:extLst>
          </p:cNvPr>
          <p:cNvSpPr/>
          <p:nvPr/>
        </p:nvSpPr>
        <p:spPr>
          <a:xfrm>
            <a:off x="8089312" y="1765742"/>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kumimoji="1" lang="ja-JP" altLang="en-US" sz="1200" dirty="0">
              <a:solidFill>
                <a:schemeClr val="tx1"/>
              </a:solidFill>
            </a:endParaRPr>
          </a:p>
        </p:txBody>
      </p:sp>
      <p:sp>
        <p:nvSpPr>
          <p:cNvPr id="288" name="四角形: 角を丸くする 287">
            <a:extLst>
              <a:ext uri="{FF2B5EF4-FFF2-40B4-BE49-F238E27FC236}">
                <a16:creationId xmlns:a16="http://schemas.microsoft.com/office/drawing/2014/main" id="{97B47D32-EFC0-4AB3-8CB6-487228A82E51}"/>
              </a:ext>
            </a:extLst>
          </p:cNvPr>
          <p:cNvSpPr/>
          <p:nvPr/>
        </p:nvSpPr>
        <p:spPr>
          <a:xfrm>
            <a:off x="2399645" y="3947747"/>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1" name="四角形: 角を丸くする 290">
            <a:extLst>
              <a:ext uri="{FF2B5EF4-FFF2-40B4-BE49-F238E27FC236}">
                <a16:creationId xmlns:a16="http://schemas.microsoft.com/office/drawing/2014/main" id="{118BE76C-AFC7-46E4-A322-438F9A8ED5B8}"/>
              </a:ext>
            </a:extLst>
          </p:cNvPr>
          <p:cNvSpPr/>
          <p:nvPr/>
        </p:nvSpPr>
        <p:spPr>
          <a:xfrm>
            <a:off x="3275325" y="5752442"/>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292" name="四角形: 角を丸くする 291">
            <a:extLst>
              <a:ext uri="{FF2B5EF4-FFF2-40B4-BE49-F238E27FC236}">
                <a16:creationId xmlns:a16="http://schemas.microsoft.com/office/drawing/2014/main" id="{C8698A6A-9B11-4C6B-98BF-C7F93A3377E5}"/>
              </a:ext>
            </a:extLst>
          </p:cNvPr>
          <p:cNvSpPr/>
          <p:nvPr/>
        </p:nvSpPr>
        <p:spPr>
          <a:xfrm>
            <a:off x="3604570" y="3931408"/>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3" name="四角形: 角を丸くする 292">
            <a:extLst>
              <a:ext uri="{FF2B5EF4-FFF2-40B4-BE49-F238E27FC236}">
                <a16:creationId xmlns:a16="http://schemas.microsoft.com/office/drawing/2014/main" id="{4CBE9611-8C48-4125-BC38-C452F2E86E52}"/>
              </a:ext>
            </a:extLst>
          </p:cNvPr>
          <p:cNvSpPr/>
          <p:nvPr/>
        </p:nvSpPr>
        <p:spPr>
          <a:xfrm>
            <a:off x="4517795" y="5751419"/>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294" name="四角形: 角を丸くする 293">
            <a:extLst>
              <a:ext uri="{FF2B5EF4-FFF2-40B4-BE49-F238E27FC236}">
                <a16:creationId xmlns:a16="http://schemas.microsoft.com/office/drawing/2014/main" id="{569ED9DF-7C97-456D-B291-3D265CD6FAAE}"/>
              </a:ext>
            </a:extLst>
          </p:cNvPr>
          <p:cNvSpPr/>
          <p:nvPr/>
        </p:nvSpPr>
        <p:spPr>
          <a:xfrm>
            <a:off x="4776946" y="3924369"/>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5" name="四角形: 角を丸くする 294">
            <a:extLst>
              <a:ext uri="{FF2B5EF4-FFF2-40B4-BE49-F238E27FC236}">
                <a16:creationId xmlns:a16="http://schemas.microsoft.com/office/drawing/2014/main" id="{9C5938DD-9CAE-46C7-BFF0-ECFDC3F299DD}"/>
              </a:ext>
            </a:extLst>
          </p:cNvPr>
          <p:cNvSpPr/>
          <p:nvPr/>
        </p:nvSpPr>
        <p:spPr>
          <a:xfrm>
            <a:off x="5789038" y="5751419"/>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296" name="四角形: 角を丸くする 295">
            <a:extLst>
              <a:ext uri="{FF2B5EF4-FFF2-40B4-BE49-F238E27FC236}">
                <a16:creationId xmlns:a16="http://schemas.microsoft.com/office/drawing/2014/main" id="{EA4E46B0-4FD1-40D9-A8A9-D21C0F0C50DD}"/>
              </a:ext>
            </a:extLst>
          </p:cNvPr>
          <p:cNvSpPr/>
          <p:nvPr/>
        </p:nvSpPr>
        <p:spPr>
          <a:xfrm>
            <a:off x="5949520" y="3912337"/>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7" name="四角形: 角を丸くする 296">
            <a:extLst>
              <a:ext uri="{FF2B5EF4-FFF2-40B4-BE49-F238E27FC236}">
                <a16:creationId xmlns:a16="http://schemas.microsoft.com/office/drawing/2014/main" id="{D31CF553-B1F2-409D-9A0E-D0050F503996}"/>
              </a:ext>
            </a:extLst>
          </p:cNvPr>
          <p:cNvSpPr/>
          <p:nvPr/>
        </p:nvSpPr>
        <p:spPr>
          <a:xfrm>
            <a:off x="7002122" y="5752442"/>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298" name="四角形: 角を丸くする 297">
            <a:extLst>
              <a:ext uri="{FF2B5EF4-FFF2-40B4-BE49-F238E27FC236}">
                <a16:creationId xmlns:a16="http://schemas.microsoft.com/office/drawing/2014/main" id="{195C5337-04BA-4428-B8E4-FA9718203868}"/>
              </a:ext>
            </a:extLst>
          </p:cNvPr>
          <p:cNvSpPr/>
          <p:nvPr/>
        </p:nvSpPr>
        <p:spPr>
          <a:xfrm>
            <a:off x="7092510" y="3967504"/>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311" name="四角形: 角を丸くする 310">
            <a:extLst>
              <a:ext uri="{FF2B5EF4-FFF2-40B4-BE49-F238E27FC236}">
                <a16:creationId xmlns:a16="http://schemas.microsoft.com/office/drawing/2014/main" id="{1EB36A7C-63BC-4618-9C64-C89226166424}"/>
              </a:ext>
            </a:extLst>
          </p:cNvPr>
          <p:cNvSpPr/>
          <p:nvPr/>
        </p:nvSpPr>
        <p:spPr>
          <a:xfrm>
            <a:off x="8020608" y="5748136"/>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12" name="四角形: 角を丸くする 311">
            <a:extLst>
              <a:ext uri="{FF2B5EF4-FFF2-40B4-BE49-F238E27FC236}">
                <a16:creationId xmlns:a16="http://schemas.microsoft.com/office/drawing/2014/main" id="{EE4AD687-31B6-423F-BD4D-64C6AA01C7CB}"/>
              </a:ext>
            </a:extLst>
          </p:cNvPr>
          <p:cNvSpPr/>
          <p:nvPr/>
        </p:nvSpPr>
        <p:spPr>
          <a:xfrm>
            <a:off x="8276950" y="3929609"/>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cxnSp>
        <p:nvCxnSpPr>
          <p:cNvPr id="352" name="直線矢印コネクタ 351">
            <a:extLst>
              <a:ext uri="{FF2B5EF4-FFF2-40B4-BE49-F238E27FC236}">
                <a16:creationId xmlns:a16="http://schemas.microsoft.com/office/drawing/2014/main" id="{24913B6A-2E7C-4D18-907E-C099EDE794F5}"/>
              </a:ext>
            </a:extLst>
          </p:cNvPr>
          <p:cNvCxnSpPr>
            <a:cxnSpLocks/>
            <a:stCxn id="7" idx="4"/>
            <a:endCxn id="362" idx="0"/>
          </p:cNvCxnSpPr>
          <p:nvPr/>
        </p:nvCxnSpPr>
        <p:spPr>
          <a:xfrm rot="5400000">
            <a:off x="1357646" y="4894250"/>
            <a:ext cx="847831" cy="1007566"/>
          </a:xfrm>
          <a:prstGeom prst="bentConnector3">
            <a:avLst>
              <a:gd name="adj1" fmla="val 15173"/>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7" name="直線矢印コネクタ 356">
            <a:extLst>
              <a:ext uri="{FF2B5EF4-FFF2-40B4-BE49-F238E27FC236}">
                <a16:creationId xmlns:a16="http://schemas.microsoft.com/office/drawing/2014/main" id="{8178CCF0-3547-46BD-9D93-29DDC710C5BA}"/>
              </a:ext>
            </a:extLst>
          </p:cNvPr>
          <p:cNvCxnSpPr>
            <a:cxnSpLocks/>
            <a:endCxn id="4" idx="0"/>
          </p:cNvCxnSpPr>
          <p:nvPr/>
        </p:nvCxnSpPr>
        <p:spPr>
          <a:xfrm flipH="1">
            <a:off x="2285349" y="1371148"/>
            <a:ext cx="6410" cy="53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1" name="テキスト ボックス 360">
            <a:extLst>
              <a:ext uri="{FF2B5EF4-FFF2-40B4-BE49-F238E27FC236}">
                <a16:creationId xmlns:a16="http://schemas.microsoft.com/office/drawing/2014/main" id="{9827CB17-7125-4387-9948-4912C2D3FAFA}"/>
              </a:ext>
            </a:extLst>
          </p:cNvPr>
          <p:cNvSpPr txBox="1"/>
          <p:nvPr/>
        </p:nvSpPr>
        <p:spPr>
          <a:xfrm>
            <a:off x="1931092" y="1001098"/>
            <a:ext cx="751836" cy="369332"/>
          </a:xfrm>
          <a:prstGeom prst="rect">
            <a:avLst/>
          </a:prstGeom>
          <a:noFill/>
        </p:spPr>
        <p:txBody>
          <a:bodyPr wrap="square" rtlCol="0">
            <a:spAutoFit/>
          </a:bodyPr>
          <a:lstStyle/>
          <a:p>
            <a:pPr algn="ctr"/>
            <a:r>
              <a:rPr lang="ja-JP" altLang="en-US" dirty="0"/>
              <a:t>入力</a:t>
            </a:r>
            <a:endParaRPr kumimoji="1" lang="ja-JP" altLang="en-US" dirty="0"/>
          </a:p>
        </p:txBody>
      </p:sp>
      <p:sp>
        <p:nvSpPr>
          <p:cNvPr id="362" name="テキスト ボックス 361">
            <a:extLst>
              <a:ext uri="{FF2B5EF4-FFF2-40B4-BE49-F238E27FC236}">
                <a16:creationId xmlns:a16="http://schemas.microsoft.com/office/drawing/2014/main" id="{B737E26E-0EE4-4843-89F7-5F8DC9C1BFF8}"/>
              </a:ext>
            </a:extLst>
          </p:cNvPr>
          <p:cNvSpPr txBox="1"/>
          <p:nvPr/>
        </p:nvSpPr>
        <p:spPr>
          <a:xfrm>
            <a:off x="901860" y="5821949"/>
            <a:ext cx="751836" cy="369332"/>
          </a:xfrm>
          <a:prstGeom prst="rect">
            <a:avLst/>
          </a:prstGeom>
          <a:noFill/>
        </p:spPr>
        <p:txBody>
          <a:bodyPr wrap="square" rtlCol="0">
            <a:spAutoFit/>
          </a:bodyPr>
          <a:lstStyle/>
          <a:p>
            <a:pPr algn="ctr"/>
            <a:r>
              <a:rPr lang="ja-JP" altLang="en-US" dirty="0"/>
              <a:t>出力</a:t>
            </a:r>
            <a:endParaRPr kumimoji="1" lang="ja-JP" altLang="en-US" dirty="0"/>
          </a:p>
        </p:txBody>
      </p:sp>
      <p:sp>
        <p:nvSpPr>
          <p:cNvPr id="363" name="テキスト ボックス 362">
            <a:extLst>
              <a:ext uri="{FF2B5EF4-FFF2-40B4-BE49-F238E27FC236}">
                <a16:creationId xmlns:a16="http://schemas.microsoft.com/office/drawing/2014/main" id="{167D9FD4-B118-437C-A00D-4E5717D7AF7F}"/>
              </a:ext>
            </a:extLst>
          </p:cNvPr>
          <p:cNvSpPr txBox="1"/>
          <p:nvPr/>
        </p:nvSpPr>
        <p:spPr>
          <a:xfrm>
            <a:off x="2697777" y="1001098"/>
            <a:ext cx="4649397" cy="369332"/>
          </a:xfrm>
          <a:prstGeom prst="rect">
            <a:avLst/>
          </a:prstGeom>
          <a:noFill/>
        </p:spPr>
        <p:txBody>
          <a:bodyPr wrap="square" rtlCol="0">
            <a:spAutoFit/>
          </a:bodyPr>
          <a:lstStyle/>
          <a:p>
            <a:r>
              <a:rPr kumimoji="1" lang="ja-JP" altLang="en-US" dirty="0"/>
              <a:t>入力パケット：</a:t>
            </a:r>
            <a:r>
              <a:rPr kumimoji="1" lang="en-US" altLang="ja-JP" dirty="0"/>
              <a:t>gen</a:t>
            </a:r>
            <a:r>
              <a:rPr kumimoji="1" lang="ja-JP" altLang="en-US" dirty="0"/>
              <a:t>が</a:t>
            </a:r>
            <a:r>
              <a:rPr kumimoji="1" lang="en-US" altLang="ja-JP" dirty="0"/>
              <a:t>0</a:t>
            </a:r>
            <a:r>
              <a:rPr kumimoji="1" lang="ja-JP" altLang="en-US" dirty="0"/>
              <a:t>から</a:t>
            </a:r>
            <a:r>
              <a:rPr kumimoji="1" lang="en-US" altLang="ja-JP" dirty="0"/>
              <a:t>1</a:t>
            </a:r>
            <a:r>
              <a:rPr kumimoji="1" lang="ja-JP" altLang="en-US" dirty="0"/>
              <a:t>つずつ増加</a:t>
            </a:r>
          </a:p>
        </p:txBody>
      </p:sp>
      <p:sp>
        <p:nvSpPr>
          <p:cNvPr id="135" name="楕円 134">
            <a:extLst>
              <a:ext uri="{FF2B5EF4-FFF2-40B4-BE49-F238E27FC236}">
                <a16:creationId xmlns:a16="http://schemas.microsoft.com/office/drawing/2014/main" id="{653FB075-4D0D-70B8-6994-B32426B7F66E}"/>
              </a:ext>
            </a:extLst>
          </p:cNvPr>
          <p:cNvSpPr/>
          <p:nvPr/>
        </p:nvSpPr>
        <p:spPr>
          <a:xfrm>
            <a:off x="9091170" y="263461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137" name="楕円 136">
            <a:extLst>
              <a:ext uri="{FF2B5EF4-FFF2-40B4-BE49-F238E27FC236}">
                <a16:creationId xmlns:a16="http://schemas.microsoft.com/office/drawing/2014/main" id="{553DC567-9E46-4536-2069-8C1C56D558A1}"/>
              </a:ext>
            </a:extLst>
          </p:cNvPr>
          <p:cNvSpPr/>
          <p:nvPr/>
        </p:nvSpPr>
        <p:spPr>
          <a:xfrm>
            <a:off x="9091167" y="334422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cxnSp>
        <p:nvCxnSpPr>
          <p:cNvPr id="139" name="直線矢印コネクタ 138">
            <a:extLst>
              <a:ext uri="{FF2B5EF4-FFF2-40B4-BE49-F238E27FC236}">
                <a16:creationId xmlns:a16="http://schemas.microsoft.com/office/drawing/2014/main" id="{2632CF9A-1EDB-C8A8-CF79-6F10D7E58AFB}"/>
              </a:ext>
            </a:extLst>
          </p:cNvPr>
          <p:cNvCxnSpPr>
            <a:stCxn id="135" idx="4"/>
            <a:endCxn id="137" idx="0"/>
          </p:cNvCxnSpPr>
          <p:nvPr/>
        </p:nvCxnSpPr>
        <p:spPr>
          <a:xfrm flipH="1">
            <a:off x="9415167" y="2994615"/>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直線矢印コネクタ 140">
            <a:extLst>
              <a:ext uri="{FF2B5EF4-FFF2-40B4-BE49-F238E27FC236}">
                <a16:creationId xmlns:a16="http://schemas.microsoft.com/office/drawing/2014/main" id="{CABFF734-05BE-8AEC-5FA3-0B87BDDC0BA2}"/>
              </a:ext>
            </a:extLst>
          </p:cNvPr>
          <p:cNvCxnSpPr>
            <a:cxnSpLocks/>
            <a:stCxn id="137" idx="4"/>
            <a:endCxn id="176" idx="0"/>
          </p:cNvCxnSpPr>
          <p:nvPr/>
        </p:nvCxnSpPr>
        <p:spPr>
          <a:xfrm>
            <a:off x="9415167" y="3704227"/>
            <a:ext cx="8769" cy="87853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3" name="正方形/長方形 142">
            <a:extLst>
              <a:ext uri="{FF2B5EF4-FFF2-40B4-BE49-F238E27FC236}">
                <a16:creationId xmlns:a16="http://schemas.microsoft.com/office/drawing/2014/main" id="{64859606-9F5E-EF33-BBB0-D61F2C5DC3C0}"/>
              </a:ext>
            </a:extLst>
          </p:cNvPr>
          <p:cNvSpPr/>
          <p:nvPr/>
        </p:nvSpPr>
        <p:spPr>
          <a:xfrm>
            <a:off x="9457289" y="317577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145" name="正方形/長方形 144">
            <a:extLst>
              <a:ext uri="{FF2B5EF4-FFF2-40B4-BE49-F238E27FC236}">
                <a16:creationId xmlns:a16="http://schemas.microsoft.com/office/drawing/2014/main" id="{F4B53C36-73BA-63B1-7E1E-43BF615984D5}"/>
              </a:ext>
            </a:extLst>
          </p:cNvPr>
          <p:cNvSpPr/>
          <p:nvPr/>
        </p:nvSpPr>
        <p:spPr>
          <a:xfrm>
            <a:off x="9510484" y="252165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12</a:t>
            </a:r>
            <a:endParaRPr kumimoji="1" lang="ja-JP" altLang="en-US" sz="1200" baseline="-25000" dirty="0">
              <a:solidFill>
                <a:schemeClr val="tx1"/>
              </a:solidFill>
            </a:endParaRPr>
          </a:p>
        </p:txBody>
      </p:sp>
      <p:sp>
        <p:nvSpPr>
          <p:cNvPr id="147" name="楕円 146">
            <a:extLst>
              <a:ext uri="{FF2B5EF4-FFF2-40B4-BE49-F238E27FC236}">
                <a16:creationId xmlns:a16="http://schemas.microsoft.com/office/drawing/2014/main" id="{1B96EE5D-390D-1AFE-112A-CA247781BC36}"/>
              </a:ext>
            </a:extLst>
          </p:cNvPr>
          <p:cNvSpPr/>
          <p:nvPr/>
        </p:nvSpPr>
        <p:spPr>
          <a:xfrm>
            <a:off x="9941323" y="263314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149" name="楕円 148">
            <a:extLst>
              <a:ext uri="{FF2B5EF4-FFF2-40B4-BE49-F238E27FC236}">
                <a16:creationId xmlns:a16="http://schemas.microsoft.com/office/drawing/2014/main" id="{982167E1-9741-BBDC-6CD7-06CF40C3B7D8}"/>
              </a:ext>
            </a:extLst>
          </p:cNvPr>
          <p:cNvSpPr/>
          <p:nvPr/>
        </p:nvSpPr>
        <p:spPr>
          <a:xfrm>
            <a:off x="9941320" y="334275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151" name="楕円 150">
            <a:extLst>
              <a:ext uri="{FF2B5EF4-FFF2-40B4-BE49-F238E27FC236}">
                <a16:creationId xmlns:a16="http://schemas.microsoft.com/office/drawing/2014/main" id="{DDCFA0A6-3DD0-DD78-AB4D-F13AD1D262BC}"/>
              </a:ext>
            </a:extLst>
          </p:cNvPr>
          <p:cNvSpPr/>
          <p:nvPr/>
        </p:nvSpPr>
        <p:spPr>
          <a:xfrm>
            <a:off x="9942648" y="5311160"/>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152" name="直線矢印コネクタ 151">
            <a:extLst>
              <a:ext uri="{FF2B5EF4-FFF2-40B4-BE49-F238E27FC236}">
                <a16:creationId xmlns:a16="http://schemas.microsoft.com/office/drawing/2014/main" id="{90C7A3EB-A68A-6717-0958-7E3C9ADA55E8}"/>
              </a:ext>
            </a:extLst>
          </p:cNvPr>
          <p:cNvCxnSpPr>
            <a:stCxn id="147" idx="4"/>
            <a:endCxn id="149" idx="0"/>
          </p:cNvCxnSpPr>
          <p:nvPr/>
        </p:nvCxnSpPr>
        <p:spPr>
          <a:xfrm flipH="1">
            <a:off x="10265320" y="2993145"/>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4" name="正方形/長方形 153">
            <a:extLst>
              <a:ext uri="{FF2B5EF4-FFF2-40B4-BE49-F238E27FC236}">
                <a16:creationId xmlns:a16="http://schemas.microsoft.com/office/drawing/2014/main" id="{7FF3D4B8-67E2-BA8D-19C7-EEB26ECA65D8}"/>
              </a:ext>
            </a:extLst>
          </p:cNvPr>
          <p:cNvSpPr/>
          <p:nvPr/>
        </p:nvSpPr>
        <p:spPr>
          <a:xfrm>
            <a:off x="10307442" y="317430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155" name="正方形/長方形 154">
            <a:extLst>
              <a:ext uri="{FF2B5EF4-FFF2-40B4-BE49-F238E27FC236}">
                <a16:creationId xmlns:a16="http://schemas.microsoft.com/office/drawing/2014/main" id="{037956C7-4EC2-8851-EEF3-4F610208D127}"/>
              </a:ext>
            </a:extLst>
          </p:cNvPr>
          <p:cNvSpPr/>
          <p:nvPr/>
        </p:nvSpPr>
        <p:spPr>
          <a:xfrm>
            <a:off x="10360637" y="252018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13</a:t>
            </a:r>
            <a:endParaRPr kumimoji="1" lang="ja-JP" altLang="en-US" sz="1200" dirty="0">
              <a:solidFill>
                <a:schemeClr val="tx1"/>
              </a:solidFill>
            </a:endParaRPr>
          </a:p>
        </p:txBody>
      </p:sp>
      <p:sp>
        <p:nvSpPr>
          <p:cNvPr id="176" name="楕円 175">
            <a:extLst>
              <a:ext uri="{FF2B5EF4-FFF2-40B4-BE49-F238E27FC236}">
                <a16:creationId xmlns:a16="http://schemas.microsoft.com/office/drawing/2014/main" id="{758A0D48-F881-33EE-950C-95CAEB8A71D0}"/>
              </a:ext>
            </a:extLst>
          </p:cNvPr>
          <p:cNvSpPr/>
          <p:nvPr/>
        </p:nvSpPr>
        <p:spPr>
          <a:xfrm>
            <a:off x="9099936" y="458276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177" name="四角形: 角を丸くする 176">
            <a:extLst>
              <a:ext uri="{FF2B5EF4-FFF2-40B4-BE49-F238E27FC236}">
                <a16:creationId xmlns:a16="http://schemas.microsoft.com/office/drawing/2014/main" id="{98543AFC-3BAB-C57A-5148-6B57B298022F}"/>
              </a:ext>
            </a:extLst>
          </p:cNvPr>
          <p:cNvSpPr/>
          <p:nvPr/>
        </p:nvSpPr>
        <p:spPr>
          <a:xfrm>
            <a:off x="9507602" y="3907757"/>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cxnSp>
        <p:nvCxnSpPr>
          <p:cNvPr id="178" name="コネクタ: カギ線 177">
            <a:extLst>
              <a:ext uri="{FF2B5EF4-FFF2-40B4-BE49-F238E27FC236}">
                <a16:creationId xmlns:a16="http://schemas.microsoft.com/office/drawing/2014/main" id="{2CA5D9EE-1C03-2567-1988-C5FA718C4500}"/>
              </a:ext>
            </a:extLst>
          </p:cNvPr>
          <p:cNvCxnSpPr>
            <a:cxnSpLocks/>
            <a:stCxn id="151" idx="4"/>
            <a:endCxn id="177" idx="0"/>
          </p:cNvCxnSpPr>
          <p:nvPr/>
        </p:nvCxnSpPr>
        <p:spPr>
          <a:xfrm rot="5400000" flipH="1">
            <a:off x="9095575" y="4500088"/>
            <a:ext cx="1763403" cy="578743"/>
          </a:xfrm>
          <a:prstGeom prst="bentConnector5">
            <a:avLst>
              <a:gd name="adj1" fmla="val -12964"/>
              <a:gd name="adj2" fmla="val 62415"/>
              <a:gd name="adj3" fmla="val 112964"/>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9" name="楕円 178">
            <a:extLst>
              <a:ext uri="{FF2B5EF4-FFF2-40B4-BE49-F238E27FC236}">
                <a16:creationId xmlns:a16="http://schemas.microsoft.com/office/drawing/2014/main" id="{EEDB582E-67BE-E818-AAB2-10BB66F276BD}"/>
              </a:ext>
            </a:extLst>
          </p:cNvPr>
          <p:cNvSpPr/>
          <p:nvPr/>
        </p:nvSpPr>
        <p:spPr>
          <a:xfrm>
            <a:off x="9091166" y="529508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181" name="直線矢印コネクタ 180">
            <a:extLst>
              <a:ext uri="{FF2B5EF4-FFF2-40B4-BE49-F238E27FC236}">
                <a16:creationId xmlns:a16="http://schemas.microsoft.com/office/drawing/2014/main" id="{E7ECD752-1FC6-FECF-4186-3F6A860C9331}"/>
              </a:ext>
            </a:extLst>
          </p:cNvPr>
          <p:cNvCxnSpPr>
            <a:cxnSpLocks/>
            <a:stCxn id="176" idx="4"/>
            <a:endCxn id="179" idx="0"/>
          </p:cNvCxnSpPr>
          <p:nvPr/>
        </p:nvCxnSpPr>
        <p:spPr>
          <a:xfrm flipH="1">
            <a:off x="9415166" y="4942762"/>
            <a:ext cx="8770" cy="35232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3" name="正方形/長方形 182">
            <a:extLst>
              <a:ext uri="{FF2B5EF4-FFF2-40B4-BE49-F238E27FC236}">
                <a16:creationId xmlns:a16="http://schemas.microsoft.com/office/drawing/2014/main" id="{9EF85391-648B-565D-A470-E3843DE25502}"/>
              </a:ext>
            </a:extLst>
          </p:cNvPr>
          <p:cNvSpPr/>
          <p:nvPr/>
        </p:nvSpPr>
        <p:spPr>
          <a:xfrm>
            <a:off x="9490706" y="5154430"/>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185" name="四角形: 角を丸くする 184">
            <a:extLst>
              <a:ext uri="{FF2B5EF4-FFF2-40B4-BE49-F238E27FC236}">
                <a16:creationId xmlns:a16="http://schemas.microsoft.com/office/drawing/2014/main" id="{84F2DECA-A3D2-7079-FE00-D96DFE4E47E1}"/>
              </a:ext>
            </a:extLst>
          </p:cNvPr>
          <p:cNvSpPr/>
          <p:nvPr/>
        </p:nvSpPr>
        <p:spPr>
          <a:xfrm>
            <a:off x="9242949" y="5743864"/>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cxnSp>
        <p:nvCxnSpPr>
          <p:cNvPr id="189" name="コネクタ: カギ線 188">
            <a:extLst>
              <a:ext uri="{FF2B5EF4-FFF2-40B4-BE49-F238E27FC236}">
                <a16:creationId xmlns:a16="http://schemas.microsoft.com/office/drawing/2014/main" id="{254E5C81-7609-E363-23F4-24ACF521AB99}"/>
              </a:ext>
            </a:extLst>
          </p:cNvPr>
          <p:cNvCxnSpPr>
            <a:cxnSpLocks/>
            <a:stCxn id="237" idx="4"/>
            <a:endCxn id="147" idx="0"/>
          </p:cNvCxnSpPr>
          <p:nvPr/>
        </p:nvCxnSpPr>
        <p:spPr>
          <a:xfrm rot="16200000" flipH="1">
            <a:off x="9042817" y="1410639"/>
            <a:ext cx="372978" cy="2072034"/>
          </a:xfrm>
          <a:prstGeom prst="bentConnector3">
            <a:avLst>
              <a:gd name="adj1" fmla="val 50000"/>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9" name="楕円 198">
            <a:extLst>
              <a:ext uri="{FF2B5EF4-FFF2-40B4-BE49-F238E27FC236}">
                <a16:creationId xmlns:a16="http://schemas.microsoft.com/office/drawing/2014/main" id="{A175CA61-0412-656E-72DF-CBCCF0307101}"/>
              </a:ext>
            </a:extLst>
          </p:cNvPr>
          <p:cNvSpPr/>
          <p:nvPr/>
        </p:nvSpPr>
        <p:spPr>
          <a:xfrm>
            <a:off x="9941663" y="460570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200" name="四角形: 角を丸くする 199">
            <a:extLst>
              <a:ext uri="{FF2B5EF4-FFF2-40B4-BE49-F238E27FC236}">
                <a16:creationId xmlns:a16="http://schemas.microsoft.com/office/drawing/2014/main" id="{3767900C-2A36-F28E-57CB-02E1A0D91652}"/>
              </a:ext>
            </a:extLst>
          </p:cNvPr>
          <p:cNvSpPr/>
          <p:nvPr/>
        </p:nvSpPr>
        <p:spPr>
          <a:xfrm>
            <a:off x="10406479" y="3912337"/>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lang="ja-JP" altLang="en-US" sz="1200" dirty="0">
                <a:solidFill>
                  <a:schemeClr val="tx1"/>
                </a:solidFill>
              </a:rPr>
              <a:t>定数</a:t>
            </a:r>
            <a:endParaRPr kumimoji="1" lang="en-US" altLang="ja-JP" sz="1200" dirty="0">
              <a:solidFill>
                <a:schemeClr val="tx1"/>
              </a:solidFill>
            </a:endParaRPr>
          </a:p>
          <a:p>
            <a:pPr algn="ctr"/>
            <a:r>
              <a:rPr kumimoji="1" lang="en-US" altLang="ja-JP" sz="1200" dirty="0">
                <a:solidFill>
                  <a:schemeClr val="tx1"/>
                </a:solidFill>
              </a:rPr>
              <a:t>16b’0</a:t>
            </a:r>
          </a:p>
        </p:txBody>
      </p:sp>
      <p:cxnSp>
        <p:nvCxnSpPr>
          <p:cNvPr id="212" name="直線矢印コネクタ 211">
            <a:extLst>
              <a:ext uri="{FF2B5EF4-FFF2-40B4-BE49-F238E27FC236}">
                <a16:creationId xmlns:a16="http://schemas.microsoft.com/office/drawing/2014/main" id="{A7804B8A-F75C-AB67-1E35-AA4635C1E0CE}"/>
              </a:ext>
            </a:extLst>
          </p:cNvPr>
          <p:cNvCxnSpPr>
            <a:cxnSpLocks/>
            <a:stCxn id="149" idx="4"/>
            <a:endCxn id="199" idx="0"/>
          </p:cNvCxnSpPr>
          <p:nvPr/>
        </p:nvCxnSpPr>
        <p:spPr>
          <a:xfrm>
            <a:off x="10265320" y="3702757"/>
            <a:ext cx="343" cy="90294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1" name="直線矢印コネクタ 240">
            <a:extLst>
              <a:ext uri="{FF2B5EF4-FFF2-40B4-BE49-F238E27FC236}">
                <a16:creationId xmlns:a16="http://schemas.microsoft.com/office/drawing/2014/main" id="{0C1C4FA6-500E-D112-9662-1401DCCD8CF6}"/>
              </a:ext>
            </a:extLst>
          </p:cNvPr>
          <p:cNvCxnSpPr>
            <a:cxnSpLocks/>
            <a:stCxn id="199" idx="4"/>
            <a:endCxn id="151" idx="0"/>
          </p:cNvCxnSpPr>
          <p:nvPr/>
        </p:nvCxnSpPr>
        <p:spPr>
          <a:xfrm>
            <a:off x="10265663" y="4965702"/>
            <a:ext cx="985" cy="34545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6" name="楕円 315">
            <a:extLst>
              <a:ext uri="{FF2B5EF4-FFF2-40B4-BE49-F238E27FC236}">
                <a16:creationId xmlns:a16="http://schemas.microsoft.com/office/drawing/2014/main" id="{3F3514E7-B7BB-1B7B-9FFC-4E3A55BA9CD1}"/>
              </a:ext>
            </a:extLst>
          </p:cNvPr>
          <p:cNvSpPr/>
          <p:nvPr/>
        </p:nvSpPr>
        <p:spPr>
          <a:xfrm>
            <a:off x="1960138" y="532623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317" name="直線矢印コネクタ 316">
            <a:extLst>
              <a:ext uri="{FF2B5EF4-FFF2-40B4-BE49-F238E27FC236}">
                <a16:creationId xmlns:a16="http://schemas.microsoft.com/office/drawing/2014/main" id="{4FD3C7F5-CCB4-F5DD-2F15-72B0389EC54B}"/>
              </a:ext>
            </a:extLst>
          </p:cNvPr>
          <p:cNvCxnSpPr>
            <a:cxnSpLocks/>
            <a:stCxn id="7" idx="4"/>
            <a:endCxn id="316" idx="0"/>
          </p:cNvCxnSpPr>
          <p:nvPr/>
        </p:nvCxnSpPr>
        <p:spPr>
          <a:xfrm flipH="1">
            <a:off x="2284138" y="4974118"/>
            <a:ext cx="1206" cy="352119"/>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8" name="正方形/長方形 317">
            <a:extLst>
              <a:ext uri="{FF2B5EF4-FFF2-40B4-BE49-F238E27FC236}">
                <a16:creationId xmlns:a16="http://schemas.microsoft.com/office/drawing/2014/main" id="{519D3823-089A-5768-C318-2D577995734D}"/>
              </a:ext>
            </a:extLst>
          </p:cNvPr>
          <p:cNvSpPr/>
          <p:nvPr/>
        </p:nvSpPr>
        <p:spPr>
          <a:xfrm>
            <a:off x="2340278" y="5208562"/>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319" name="四角形: 角を丸くする 318">
            <a:extLst>
              <a:ext uri="{FF2B5EF4-FFF2-40B4-BE49-F238E27FC236}">
                <a16:creationId xmlns:a16="http://schemas.microsoft.com/office/drawing/2014/main" id="{6A7C8E53-1F80-87AD-16C7-A1C685C11394}"/>
              </a:ext>
            </a:extLst>
          </p:cNvPr>
          <p:cNvSpPr/>
          <p:nvPr/>
        </p:nvSpPr>
        <p:spPr>
          <a:xfrm>
            <a:off x="2055268" y="5779343"/>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35" name="正方形/長方形 334">
            <a:extLst>
              <a:ext uri="{FF2B5EF4-FFF2-40B4-BE49-F238E27FC236}">
                <a16:creationId xmlns:a16="http://schemas.microsoft.com/office/drawing/2014/main" id="{22AA9D87-EB0F-65CE-78FD-5413CCF01028}"/>
              </a:ext>
            </a:extLst>
          </p:cNvPr>
          <p:cNvSpPr/>
          <p:nvPr/>
        </p:nvSpPr>
        <p:spPr>
          <a:xfrm>
            <a:off x="8953500" y="2268732"/>
            <a:ext cx="2088080" cy="3979667"/>
          </a:xfrm>
          <a:prstGeom prst="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6" name="テキスト ボックス 335">
            <a:extLst>
              <a:ext uri="{FF2B5EF4-FFF2-40B4-BE49-F238E27FC236}">
                <a16:creationId xmlns:a16="http://schemas.microsoft.com/office/drawing/2014/main" id="{4664349C-63CB-D70C-6C36-2F139E630281}"/>
              </a:ext>
            </a:extLst>
          </p:cNvPr>
          <p:cNvSpPr txBox="1"/>
          <p:nvPr/>
        </p:nvSpPr>
        <p:spPr>
          <a:xfrm>
            <a:off x="8813182" y="1135675"/>
            <a:ext cx="3046722" cy="369332"/>
          </a:xfrm>
          <a:prstGeom prst="rect">
            <a:avLst/>
          </a:prstGeom>
          <a:noFill/>
          <a:ln w="19050">
            <a:solidFill>
              <a:schemeClr val="tx1"/>
            </a:solidFill>
            <a:prstDash val="solid"/>
          </a:ln>
        </p:spPr>
        <p:txBody>
          <a:bodyPr wrap="square" rtlCol="0">
            <a:spAutoFit/>
          </a:bodyPr>
          <a:lstStyle/>
          <a:p>
            <a:r>
              <a:rPr lang="ja-JP" altLang="en-US" dirty="0"/>
              <a:t>ここ</a:t>
            </a:r>
            <a:r>
              <a:rPr kumimoji="1" lang="ja-JP" altLang="en-US" dirty="0"/>
              <a:t>の処理は同時に行う</a:t>
            </a:r>
          </a:p>
        </p:txBody>
      </p:sp>
      <p:cxnSp>
        <p:nvCxnSpPr>
          <p:cNvPr id="337" name="直線コネクタ 336">
            <a:extLst>
              <a:ext uri="{FF2B5EF4-FFF2-40B4-BE49-F238E27FC236}">
                <a16:creationId xmlns:a16="http://schemas.microsoft.com/office/drawing/2014/main" id="{F25D3141-E2F6-995F-3A87-E886853DD932}"/>
              </a:ext>
            </a:extLst>
          </p:cNvPr>
          <p:cNvCxnSpPr>
            <a:cxnSpLocks/>
            <a:stCxn id="336" idx="2"/>
            <a:endCxn id="335" idx="0"/>
          </p:cNvCxnSpPr>
          <p:nvPr/>
        </p:nvCxnSpPr>
        <p:spPr>
          <a:xfrm flipH="1">
            <a:off x="9997540" y="1505007"/>
            <a:ext cx="339003" cy="763725"/>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8430804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300D10-37B6-406E-6565-3F657A072652}"/>
              </a:ext>
            </a:extLst>
          </p:cNvPr>
          <p:cNvSpPr>
            <a:spLocks noGrp="1"/>
          </p:cNvSpPr>
          <p:nvPr>
            <p:ph type="title"/>
          </p:nvPr>
        </p:nvSpPr>
        <p:spPr/>
        <p:txBody>
          <a:bodyPr/>
          <a:lstStyle/>
          <a:p>
            <a:r>
              <a:rPr lang="en-US" altLang="ja-JP" dirty="0"/>
              <a:t>FIR</a:t>
            </a:r>
            <a:r>
              <a:rPr lang="ja-JP" altLang="en-US" dirty="0"/>
              <a:t>・</a:t>
            </a:r>
            <a:r>
              <a:rPr lang="en-US" altLang="ja-JP" dirty="0"/>
              <a:t>DDP</a:t>
            </a:r>
            <a:r>
              <a:rPr lang="ja-JP" altLang="en-US" dirty="0"/>
              <a:t>プログラム</a:t>
            </a:r>
            <a:endParaRPr kumimoji="1" lang="ja-JP" altLang="en-US" dirty="0"/>
          </a:p>
        </p:txBody>
      </p:sp>
      <p:sp>
        <p:nvSpPr>
          <p:cNvPr id="3" name="コンテンツ プレースホルダー 2">
            <a:extLst>
              <a:ext uri="{FF2B5EF4-FFF2-40B4-BE49-F238E27FC236}">
                <a16:creationId xmlns:a16="http://schemas.microsoft.com/office/drawing/2014/main" id="{416A5878-AF63-C399-5E22-797FC37D83E3}"/>
              </a:ext>
            </a:extLst>
          </p:cNvPr>
          <p:cNvSpPr>
            <a:spLocks noGrp="1"/>
          </p:cNvSpPr>
          <p:nvPr>
            <p:ph idx="1"/>
          </p:nvPr>
        </p:nvSpPr>
        <p:spPr/>
        <p:txBody>
          <a:bodyPr/>
          <a:lstStyle/>
          <a:p>
            <a:pPr marL="0" indent="0">
              <a:buNone/>
            </a:pPr>
            <a:r>
              <a:rPr kumimoji="1" lang="en-US" altLang="ja-JP" dirty="0" err="1"/>
              <a:t>dest</a:t>
            </a:r>
            <a:r>
              <a:rPr kumimoji="1" lang="ja-JP" altLang="en-US" dirty="0"/>
              <a:t>を共有しているため、一部</a:t>
            </a:r>
            <a:r>
              <a:rPr kumimoji="1" lang="en-US" altLang="ja-JP" dirty="0"/>
              <a:t>OPC</a:t>
            </a:r>
            <a:r>
              <a:rPr kumimoji="1" lang="ja-JP" altLang="en-US" dirty="0"/>
              <a:t>が違う部分がある</a:t>
            </a:r>
            <a:endParaRPr kumimoji="1" lang="en-US" altLang="ja-JP" dirty="0"/>
          </a:p>
          <a:p>
            <a:pPr marL="0" indent="0">
              <a:buNone/>
            </a:pPr>
            <a:endParaRPr lang="en-US" altLang="ja-JP" dirty="0"/>
          </a:p>
          <a:p>
            <a:pPr marL="514350" indent="-514350">
              <a:buFont typeface="+mj-lt"/>
              <a:buAutoNum type="arabicPeriod"/>
            </a:pPr>
            <a:endParaRPr kumimoji="1" lang="en-US" altLang="ja-JP" dirty="0"/>
          </a:p>
          <a:p>
            <a:pPr marL="514350" indent="-514350">
              <a:buFont typeface="+mj-lt"/>
              <a:buAutoNum type="arabicPeriod"/>
            </a:pPr>
            <a:r>
              <a:rPr kumimoji="1" lang="en-US" altLang="ja-JP" dirty="0"/>
              <a:t>MF</a:t>
            </a:r>
            <a:r>
              <a:rPr kumimoji="1" lang="ja-JP" altLang="en-US" dirty="0"/>
              <a:t>を</a:t>
            </a:r>
            <a:r>
              <a:rPr kumimoji="1" lang="en-US" altLang="ja-JP" dirty="0"/>
              <a:t>2bit</a:t>
            </a:r>
            <a:r>
              <a:rPr kumimoji="1" lang="ja-JP" altLang="en-US" dirty="0"/>
              <a:t>に拡張し、左右同じ命令を行う</a:t>
            </a:r>
            <a:endParaRPr kumimoji="1" lang="en-US" altLang="ja-JP" dirty="0"/>
          </a:p>
          <a:p>
            <a:pPr marL="514350" indent="-514350">
              <a:buFont typeface="+mj-lt"/>
              <a:buAutoNum type="arabicPeriod"/>
            </a:pPr>
            <a:r>
              <a:rPr kumimoji="1" lang="en-US" altLang="ja-JP" dirty="0"/>
              <a:t>PS</a:t>
            </a:r>
            <a:r>
              <a:rPr lang="ja-JP" altLang="en-US" dirty="0"/>
              <a:t>で計算の有効化フラグを追加</a:t>
            </a:r>
            <a:endParaRPr kumimoji="1" lang="ja-JP" altLang="en-US" dirty="0"/>
          </a:p>
        </p:txBody>
      </p:sp>
      <p:sp>
        <p:nvSpPr>
          <p:cNvPr id="4" name="日付プレースホルダー 3">
            <a:extLst>
              <a:ext uri="{FF2B5EF4-FFF2-40B4-BE49-F238E27FC236}">
                <a16:creationId xmlns:a16="http://schemas.microsoft.com/office/drawing/2014/main" id="{0AE7EA05-9476-30CD-8077-211666CF1DE2}"/>
              </a:ext>
            </a:extLst>
          </p:cNvPr>
          <p:cNvSpPr>
            <a:spLocks noGrp="1"/>
          </p:cNvSpPr>
          <p:nvPr>
            <p:ph type="dt" sz="half" idx="10"/>
          </p:nvPr>
        </p:nvSpPr>
        <p:spPr/>
        <p:txBody>
          <a:bodyPr/>
          <a:lstStyle/>
          <a:p>
            <a:fld id="{C981106A-F328-46B0-AB11-CD980A6DFB99}"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E63726A5-F553-4E42-5A2D-CB9D031685E3}"/>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13BC6ECC-C03E-B74F-A4FD-2F818B3B6128}"/>
              </a:ext>
            </a:extLst>
          </p:cNvPr>
          <p:cNvSpPr>
            <a:spLocks noGrp="1"/>
          </p:cNvSpPr>
          <p:nvPr>
            <p:ph type="sldNum" sz="quarter" idx="12"/>
          </p:nvPr>
        </p:nvSpPr>
        <p:spPr/>
        <p:txBody>
          <a:bodyPr/>
          <a:lstStyle/>
          <a:p>
            <a:fld id="{273F27D2-06B6-4999-B31F-B875E94682A2}" type="slidenum">
              <a:rPr lang="ja-JP" altLang="en-US" smtClean="0"/>
              <a:pPr/>
              <a:t>30</a:t>
            </a:fld>
            <a:endParaRPr lang="ja-JP" altLang="en-US" dirty="0"/>
          </a:p>
        </p:txBody>
      </p:sp>
      <p:pic>
        <p:nvPicPr>
          <p:cNvPr id="8" name="図 7">
            <a:extLst>
              <a:ext uri="{FF2B5EF4-FFF2-40B4-BE49-F238E27FC236}">
                <a16:creationId xmlns:a16="http://schemas.microsoft.com/office/drawing/2014/main" id="{0C00EFED-881C-3217-304A-F8F82C3874DE}"/>
              </a:ext>
            </a:extLst>
          </p:cNvPr>
          <p:cNvPicPr>
            <a:picLocks noChangeAspect="1"/>
          </p:cNvPicPr>
          <p:nvPr/>
        </p:nvPicPr>
        <p:blipFill>
          <a:blip r:embed="rId3"/>
          <a:srcRect t="23744"/>
          <a:stretch/>
        </p:blipFill>
        <p:spPr>
          <a:xfrm>
            <a:off x="4450600" y="3599894"/>
            <a:ext cx="1609950" cy="3254422"/>
          </a:xfrm>
          <a:prstGeom prst="rect">
            <a:avLst/>
          </a:prstGeom>
        </p:spPr>
      </p:pic>
      <p:sp>
        <p:nvSpPr>
          <p:cNvPr id="9" name="楕円 8">
            <a:extLst>
              <a:ext uri="{FF2B5EF4-FFF2-40B4-BE49-F238E27FC236}">
                <a16:creationId xmlns:a16="http://schemas.microsoft.com/office/drawing/2014/main" id="{D38CD60C-DCDD-56E9-7A5A-7A49938233D9}"/>
              </a:ext>
            </a:extLst>
          </p:cNvPr>
          <p:cNvSpPr/>
          <p:nvPr/>
        </p:nvSpPr>
        <p:spPr>
          <a:xfrm>
            <a:off x="4236019" y="5008781"/>
            <a:ext cx="2039112" cy="56471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DED0A500-1A37-2B46-4724-9D1DE37DC68B}"/>
              </a:ext>
            </a:extLst>
          </p:cNvPr>
          <p:cNvSpPr/>
          <p:nvPr/>
        </p:nvSpPr>
        <p:spPr>
          <a:xfrm>
            <a:off x="4450600" y="1663827"/>
            <a:ext cx="960120" cy="68579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267EC5D5-8BA8-9EF8-52C4-22C1ABA7FF0C}"/>
              </a:ext>
            </a:extLst>
          </p:cNvPr>
          <p:cNvSpPr txBox="1"/>
          <p:nvPr/>
        </p:nvSpPr>
        <p:spPr>
          <a:xfrm>
            <a:off x="683575" y="4967972"/>
            <a:ext cx="3046722" cy="646331"/>
          </a:xfrm>
          <a:prstGeom prst="rect">
            <a:avLst/>
          </a:prstGeom>
          <a:noFill/>
          <a:ln w="19050">
            <a:solidFill>
              <a:schemeClr val="tx1"/>
            </a:solidFill>
            <a:prstDash val="dash"/>
          </a:ln>
        </p:spPr>
        <p:txBody>
          <a:bodyPr wrap="square" rtlCol="0">
            <a:spAutoFit/>
          </a:bodyPr>
          <a:lstStyle/>
          <a:p>
            <a:r>
              <a:rPr kumimoji="1" lang="en-US" altLang="ja-JP" dirty="0"/>
              <a:t>OPC</a:t>
            </a:r>
            <a:r>
              <a:rPr lang="ja-JP" altLang="en-US" dirty="0"/>
              <a:t>が違うため</a:t>
            </a:r>
            <a:br>
              <a:rPr lang="en-US" altLang="ja-JP" dirty="0"/>
            </a:br>
            <a:r>
              <a:rPr lang="ja-JP" altLang="en-US" dirty="0"/>
              <a:t>このままでは計算できない</a:t>
            </a:r>
            <a:endParaRPr kumimoji="1" lang="ja-JP" altLang="en-US" dirty="0"/>
          </a:p>
        </p:txBody>
      </p:sp>
      <p:cxnSp>
        <p:nvCxnSpPr>
          <p:cNvPr id="12" name="直線コネクタ 11">
            <a:extLst>
              <a:ext uri="{FF2B5EF4-FFF2-40B4-BE49-F238E27FC236}">
                <a16:creationId xmlns:a16="http://schemas.microsoft.com/office/drawing/2014/main" id="{38372466-41EC-647F-A7EB-53A0CC172C3B}"/>
              </a:ext>
            </a:extLst>
          </p:cNvPr>
          <p:cNvCxnSpPr>
            <a:cxnSpLocks/>
            <a:stCxn id="11" idx="3"/>
            <a:endCxn id="9" idx="2"/>
          </p:cNvCxnSpPr>
          <p:nvPr/>
        </p:nvCxnSpPr>
        <p:spPr>
          <a:xfrm>
            <a:off x="3730297" y="5291138"/>
            <a:ext cx="505722" cy="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85" name="グループ化 84">
            <a:extLst>
              <a:ext uri="{FF2B5EF4-FFF2-40B4-BE49-F238E27FC236}">
                <a16:creationId xmlns:a16="http://schemas.microsoft.com/office/drawing/2014/main" id="{EF63EC4E-6C46-E42D-43DE-3E49FDAE9AC7}"/>
              </a:ext>
            </a:extLst>
          </p:cNvPr>
          <p:cNvGrpSpPr/>
          <p:nvPr/>
        </p:nvGrpSpPr>
        <p:grpSpPr>
          <a:xfrm>
            <a:off x="7842593" y="1520386"/>
            <a:ext cx="1663800" cy="3110719"/>
            <a:chOff x="9961141" y="891890"/>
            <a:chExt cx="1663800" cy="3110719"/>
          </a:xfrm>
        </p:grpSpPr>
        <p:sp>
          <p:nvSpPr>
            <p:cNvPr id="24" name="楕円 23">
              <a:extLst>
                <a:ext uri="{FF2B5EF4-FFF2-40B4-BE49-F238E27FC236}">
                  <a16:creationId xmlns:a16="http://schemas.microsoft.com/office/drawing/2014/main" id="{5AAEF1A4-75F6-296A-A3F4-C2D1BC2F6D15}"/>
                </a:ext>
              </a:extLst>
            </p:cNvPr>
            <p:cNvSpPr/>
            <p:nvPr/>
          </p:nvSpPr>
          <p:spPr>
            <a:xfrm>
              <a:off x="9961142" y="124297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cxnSp>
          <p:nvCxnSpPr>
            <p:cNvPr id="28" name="直線矢印コネクタ 27">
              <a:extLst>
                <a:ext uri="{FF2B5EF4-FFF2-40B4-BE49-F238E27FC236}">
                  <a16:creationId xmlns:a16="http://schemas.microsoft.com/office/drawing/2014/main" id="{8E41735A-90EA-E32B-ACFB-3B6585BE4C8A}"/>
                </a:ext>
              </a:extLst>
            </p:cNvPr>
            <p:cNvCxnSpPr>
              <a:cxnSpLocks/>
              <a:endCxn id="24" idx="0"/>
            </p:cNvCxnSpPr>
            <p:nvPr/>
          </p:nvCxnSpPr>
          <p:spPr>
            <a:xfrm flipH="1">
              <a:off x="10285142" y="893360"/>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3D2D6C9B-2C84-E85E-F2EF-091BFDE7D35A}"/>
                </a:ext>
              </a:extLst>
            </p:cNvPr>
            <p:cNvCxnSpPr>
              <a:cxnSpLocks/>
              <a:stCxn id="24" idx="4"/>
              <a:endCxn id="48" idx="0"/>
            </p:cNvCxnSpPr>
            <p:nvPr/>
          </p:nvCxnSpPr>
          <p:spPr>
            <a:xfrm>
              <a:off x="10285142" y="1602972"/>
              <a:ext cx="8769" cy="87853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正方形/長方形 34">
              <a:extLst>
                <a:ext uri="{FF2B5EF4-FFF2-40B4-BE49-F238E27FC236}">
                  <a16:creationId xmlns:a16="http://schemas.microsoft.com/office/drawing/2014/main" id="{324E2A63-8F90-4E3D-1FFA-DAF12443AE81}"/>
                </a:ext>
              </a:extLst>
            </p:cNvPr>
            <p:cNvSpPr/>
            <p:nvPr/>
          </p:nvSpPr>
          <p:spPr>
            <a:xfrm>
              <a:off x="10327264" y="1074523"/>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43" name="楕円 42">
              <a:extLst>
                <a:ext uri="{FF2B5EF4-FFF2-40B4-BE49-F238E27FC236}">
                  <a16:creationId xmlns:a16="http://schemas.microsoft.com/office/drawing/2014/main" id="{464EF344-C833-201F-1CB9-541537EEF19D}"/>
                </a:ext>
              </a:extLst>
            </p:cNvPr>
            <p:cNvSpPr/>
            <p:nvPr/>
          </p:nvSpPr>
          <p:spPr>
            <a:xfrm>
              <a:off x="10811295" y="124150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44" name="楕円 43">
              <a:extLst>
                <a:ext uri="{FF2B5EF4-FFF2-40B4-BE49-F238E27FC236}">
                  <a16:creationId xmlns:a16="http://schemas.microsoft.com/office/drawing/2014/main" id="{0B6CA981-60CD-7474-CB23-82BFE8731322}"/>
                </a:ext>
              </a:extLst>
            </p:cNvPr>
            <p:cNvSpPr/>
            <p:nvPr/>
          </p:nvSpPr>
          <p:spPr>
            <a:xfrm>
              <a:off x="10811294" y="249908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cxnSp>
          <p:nvCxnSpPr>
            <p:cNvPr id="45" name="直線矢印コネクタ 44">
              <a:extLst>
                <a:ext uri="{FF2B5EF4-FFF2-40B4-BE49-F238E27FC236}">
                  <a16:creationId xmlns:a16="http://schemas.microsoft.com/office/drawing/2014/main" id="{6A8A8D70-FD2A-82AE-7DF7-5897C87F4AEA}"/>
                </a:ext>
              </a:extLst>
            </p:cNvPr>
            <p:cNvCxnSpPr>
              <a:cxnSpLocks/>
              <a:endCxn id="43" idx="0"/>
            </p:cNvCxnSpPr>
            <p:nvPr/>
          </p:nvCxnSpPr>
          <p:spPr>
            <a:xfrm flipH="1">
              <a:off x="11135295" y="891890"/>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37181BDD-75BD-6263-02A7-4E8DB5AE0AFB}"/>
                </a:ext>
              </a:extLst>
            </p:cNvPr>
            <p:cNvCxnSpPr>
              <a:cxnSpLocks/>
              <a:stCxn id="43" idx="4"/>
              <a:endCxn id="44" idx="0"/>
            </p:cNvCxnSpPr>
            <p:nvPr/>
          </p:nvCxnSpPr>
          <p:spPr>
            <a:xfrm flipH="1">
              <a:off x="11135294" y="1601502"/>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正方形/長方形 46">
              <a:extLst>
                <a:ext uri="{FF2B5EF4-FFF2-40B4-BE49-F238E27FC236}">
                  <a16:creationId xmlns:a16="http://schemas.microsoft.com/office/drawing/2014/main" id="{FDBF05FE-005D-0BFD-9128-DCBE8AC5B5C1}"/>
                </a:ext>
              </a:extLst>
            </p:cNvPr>
            <p:cNvSpPr/>
            <p:nvPr/>
          </p:nvSpPr>
          <p:spPr>
            <a:xfrm>
              <a:off x="11177417" y="1073053"/>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48" name="楕円 47">
              <a:extLst>
                <a:ext uri="{FF2B5EF4-FFF2-40B4-BE49-F238E27FC236}">
                  <a16:creationId xmlns:a16="http://schemas.microsoft.com/office/drawing/2014/main" id="{8AD9B634-9F74-9A6E-A94E-4B29CCF29778}"/>
                </a:ext>
              </a:extLst>
            </p:cNvPr>
            <p:cNvSpPr/>
            <p:nvPr/>
          </p:nvSpPr>
          <p:spPr>
            <a:xfrm>
              <a:off x="9969911" y="248150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49" name="四角形: 角を丸くする 48">
              <a:extLst>
                <a:ext uri="{FF2B5EF4-FFF2-40B4-BE49-F238E27FC236}">
                  <a16:creationId xmlns:a16="http://schemas.microsoft.com/office/drawing/2014/main" id="{92C9048B-9773-1606-600E-FAFD6B4F5B9C}"/>
                </a:ext>
              </a:extLst>
            </p:cNvPr>
            <p:cNvSpPr/>
            <p:nvPr/>
          </p:nvSpPr>
          <p:spPr>
            <a:xfrm>
              <a:off x="10377577" y="1806502"/>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cxnSp>
          <p:nvCxnSpPr>
            <p:cNvPr id="50" name="コネクタ: カギ線 49">
              <a:extLst>
                <a:ext uri="{FF2B5EF4-FFF2-40B4-BE49-F238E27FC236}">
                  <a16:creationId xmlns:a16="http://schemas.microsoft.com/office/drawing/2014/main" id="{0896C0A4-7C5C-FB8A-6464-B1BFDE3714F5}"/>
                </a:ext>
              </a:extLst>
            </p:cNvPr>
            <p:cNvCxnSpPr>
              <a:cxnSpLocks/>
              <a:stCxn id="55" idx="4"/>
              <a:endCxn id="49" idx="0"/>
            </p:cNvCxnSpPr>
            <p:nvPr/>
          </p:nvCxnSpPr>
          <p:spPr>
            <a:xfrm rot="5400000" flipH="1">
              <a:off x="9967337" y="2397045"/>
              <a:ext cx="1758500" cy="577414"/>
            </a:xfrm>
            <a:prstGeom prst="bentConnector5">
              <a:avLst>
                <a:gd name="adj1" fmla="val -13000"/>
                <a:gd name="adj2" fmla="val 62443"/>
                <a:gd name="adj3" fmla="val 113000"/>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1" name="楕円 50">
              <a:extLst>
                <a:ext uri="{FF2B5EF4-FFF2-40B4-BE49-F238E27FC236}">
                  <a16:creationId xmlns:a16="http://schemas.microsoft.com/office/drawing/2014/main" id="{2A238AD8-7618-8E07-C86D-6CBDB8CAC494}"/>
                </a:ext>
              </a:extLst>
            </p:cNvPr>
            <p:cNvSpPr/>
            <p:nvPr/>
          </p:nvSpPr>
          <p:spPr>
            <a:xfrm>
              <a:off x="9961141" y="3193834"/>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52" name="直線矢印コネクタ 51">
              <a:extLst>
                <a:ext uri="{FF2B5EF4-FFF2-40B4-BE49-F238E27FC236}">
                  <a16:creationId xmlns:a16="http://schemas.microsoft.com/office/drawing/2014/main" id="{643D6460-C639-6800-3B9C-35B2B82B02C4}"/>
                </a:ext>
              </a:extLst>
            </p:cNvPr>
            <p:cNvCxnSpPr>
              <a:cxnSpLocks/>
              <a:stCxn id="48" idx="4"/>
              <a:endCxn id="51" idx="0"/>
            </p:cNvCxnSpPr>
            <p:nvPr/>
          </p:nvCxnSpPr>
          <p:spPr>
            <a:xfrm flipH="1">
              <a:off x="10285141" y="2841507"/>
              <a:ext cx="8770" cy="35232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正方形/長方形 52">
              <a:extLst>
                <a:ext uri="{FF2B5EF4-FFF2-40B4-BE49-F238E27FC236}">
                  <a16:creationId xmlns:a16="http://schemas.microsoft.com/office/drawing/2014/main" id="{797DACDA-055B-C7C1-6313-29FEC9C50BC8}"/>
                </a:ext>
              </a:extLst>
            </p:cNvPr>
            <p:cNvSpPr/>
            <p:nvPr/>
          </p:nvSpPr>
          <p:spPr>
            <a:xfrm>
              <a:off x="10360681" y="3053175"/>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54" name="四角形: 角を丸くする 53">
              <a:extLst>
                <a:ext uri="{FF2B5EF4-FFF2-40B4-BE49-F238E27FC236}">
                  <a16:creationId xmlns:a16="http://schemas.microsoft.com/office/drawing/2014/main" id="{BC8B4A18-B83A-6F32-E342-BDC43A5A4DF5}"/>
                </a:ext>
              </a:extLst>
            </p:cNvPr>
            <p:cNvSpPr/>
            <p:nvPr/>
          </p:nvSpPr>
          <p:spPr>
            <a:xfrm>
              <a:off x="10112924" y="3642609"/>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55" name="楕円 54">
              <a:extLst>
                <a:ext uri="{FF2B5EF4-FFF2-40B4-BE49-F238E27FC236}">
                  <a16:creationId xmlns:a16="http://schemas.microsoft.com/office/drawing/2014/main" id="{B9692FB1-0969-EFD8-F744-A7FBE2388461}"/>
                </a:ext>
              </a:extLst>
            </p:cNvPr>
            <p:cNvSpPr/>
            <p:nvPr/>
          </p:nvSpPr>
          <p:spPr>
            <a:xfrm>
              <a:off x="10811294" y="320500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56" name="正方形/長方形 55">
              <a:extLst>
                <a:ext uri="{FF2B5EF4-FFF2-40B4-BE49-F238E27FC236}">
                  <a16:creationId xmlns:a16="http://schemas.microsoft.com/office/drawing/2014/main" id="{2F46C988-A3D3-1914-CBF0-3629E7E1D76D}"/>
                </a:ext>
              </a:extLst>
            </p:cNvPr>
            <p:cNvSpPr/>
            <p:nvPr/>
          </p:nvSpPr>
          <p:spPr>
            <a:xfrm>
              <a:off x="11240465" y="3067834"/>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cxnSp>
          <p:nvCxnSpPr>
            <p:cNvPr id="58" name="直線矢印コネクタ 57">
              <a:extLst>
                <a:ext uri="{FF2B5EF4-FFF2-40B4-BE49-F238E27FC236}">
                  <a16:creationId xmlns:a16="http://schemas.microsoft.com/office/drawing/2014/main" id="{9CB4F52B-912C-E9D2-46C1-D1683BA76C26}"/>
                </a:ext>
              </a:extLst>
            </p:cNvPr>
            <p:cNvCxnSpPr>
              <a:cxnSpLocks/>
              <a:stCxn id="44" idx="4"/>
              <a:endCxn id="55" idx="0"/>
            </p:cNvCxnSpPr>
            <p:nvPr/>
          </p:nvCxnSpPr>
          <p:spPr>
            <a:xfrm>
              <a:off x="11135294" y="2859087"/>
              <a:ext cx="0" cy="34591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3" name="四角形: 角を丸くする 62">
              <a:extLst>
                <a:ext uri="{FF2B5EF4-FFF2-40B4-BE49-F238E27FC236}">
                  <a16:creationId xmlns:a16="http://schemas.microsoft.com/office/drawing/2014/main" id="{33A72F50-FDBA-FCD2-9BB3-42FC48D3F3CD}"/>
                </a:ext>
              </a:extLst>
            </p:cNvPr>
            <p:cNvSpPr/>
            <p:nvPr/>
          </p:nvSpPr>
          <p:spPr>
            <a:xfrm>
              <a:off x="11264335" y="1829587"/>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定数</a:t>
              </a:r>
              <a:endParaRPr kumimoji="1" lang="en-US" altLang="ja-JP" sz="1200" dirty="0">
                <a:solidFill>
                  <a:schemeClr val="tx1"/>
                </a:solidFill>
              </a:endParaRPr>
            </a:p>
            <a:p>
              <a:pPr algn="ctr"/>
              <a:r>
                <a:rPr kumimoji="1" lang="en-US" altLang="ja-JP" sz="1200" dirty="0">
                  <a:solidFill>
                    <a:schemeClr val="tx1"/>
                  </a:solidFill>
                </a:rPr>
                <a:t>16b’0</a:t>
              </a:r>
            </a:p>
          </p:txBody>
        </p:sp>
      </p:grpSp>
      <p:grpSp>
        <p:nvGrpSpPr>
          <p:cNvPr id="84" name="グループ化 83">
            <a:extLst>
              <a:ext uri="{FF2B5EF4-FFF2-40B4-BE49-F238E27FC236}">
                <a16:creationId xmlns:a16="http://schemas.microsoft.com/office/drawing/2014/main" id="{A27003F9-AAD2-6E2E-39B4-513AB1DF0662}"/>
              </a:ext>
            </a:extLst>
          </p:cNvPr>
          <p:cNvGrpSpPr/>
          <p:nvPr/>
        </p:nvGrpSpPr>
        <p:grpSpPr>
          <a:xfrm>
            <a:off x="10082388" y="3245631"/>
            <a:ext cx="1663800" cy="3110719"/>
            <a:chOff x="9600535" y="3664125"/>
            <a:chExt cx="1663800" cy="3110719"/>
          </a:xfrm>
        </p:grpSpPr>
        <p:sp>
          <p:nvSpPr>
            <p:cNvPr id="64" name="楕円 63">
              <a:extLst>
                <a:ext uri="{FF2B5EF4-FFF2-40B4-BE49-F238E27FC236}">
                  <a16:creationId xmlns:a16="http://schemas.microsoft.com/office/drawing/2014/main" id="{B4EF007B-C2F0-D8F2-0548-A57E19A4C321}"/>
                </a:ext>
              </a:extLst>
            </p:cNvPr>
            <p:cNvSpPr/>
            <p:nvPr/>
          </p:nvSpPr>
          <p:spPr>
            <a:xfrm>
              <a:off x="9600536" y="401520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cxnSp>
          <p:nvCxnSpPr>
            <p:cNvPr id="65" name="直線矢印コネクタ 64">
              <a:extLst>
                <a:ext uri="{FF2B5EF4-FFF2-40B4-BE49-F238E27FC236}">
                  <a16:creationId xmlns:a16="http://schemas.microsoft.com/office/drawing/2014/main" id="{FA4EBEB4-4CDD-F17E-60BA-14FB824F34D0}"/>
                </a:ext>
              </a:extLst>
            </p:cNvPr>
            <p:cNvCxnSpPr>
              <a:cxnSpLocks/>
              <a:endCxn id="64" idx="0"/>
            </p:cNvCxnSpPr>
            <p:nvPr/>
          </p:nvCxnSpPr>
          <p:spPr>
            <a:xfrm flipH="1">
              <a:off x="9924536" y="3665595"/>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線矢印コネクタ 65">
              <a:extLst>
                <a:ext uri="{FF2B5EF4-FFF2-40B4-BE49-F238E27FC236}">
                  <a16:creationId xmlns:a16="http://schemas.microsoft.com/office/drawing/2014/main" id="{E9C6EAA4-AF36-A5C0-80BF-2AF70EA35FB9}"/>
                </a:ext>
              </a:extLst>
            </p:cNvPr>
            <p:cNvCxnSpPr>
              <a:cxnSpLocks/>
              <a:stCxn id="64" idx="4"/>
              <a:endCxn id="73" idx="0"/>
            </p:cNvCxnSpPr>
            <p:nvPr/>
          </p:nvCxnSpPr>
          <p:spPr>
            <a:xfrm>
              <a:off x="9924536" y="4375207"/>
              <a:ext cx="8769" cy="87853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7" name="正方形/長方形 66">
              <a:extLst>
                <a:ext uri="{FF2B5EF4-FFF2-40B4-BE49-F238E27FC236}">
                  <a16:creationId xmlns:a16="http://schemas.microsoft.com/office/drawing/2014/main" id="{011F6F8D-1D98-B728-FAAD-47C45151E4B0}"/>
                </a:ext>
              </a:extLst>
            </p:cNvPr>
            <p:cNvSpPr/>
            <p:nvPr/>
          </p:nvSpPr>
          <p:spPr>
            <a:xfrm>
              <a:off x="9966658" y="384675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68" name="楕円 67">
              <a:extLst>
                <a:ext uri="{FF2B5EF4-FFF2-40B4-BE49-F238E27FC236}">
                  <a16:creationId xmlns:a16="http://schemas.microsoft.com/office/drawing/2014/main" id="{991E89D6-5E42-0495-DF8A-878F7503AFAE}"/>
                </a:ext>
              </a:extLst>
            </p:cNvPr>
            <p:cNvSpPr/>
            <p:nvPr/>
          </p:nvSpPr>
          <p:spPr>
            <a:xfrm>
              <a:off x="10450689" y="401373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69" name="楕円 68">
              <a:extLst>
                <a:ext uri="{FF2B5EF4-FFF2-40B4-BE49-F238E27FC236}">
                  <a16:creationId xmlns:a16="http://schemas.microsoft.com/office/drawing/2014/main" id="{737EED2E-60CB-17B6-0115-DE47FF14747D}"/>
                </a:ext>
              </a:extLst>
            </p:cNvPr>
            <p:cNvSpPr/>
            <p:nvPr/>
          </p:nvSpPr>
          <p:spPr>
            <a:xfrm>
              <a:off x="10450688" y="5271322"/>
              <a:ext cx="648000" cy="360000"/>
            </a:xfrm>
            <a:prstGeom prst="ellipse">
              <a:avLst/>
            </a:prstGeom>
            <a:solidFill>
              <a:schemeClr val="bg2"/>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cxnSp>
          <p:nvCxnSpPr>
            <p:cNvPr id="70" name="直線矢印コネクタ 69">
              <a:extLst>
                <a:ext uri="{FF2B5EF4-FFF2-40B4-BE49-F238E27FC236}">
                  <a16:creationId xmlns:a16="http://schemas.microsoft.com/office/drawing/2014/main" id="{DF5F055D-2902-3EA6-8BDE-FB45D276404A}"/>
                </a:ext>
              </a:extLst>
            </p:cNvPr>
            <p:cNvCxnSpPr>
              <a:cxnSpLocks/>
              <a:endCxn id="68" idx="0"/>
            </p:cNvCxnSpPr>
            <p:nvPr/>
          </p:nvCxnSpPr>
          <p:spPr>
            <a:xfrm flipH="1">
              <a:off x="10774689" y="3664125"/>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矢印コネクタ 70">
              <a:extLst>
                <a:ext uri="{FF2B5EF4-FFF2-40B4-BE49-F238E27FC236}">
                  <a16:creationId xmlns:a16="http://schemas.microsoft.com/office/drawing/2014/main" id="{AC334CEE-C501-3831-F78F-A41711695C0E}"/>
                </a:ext>
              </a:extLst>
            </p:cNvPr>
            <p:cNvCxnSpPr>
              <a:cxnSpLocks/>
              <a:stCxn id="68" idx="4"/>
              <a:endCxn id="69" idx="0"/>
            </p:cNvCxnSpPr>
            <p:nvPr/>
          </p:nvCxnSpPr>
          <p:spPr>
            <a:xfrm flipH="1">
              <a:off x="10774688" y="437373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2" name="正方形/長方形 71">
              <a:extLst>
                <a:ext uri="{FF2B5EF4-FFF2-40B4-BE49-F238E27FC236}">
                  <a16:creationId xmlns:a16="http://schemas.microsoft.com/office/drawing/2014/main" id="{D4A41628-1272-29F1-A9B7-2F22C9A80128}"/>
                </a:ext>
              </a:extLst>
            </p:cNvPr>
            <p:cNvSpPr/>
            <p:nvPr/>
          </p:nvSpPr>
          <p:spPr>
            <a:xfrm>
              <a:off x="10816811" y="384528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73" name="楕円 72">
              <a:extLst>
                <a:ext uri="{FF2B5EF4-FFF2-40B4-BE49-F238E27FC236}">
                  <a16:creationId xmlns:a16="http://schemas.microsoft.com/office/drawing/2014/main" id="{6448F2F7-6C7E-57D0-83C3-52AFCE45D4E7}"/>
                </a:ext>
              </a:extLst>
            </p:cNvPr>
            <p:cNvSpPr/>
            <p:nvPr/>
          </p:nvSpPr>
          <p:spPr>
            <a:xfrm>
              <a:off x="9609305" y="525374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74" name="四角形: 角を丸くする 73">
              <a:extLst>
                <a:ext uri="{FF2B5EF4-FFF2-40B4-BE49-F238E27FC236}">
                  <a16:creationId xmlns:a16="http://schemas.microsoft.com/office/drawing/2014/main" id="{EB5817A4-1E48-85CE-1653-5F955465C9EA}"/>
                </a:ext>
              </a:extLst>
            </p:cNvPr>
            <p:cNvSpPr/>
            <p:nvPr/>
          </p:nvSpPr>
          <p:spPr>
            <a:xfrm>
              <a:off x="10016971" y="4578737"/>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cxnSp>
          <p:nvCxnSpPr>
            <p:cNvPr id="75" name="コネクタ: カギ線 74">
              <a:extLst>
                <a:ext uri="{FF2B5EF4-FFF2-40B4-BE49-F238E27FC236}">
                  <a16:creationId xmlns:a16="http://schemas.microsoft.com/office/drawing/2014/main" id="{0262B12C-8A51-06DC-057E-E378B6386AD9}"/>
                </a:ext>
              </a:extLst>
            </p:cNvPr>
            <p:cNvCxnSpPr>
              <a:cxnSpLocks/>
              <a:stCxn id="80" idx="4"/>
              <a:endCxn id="74" idx="0"/>
            </p:cNvCxnSpPr>
            <p:nvPr/>
          </p:nvCxnSpPr>
          <p:spPr>
            <a:xfrm rot="5400000" flipH="1">
              <a:off x="9606731" y="5169280"/>
              <a:ext cx="1758500" cy="577414"/>
            </a:xfrm>
            <a:prstGeom prst="bentConnector5">
              <a:avLst>
                <a:gd name="adj1" fmla="val -13000"/>
                <a:gd name="adj2" fmla="val 62443"/>
                <a:gd name="adj3" fmla="val 113000"/>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6" name="楕円 75">
              <a:extLst>
                <a:ext uri="{FF2B5EF4-FFF2-40B4-BE49-F238E27FC236}">
                  <a16:creationId xmlns:a16="http://schemas.microsoft.com/office/drawing/2014/main" id="{6F8CF15D-F91B-A8C1-A9FD-92BFFD149788}"/>
                </a:ext>
              </a:extLst>
            </p:cNvPr>
            <p:cNvSpPr/>
            <p:nvPr/>
          </p:nvSpPr>
          <p:spPr>
            <a:xfrm>
              <a:off x="9600535" y="596606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77" name="直線矢印コネクタ 76">
              <a:extLst>
                <a:ext uri="{FF2B5EF4-FFF2-40B4-BE49-F238E27FC236}">
                  <a16:creationId xmlns:a16="http://schemas.microsoft.com/office/drawing/2014/main" id="{C4BA4932-1294-D9CB-9E6A-5383C8CE4CB3}"/>
                </a:ext>
              </a:extLst>
            </p:cNvPr>
            <p:cNvCxnSpPr>
              <a:cxnSpLocks/>
              <a:stCxn id="73" idx="4"/>
              <a:endCxn id="76" idx="0"/>
            </p:cNvCxnSpPr>
            <p:nvPr/>
          </p:nvCxnSpPr>
          <p:spPr>
            <a:xfrm flipH="1">
              <a:off x="9924535" y="5613742"/>
              <a:ext cx="8770" cy="35232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8" name="正方形/長方形 77">
              <a:extLst>
                <a:ext uri="{FF2B5EF4-FFF2-40B4-BE49-F238E27FC236}">
                  <a16:creationId xmlns:a16="http://schemas.microsoft.com/office/drawing/2014/main" id="{D142CA32-3FBD-3AAB-F8CD-518607B62747}"/>
                </a:ext>
              </a:extLst>
            </p:cNvPr>
            <p:cNvSpPr/>
            <p:nvPr/>
          </p:nvSpPr>
          <p:spPr>
            <a:xfrm>
              <a:off x="10000075" y="5825410"/>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79" name="四角形: 角を丸くする 78">
              <a:extLst>
                <a:ext uri="{FF2B5EF4-FFF2-40B4-BE49-F238E27FC236}">
                  <a16:creationId xmlns:a16="http://schemas.microsoft.com/office/drawing/2014/main" id="{D9ADF799-A649-68FF-1BD7-35DB38611D36}"/>
                </a:ext>
              </a:extLst>
            </p:cNvPr>
            <p:cNvSpPr/>
            <p:nvPr/>
          </p:nvSpPr>
          <p:spPr>
            <a:xfrm>
              <a:off x="9752318" y="6414844"/>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80" name="楕円 79">
              <a:extLst>
                <a:ext uri="{FF2B5EF4-FFF2-40B4-BE49-F238E27FC236}">
                  <a16:creationId xmlns:a16="http://schemas.microsoft.com/office/drawing/2014/main" id="{3430580D-FC89-7A3E-4332-72972130FBD2}"/>
                </a:ext>
              </a:extLst>
            </p:cNvPr>
            <p:cNvSpPr/>
            <p:nvPr/>
          </p:nvSpPr>
          <p:spPr>
            <a:xfrm>
              <a:off x="10450688" y="597723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81" name="正方形/長方形 80">
              <a:extLst>
                <a:ext uri="{FF2B5EF4-FFF2-40B4-BE49-F238E27FC236}">
                  <a16:creationId xmlns:a16="http://schemas.microsoft.com/office/drawing/2014/main" id="{D8F520F6-159D-BE4F-EA9A-54E873D8398E}"/>
                </a:ext>
              </a:extLst>
            </p:cNvPr>
            <p:cNvSpPr/>
            <p:nvPr/>
          </p:nvSpPr>
          <p:spPr>
            <a:xfrm>
              <a:off x="10879859" y="5840069"/>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cxnSp>
          <p:nvCxnSpPr>
            <p:cNvPr id="82" name="直線矢印コネクタ 81">
              <a:extLst>
                <a:ext uri="{FF2B5EF4-FFF2-40B4-BE49-F238E27FC236}">
                  <a16:creationId xmlns:a16="http://schemas.microsoft.com/office/drawing/2014/main" id="{502D6459-9B09-389E-E683-9DFEC4F66252}"/>
                </a:ext>
              </a:extLst>
            </p:cNvPr>
            <p:cNvCxnSpPr>
              <a:cxnSpLocks/>
              <a:stCxn id="69" idx="4"/>
              <a:endCxn id="80" idx="0"/>
            </p:cNvCxnSpPr>
            <p:nvPr/>
          </p:nvCxnSpPr>
          <p:spPr>
            <a:xfrm>
              <a:off x="10774688" y="5631322"/>
              <a:ext cx="0" cy="34591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3" name="四角形: 角を丸くする 82">
              <a:extLst>
                <a:ext uri="{FF2B5EF4-FFF2-40B4-BE49-F238E27FC236}">
                  <a16:creationId xmlns:a16="http://schemas.microsoft.com/office/drawing/2014/main" id="{CD7B7813-FD03-0866-DD36-A6F86B828186}"/>
                </a:ext>
              </a:extLst>
            </p:cNvPr>
            <p:cNvSpPr/>
            <p:nvPr/>
          </p:nvSpPr>
          <p:spPr>
            <a:xfrm>
              <a:off x="10903729" y="4601822"/>
              <a:ext cx="360606" cy="775690"/>
            </a:xfrm>
            <a:prstGeom prst="roundRect">
              <a:avLst/>
            </a:prstGeom>
            <a:solidFill>
              <a:schemeClr val="bg2"/>
            </a:solid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grpSp>
      <p:sp>
        <p:nvSpPr>
          <p:cNvPr id="89" name="矢印: 右 88">
            <a:extLst>
              <a:ext uri="{FF2B5EF4-FFF2-40B4-BE49-F238E27FC236}">
                <a16:creationId xmlns:a16="http://schemas.microsoft.com/office/drawing/2014/main" id="{C0911EE9-B2EA-E437-3752-405C614B8557}"/>
              </a:ext>
            </a:extLst>
          </p:cNvPr>
          <p:cNvSpPr/>
          <p:nvPr/>
        </p:nvSpPr>
        <p:spPr>
          <a:xfrm>
            <a:off x="6131452" y="3800089"/>
            <a:ext cx="1570816" cy="360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0" name="テキスト ボックス 89">
            <a:extLst>
              <a:ext uri="{FF2B5EF4-FFF2-40B4-BE49-F238E27FC236}">
                <a16:creationId xmlns:a16="http://schemas.microsoft.com/office/drawing/2014/main" id="{F8F057D2-67C3-D4D0-7F04-99E319409FA0}"/>
              </a:ext>
            </a:extLst>
          </p:cNvPr>
          <p:cNvSpPr txBox="1"/>
          <p:nvPr/>
        </p:nvSpPr>
        <p:spPr>
          <a:xfrm rot="27880">
            <a:off x="6107906" y="3461516"/>
            <a:ext cx="1628046" cy="369332"/>
          </a:xfrm>
          <a:prstGeom prst="rect">
            <a:avLst/>
          </a:prstGeom>
          <a:noFill/>
        </p:spPr>
        <p:txBody>
          <a:bodyPr wrap="square" rtlCol="0">
            <a:spAutoFit/>
          </a:bodyPr>
          <a:lstStyle/>
          <a:p>
            <a:r>
              <a:rPr lang="en-US" altLang="ja-JP" dirty="0"/>
              <a:t>1.MF2bit</a:t>
            </a:r>
            <a:r>
              <a:rPr lang="ja-JP" altLang="en-US" dirty="0"/>
              <a:t>拡張</a:t>
            </a:r>
            <a:endParaRPr kumimoji="1" lang="ja-JP" altLang="en-US" dirty="0"/>
          </a:p>
        </p:txBody>
      </p:sp>
      <p:sp>
        <p:nvSpPr>
          <p:cNvPr id="91" name="矢印: 右 90">
            <a:extLst>
              <a:ext uri="{FF2B5EF4-FFF2-40B4-BE49-F238E27FC236}">
                <a16:creationId xmlns:a16="http://schemas.microsoft.com/office/drawing/2014/main" id="{BA4CA69D-BDBE-D1E6-5073-F5B4E044A5FA}"/>
              </a:ext>
            </a:extLst>
          </p:cNvPr>
          <p:cNvSpPr/>
          <p:nvPr/>
        </p:nvSpPr>
        <p:spPr>
          <a:xfrm>
            <a:off x="6474490" y="5272533"/>
            <a:ext cx="3346591" cy="3600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2" name="テキスト ボックス 91">
            <a:extLst>
              <a:ext uri="{FF2B5EF4-FFF2-40B4-BE49-F238E27FC236}">
                <a16:creationId xmlns:a16="http://schemas.microsoft.com/office/drawing/2014/main" id="{730D885F-9DE3-45CC-C9C1-48E9C3AA5E0F}"/>
              </a:ext>
            </a:extLst>
          </p:cNvPr>
          <p:cNvSpPr txBox="1"/>
          <p:nvPr/>
        </p:nvSpPr>
        <p:spPr>
          <a:xfrm>
            <a:off x="7232666" y="4938919"/>
            <a:ext cx="1784080" cy="369332"/>
          </a:xfrm>
          <a:prstGeom prst="rect">
            <a:avLst/>
          </a:prstGeom>
          <a:noFill/>
        </p:spPr>
        <p:txBody>
          <a:bodyPr wrap="square" rtlCol="0">
            <a:spAutoFit/>
          </a:bodyPr>
          <a:lstStyle/>
          <a:p>
            <a:r>
              <a:rPr lang="en-US" altLang="ja-JP" dirty="0"/>
              <a:t>2.</a:t>
            </a:r>
            <a:r>
              <a:rPr lang="ja-JP" altLang="en-US" dirty="0"/>
              <a:t>有効化フラグ</a:t>
            </a:r>
            <a:endParaRPr kumimoji="1" lang="ja-JP" altLang="en-US" dirty="0"/>
          </a:p>
        </p:txBody>
      </p:sp>
    </p:spTree>
    <p:extLst>
      <p:ext uri="{BB962C8B-B14F-4D97-AF65-F5344CB8AC3E}">
        <p14:creationId xmlns:p14="http://schemas.microsoft.com/office/powerpoint/2010/main" val="3580927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16667E-7 2.22222E-6 L 0.00117 0.40532 " pathEditMode="relative" rAng="0" ptsTypes="AA">
                                      <p:cBhvr>
                                        <p:cTn id="6" dur="2000" fill="hold"/>
                                        <p:tgtEl>
                                          <p:spTgt spid="9"/>
                                        </p:tgtEl>
                                        <p:attrNameLst>
                                          <p:attrName>ppt_x</p:attrName>
                                          <p:attrName>ppt_y</p:attrName>
                                        </p:attrNameLst>
                                      </p:cBhvr>
                                      <p:rCtr x="52" y="2025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1B0F95-1523-DCD5-54AE-E542F11DE2AC}"/>
              </a:ext>
            </a:extLst>
          </p:cNvPr>
          <p:cNvSpPr>
            <a:spLocks noGrp="1"/>
          </p:cNvSpPr>
          <p:nvPr>
            <p:ph type="title"/>
          </p:nvPr>
        </p:nvSpPr>
        <p:spPr/>
        <p:txBody>
          <a:bodyPr/>
          <a:lstStyle/>
          <a:p>
            <a:r>
              <a:rPr lang="en-US" altLang="ja-JP" dirty="0"/>
              <a:t>9</a:t>
            </a:r>
            <a:r>
              <a:rPr kumimoji="1" lang="en-US" altLang="ja-JP" dirty="0"/>
              <a:t>/3</a:t>
            </a:r>
            <a:endParaRPr kumimoji="1" lang="ja-JP" altLang="en-US" dirty="0"/>
          </a:p>
        </p:txBody>
      </p:sp>
      <p:sp>
        <p:nvSpPr>
          <p:cNvPr id="3" name="コンテンツ プレースホルダー 2">
            <a:extLst>
              <a:ext uri="{FF2B5EF4-FFF2-40B4-BE49-F238E27FC236}">
                <a16:creationId xmlns:a16="http://schemas.microsoft.com/office/drawing/2014/main" id="{CE8DE124-CD05-932E-187E-F5BE77A576C9}"/>
              </a:ext>
            </a:extLst>
          </p:cNvPr>
          <p:cNvSpPr>
            <a:spLocks noGrp="1"/>
          </p:cNvSpPr>
          <p:nvPr>
            <p:ph idx="1"/>
          </p:nvPr>
        </p:nvSpPr>
        <p:spPr/>
        <p:txBody>
          <a:bodyPr/>
          <a:lstStyle/>
          <a:p>
            <a:r>
              <a:rPr kumimoji="1" lang="en-US" altLang="ja-JP" dirty="0" err="1"/>
              <a:t>dest</a:t>
            </a:r>
            <a:r>
              <a:rPr kumimoji="1" lang="ja-JP" altLang="en-US" dirty="0"/>
              <a:t>共有化による</a:t>
            </a:r>
            <a:r>
              <a:rPr kumimoji="1" lang="en-US" altLang="ja-JP" dirty="0"/>
              <a:t>OPC</a:t>
            </a:r>
            <a:r>
              <a:rPr kumimoji="1" lang="ja-JP" altLang="en-US" dirty="0"/>
              <a:t>の相違</a:t>
            </a:r>
            <a:endParaRPr kumimoji="1" lang="en-US" altLang="ja-JP" dirty="0"/>
          </a:p>
          <a:p>
            <a:pPr lvl="1"/>
            <a:r>
              <a:rPr kumimoji="1" lang="ja-JP" altLang="en-US" dirty="0"/>
              <a:t>フラグを立てた場合の長所と短所の比較</a:t>
            </a:r>
            <a:endParaRPr lang="en-US" altLang="ja-JP" dirty="0"/>
          </a:p>
          <a:p>
            <a:pPr marL="971550" lvl="1" indent="-514350">
              <a:buFont typeface="+mj-lt"/>
              <a:buAutoNum type="arabicPeriod"/>
            </a:pPr>
            <a:r>
              <a:rPr kumimoji="1" lang="ja-JP" altLang="en-US" dirty="0"/>
              <a:t>プログラムの実行時間</a:t>
            </a:r>
            <a:endParaRPr kumimoji="1" lang="en-US" altLang="ja-JP" dirty="0"/>
          </a:p>
          <a:p>
            <a:pPr marL="971550" lvl="1" indent="-514350">
              <a:buFont typeface="+mj-lt"/>
              <a:buAutoNum type="arabicPeriod"/>
            </a:pPr>
            <a:r>
              <a:rPr kumimoji="1" lang="ja-JP" altLang="en-US" dirty="0"/>
              <a:t>コード量</a:t>
            </a:r>
            <a:endParaRPr kumimoji="1" lang="en-US" altLang="ja-JP" dirty="0"/>
          </a:p>
          <a:p>
            <a:pPr marL="971550" lvl="1" indent="-514350">
              <a:buFont typeface="+mj-lt"/>
              <a:buAutoNum type="arabicPeriod"/>
            </a:pPr>
            <a:r>
              <a:rPr kumimoji="1" lang="ja-JP" altLang="en-US" dirty="0"/>
              <a:t>回路規模の増加量</a:t>
            </a:r>
            <a:endParaRPr kumimoji="1" lang="en-US" altLang="ja-JP" dirty="0"/>
          </a:p>
          <a:p>
            <a:pPr marL="971550" lvl="1" indent="-514350">
              <a:buFont typeface="+mj-lt"/>
              <a:buAutoNum type="arabicPeriod"/>
            </a:pPr>
            <a:endParaRPr lang="en-US" altLang="ja-JP" dirty="0"/>
          </a:p>
          <a:p>
            <a:r>
              <a:rPr kumimoji="1" lang="ja-JP" altLang="en-US" dirty="0"/>
              <a:t>再結合時の</a:t>
            </a:r>
            <a:r>
              <a:rPr kumimoji="1" lang="en-US" altLang="ja-JP" dirty="0" err="1"/>
              <a:t>dest</a:t>
            </a:r>
            <a:r>
              <a:rPr kumimoji="1" lang="ja-JP" altLang="en-US" dirty="0"/>
              <a:t>問題</a:t>
            </a:r>
            <a:endParaRPr kumimoji="1" lang="en-US" altLang="ja-JP" dirty="0"/>
          </a:p>
          <a:p>
            <a:pPr lvl="1"/>
            <a:r>
              <a:rPr kumimoji="1" lang="en-US" altLang="ja-JP" dirty="0"/>
              <a:t>FIR</a:t>
            </a:r>
            <a:r>
              <a:rPr kumimoji="1" lang="ja-JP" altLang="en-US" dirty="0"/>
              <a:t>専用ではないプログラム作成</a:t>
            </a:r>
            <a:endParaRPr kumimoji="1" lang="en-US" altLang="ja-JP" dirty="0"/>
          </a:p>
          <a:p>
            <a:pPr lvl="2"/>
            <a:r>
              <a:rPr lang="ja-JP" altLang="en-US" dirty="0"/>
              <a:t>メモリを用いた解決方法</a:t>
            </a:r>
            <a:endParaRPr lang="en-US" altLang="ja-JP" dirty="0"/>
          </a:p>
          <a:p>
            <a:pPr lvl="2"/>
            <a:r>
              <a:rPr lang="ja-JP" altLang="en-US" dirty="0"/>
              <a:t>バッファを用いた解決方法</a:t>
            </a:r>
            <a:endParaRPr lang="en-US" altLang="ja-JP" dirty="0"/>
          </a:p>
          <a:p>
            <a:pPr lvl="2"/>
            <a:r>
              <a:rPr kumimoji="1" lang="ja-JP" altLang="en-US" dirty="0"/>
              <a:t>プログラムによる解決方法</a:t>
            </a:r>
            <a:endParaRPr kumimoji="1" lang="en-US" altLang="ja-JP" dirty="0"/>
          </a:p>
          <a:p>
            <a:endParaRPr kumimoji="1" lang="ja-JP" altLang="en-US" dirty="0"/>
          </a:p>
        </p:txBody>
      </p:sp>
      <p:sp>
        <p:nvSpPr>
          <p:cNvPr id="4" name="日付プレースホルダー 3">
            <a:extLst>
              <a:ext uri="{FF2B5EF4-FFF2-40B4-BE49-F238E27FC236}">
                <a16:creationId xmlns:a16="http://schemas.microsoft.com/office/drawing/2014/main" id="{4D9FE26E-A07A-A904-6AF7-B55B62D2A46E}"/>
              </a:ext>
            </a:extLst>
          </p:cNvPr>
          <p:cNvSpPr>
            <a:spLocks noGrp="1"/>
          </p:cNvSpPr>
          <p:nvPr>
            <p:ph type="dt" sz="half" idx="10"/>
          </p:nvPr>
        </p:nvSpPr>
        <p:spPr/>
        <p:txBody>
          <a:bodyPr/>
          <a:lstStyle/>
          <a:p>
            <a:fld id="{C981106A-F328-46B0-AB11-CD980A6DFB99}" type="datetime1">
              <a:rPr kumimoji="1" lang="ja-JP" altLang="en-US" smtClean="0"/>
              <a:t>2026/9/16</a:t>
            </a:fld>
            <a:endParaRPr kumimoji="1" lang="ja-JP" altLang="en-US"/>
          </a:p>
        </p:txBody>
      </p:sp>
      <p:sp>
        <p:nvSpPr>
          <p:cNvPr id="5" name="フッター プレースホルダー 4">
            <a:extLst>
              <a:ext uri="{FF2B5EF4-FFF2-40B4-BE49-F238E27FC236}">
                <a16:creationId xmlns:a16="http://schemas.microsoft.com/office/drawing/2014/main" id="{F56AF00B-DBE9-4434-C4C9-72C9624FA125}"/>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7E9505D6-C9BD-0953-39CE-476D7EDC440F}"/>
              </a:ext>
            </a:extLst>
          </p:cNvPr>
          <p:cNvSpPr>
            <a:spLocks noGrp="1"/>
          </p:cNvSpPr>
          <p:nvPr>
            <p:ph type="sldNum" sz="quarter" idx="12"/>
          </p:nvPr>
        </p:nvSpPr>
        <p:spPr/>
        <p:txBody>
          <a:bodyPr/>
          <a:lstStyle/>
          <a:p>
            <a:fld id="{273F27D2-06B6-4999-B31F-B875E94682A2}" type="slidenum">
              <a:rPr lang="ja-JP" altLang="en-US" smtClean="0"/>
              <a:pPr/>
              <a:t>31</a:t>
            </a:fld>
            <a:endParaRPr lang="ja-JP" altLang="en-US" dirty="0"/>
          </a:p>
        </p:txBody>
      </p:sp>
    </p:spTree>
    <p:extLst>
      <p:ext uri="{BB962C8B-B14F-4D97-AF65-F5344CB8AC3E}">
        <p14:creationId xmlns:p14="http://schemas.microsoft.com/office/powerpoint/2010/main" val="14014208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23ADF1-EC68-B925-0E15-3B79BC7CCF51}"/>
              </a:ext>
            </a:extLst>
          </p:cNvPr>
          <p:cNvSpPr>
            <a:spLocks noGrp="1"/>
          </p:cNvSpPr>
          <p:nvPr>
            <p:ph type="title"/>
          </p:nvPr>
        </p:nvSpPr>
        <p:spPr/>
        <p:txBody>
          <a:bodyPr/>
          <a:lstStyle/>
          <a:p>
            <a:r>
              <a:rPr kumimoji="1" lang="en-US" altLang="ja-JP" dirty="0"/>
              <a:t>FIR</a:t>
            </a:r>
            <a:r>
              <a:rPr kumimoji="1" lang="ja-JP" altLang="en-US" dirty="0"/>
              <a:t>・</a:t>
            </a:r>
            <a:r>
              <a:rPr kumimoji="1" lang="en-US" altLang="ja-JP" dirty="0"/>
              <a:t>DDP</a:t>
            </a:r>
            <a:r>
              <a:rPr kumimoji="1" lang="ja-JP" altLang="en-US" dirty="0"/>
              <a:t>プログラム</a:t>
            </a:r>
          </a:p>
        </p:txBody>
      </p:sp>
      <p:sp>
        <p:nvSpPr>
          <p:cNvPr id="3" name="コンテンツ プレースホルダー 2">
            <a:extLst>
              <a:ext uri="{FF2B5EF4-FFF2-40B4-BE49-F238E27FC236}">
                <a16:creationId xmlns:a16="http://schemas.microsoft.com/office/drawing/2014/main" id="{B51D614B-3352-264A-F5B9-329D57EAA649}"/>
              </a:ext>
            </a:extLst>
          </p:cNvPr>
          <p:cNvSpPr>
            <a:spLocks noGrp="1"/>
          </p:cNvSpPr>
          <p:nvPr>
            <p:ph idx="1"/>
          </p:nvPr>
        </p:nvSpPr>
        <p:spPr/>
        <p:txBody>
          <a:bodyPr/>
          <a:lstStyle/>
          <a:p>
            <a:pPr marL="514350" indent="-514350">
              <a:buFont typeface="+mj-lt"/>
              <a:buAutoNum type="arabicPeriod"/>
            </a:pPr>
            <a:r>
              <a:rPr kumimoji="1" lang="ja-JP" altLang="en-US" dirty="0"/>
              <a:t>プログラムの実行時間</a:t>
            </a:r>
            <a:endParaRPr kumimoji="1" lang="en-US" altLang="ja-JP" dirty="0"/>
          </a:p>
          <a:p>
            <a:pPr lvl="1"/>
            <a:r>
              <a:rPr kumimoji="1" lang="ja-JP" altLang="en-US" dirty="0"/>
              <a:t>どちらの手法でも同等</a:t>
            </a:r>
            <a:endParaRPr kumimoji="1" lang="en-US" altLang="ja-JP" dirty="0"/>
          </a:p>
          <a:p>
            <a:pPr lvl="2"/>
            <a:r>
              <a:rPr kumimoji="1" lang="ja-JP" altLang="en-US" dirty="0"/>
              <a:t>実行時間については遅延素子に依存するため</a:t>
            </a:r>
            <a:endParaRPr kumimoji="1" lang="en-US" altLang="ja-JP" dirty="0"/>
          </a:p>
          <a:p>
            <a:pPr marL="514350" indent="-514350">
              <a:buFont typeface="+mj-lt"/>
              <a:buAutoNum type="arabicPeriod"/>
            </a:pPr>
            <a:r>
              <a:rPr kumimoji="1" lang="ja-JP" altLang="en-US" dirty="0"/>
              <a:t>コード量</a:t>
            </a:r>
            <a:endParaRPr kumimoji="1" lang="en-US" altLang="ja-JP" dirty="0"/>
          </a:p>
          <a:p>
            <a:pPr lvl="1"/>
            <a:r>
              <a:rPr lang="en-US" altLang="ja-JP" dirty="0"/>
              <a:t>MF2bit		: MMCAM, MMRAM, </a:t>
            </a:r>
            <a:r>
              <a:rPr lang="en-US" altLang="ja-JP" dirty="0" err="1"/>
              <a:t>B_Stage</a:t>
            </a:r>
            <a:r>
              <a:rPr lang="ja-JP" altLang="en-US" dirty="0"/>
              <a:t>において変更有</a:t>
            </a:r>
            <a:endParaRPr lang="en-US" altLang="ja-JP" dirty="0"/>
          </a:p>
          <a:p>
            <a:pPr lvl="2"/>
            <a:r>
              <a:rPr lang="en-US" altLang="ja-JP" dirty="0"/>
              <a:t>MMCAM: AM</a:t>
            </a:r>
            <a:r>
              <a:rPr lang="ja-JP" altLang="en-US" dirty="0"/>
              <a:t>部に</a:t>
            </a:r>
            <a:r>
              <a:rPr lang="en-US" altLang="ja-JP" dirty="0"/>
              <a:t>case</a:t>
            </a:r>
            <a:r>
              <a:rPr lang="ja-JP" altLang="en-US" dirty="0"/>
              <a:t>文を追加</a:t>
            </a:r>
            <a:r>
              <a:rPr lang="en-US" altLang="ja-JP" dirty="0"/>
              <a:t>(+145</a:t>
            </a:r>
            <a:r>
              <a:rPr lang="ja-JP" altLang="en-US" dirty="0"/>
              <a:t>行</a:t>
            </a:r>
            <a:r>
              <a:rPr lang="en-US" altLang="ja-JP" dirty="0"/>
              <a:t>)</a:t>
            </a:r>
          </a:p>
          <a:p>
            <a:pPr lvl="2"/>
            <a:r>
              <a:rPr lang="en-US" altLang="ja-JP" dirty="0"/>
              <a:t>MMRAM: MERGE</a:t>
            </a:r>
            <a:r>
              <a:rPr lang="ja-JP" altLang="en-US" dirty="0"/>
              <a:t>部が</a:t>
            </a:r>
            <a:r>
              <a:rPr lang="en-US" altLang="ja-JP" dirty="0"/>
              <a:t>MF</a:t>
            </a:r>
            <a:r>
              <a:rPr lang="ja-JP" altLang="en-US" dirty="0"/>
              <a:t>に対応するため</a:t>
            </a:r>
            <a:r>
              <a:rPr lang="en-US" altLang="ja-JP" dirty="0"/>
              <a:t>2</a:t>
            </a:r>
            <a:r>
              <a:rPr lang="ja-JP" altLang="en-US" dirty="0"/>
              <a:t>つから</a:t>
            </a:r>
            <a:r>
              <a:rPr lang="en-US" altLang="ja-JP" dirty="0"/>
              <a:t>4</a:t>
            </a:r>
            <a:r>
              <a:rPr lang="ja-JP" altLang="en-US" dirty="0"/>
              <a:t>つに増加</a:t>
            </a:r>
            <a:r>
              <a:rPr lang="en-US" altLang="ja-JP" dirty="0"/>
              <a:t>(+13</a:t>
            </a:r>
            <a:r>
              <a:rPr lang="ja-JP" altLang="en-US" dirty="0"/>
              <a:t>行</a:t>
            </a:r>
            <a:r>
              <a:rPr lang="en-US" altLang="ja-JP" dirty="0"/>
              <a:t>)</a:t>
            </a:r>
          </a:p>
          <a:p>
            <a:pPr lvl="2"/>
            <a:r>
              <a:rPr lang="en-US" altLang="ja-JP" dirty="0" err="1"/>
              <a:t>B_Stage</a:t>
            </a:r>
            <a:r>
              <a:rPr lang="en-US" altLang="ja-JP" dirty="0"/>
              <a:t> : MF</a:t>
            </a:r>
            <a:r>
              <a:rPr lang="ja-JP" altLang="en-US" dirty="0"/>
              <a:t>を</a:t>
            </a:r>
            <a:r>
              <a:rPr lang="en-US" altLang="ja-JP" dirty="0"/>
              <a:t>2bit</a:t>
            </a:r>
            <a:r>
              <a:rPr lang="ja-JP" altLang="en-US" dirty="0"/>
              <a:t>に変更</a:t>
            </a:r>
            <a:r>
              <a:rPr lang="en-US" altLang="ja-JP" dirty="0"/>
              <a:t>(+1</a:t>
            </a:r>
            <a:r>
              <a:rPr lang="ja-JP" altLang="en-US" dirty="0"/>
              <a:t>行</a:t>
            </a:r>
            <a:r>
              <a:rPr lang="en-US" altLang="ja-JP" dirty="0"/>
              <a:t>)</a:t>
            </a:r>
          </a:p>
          <a:p>
            <a:pPr lvl="2"/>
            <a:endParaRPr lang="en-US" altLang="ja-JP" dirty="0"/>
          </a:p>
          <a:p>
            <a:pPr lvl="1"/>
            <a:r>
              <a:rPr kumimoji="1" lang="ja-JP" altLang="en-US" dirty="0"/>
              <a:t>有効化フラグ</a:t>
            </a:r>
            <a:r>
              <a:rPr kumimoji="1" lang="en-US" altLang="ja-JP" dirty="0"/>
              <a:t>	:</a:t>
            </a:r>
            <a:r>
              <a:rPr lang="ja-JP" altLang="en-US" dirty="0"/>
              <a:t> </a:t>
            </a:r>
            <a:r>
              <a:rPr kumimoji="1" lang="en-US" altLang="ja-JP" dirty="0"/>
              <a:t>PS, FP</a:t>
            </a:r>
            <a:r>
              <a:rPr kumimoji="1" lang="ja-JP" altLang="en-US" dirty="0"/>
              <a:t>において変更有</a:t>
            </a:r>
            <a:endParaRPr kumimoji="1" lang="en-US" altLang="ja-JP" dirty="0"/>
          </a:p>
          <a:p>
            <a:pPr lvl="2"/>
            <a:r>
              <a:rPr kumimoji="1" lang="en-US" altLang="ja-JP" dirty="0"/>
              <a:t>PS : </a:t>
            </a:r>
            <a:r>
              <a:rPr kumimoji="1" lang="en-US" altLang="ja-JP" dirty="0" err="1"/>
              <a:t>PSData</a:t>
            </a:r>
            <a:r>
              <a:rPr kumimoji="1" lang="ja-JP" altLang="en-US" dirty="0"/>
              <a:t>を</a:t>
            </a:r>
            <a:r>
              <a:rPr kumimoji="1" lang="en-US" altLang="ja-JP" dirty="0"/>
              <a:t>17</a:t>
            </a:r>
            <a:r>
              <a:rPr lang="en-US" altLang="ja-JP" dirty="0"/>
              <a:t>bit</a:t>
            </a:r>
            <a:r>
              <a:rPr kumimoji="1" lang="ja-JP" altLang="en-US" dirty="0"/>
              <a:t>から</a:t>
            </a:r>
            <a:r>
              <a:rPr kumimoji="1" lang="en-US" altLang="ja-JP" dirty="0"/>
              <a:t>19bit</a:t>
            </a:r>
            <a:r>
              <a:rPr kumimoji="1" lang="ja-JP" altLang="en-US" dirty="0"/>
              <a:t>に増加</a:t>
            </a:r>
            <a:endParaRPr lang="en-US" altLang="ja-JP" dirty="0"/>
          </a:p>
          <a:p>
            <a:pPr lvl="2"/>
            <a:r>
              <a:rPr kumimoji="1" lang="en-US" altLang="ja-JP" dirty="0"/>
              <a:t>FP : ALU</a:t>
            </a:r>
            <a:r>
              <a:rPr kumimoji="1" lang="ja-JP" altLang="en-US" dirty="0"/>
              <a:t>に</a:t>
            </a:r>
            <a:r>
              <a:rPr kumimoji="1" lang="en-US" altLang="ja-JP" dirty="0"/>
              <a:t>case</a:t>
            </a:r>
            <a:r>
              <a:rPr kumimoji="1" lang="ja-JP" altLang="en-US" dirty="0"/>
              <a:t>文を追加</a:t>
            </a:r>
            <a:r>
              <a:rPr kumimoji="1" lang="en-US" altLang="ja-JP" dirty="0"/>
              <a:t>(+295</a:t>
            </a:r>
            <a:r>
              <a:rPr kumimoji="1" lang="ja-JP" altLang="en-US" dirty="0"/>
              <a:t>行</a:t>
            </a:r>
            <a:r>
              <a:rPr kumimoji="1" lang="en-US" altLang="ja-JP" dirty="0"/>
              <a:t>)</a:t>
            </a:r>
          </a:p>
          <a:p>
            <a:pPr marL="457200" lvl="1" indent="0">
              <a:buNone/>
            </a:pPr>
            <a:endParaRPr kumimoji="1" lang="en-US" altLang="ja-JP" dirty="0"/>
          </a:p>
          <a:p>
            <a:pPr lvl="1"/>
            <a:endParaRPr kumimoji="1" lang="en-US" altLang="ja-JP" dirty="0"/>
          </a:p>
          <a:p>
            <a:pPr marL="514350" indent="-514350">
              <a:buFont typeface="+mj-lt"/>
              <a:buAutoNum type="arabicPeriod"/>
            </a:pPr>
            <a:endParaRPr kumimoji="1" lang="ja-JP" altLang="en-US" dirty="0"/>
          </a:p>
        </p:txBody>
      </p:sp>
      <p:sp>
        <p:nvSpPr>
          <p:cNvPr id="4" name="日付プレースホルダー 3">
            <a:extLst>
              <a:ext uri="{FF2B5EF4-FFF2-40B4-BE49-F238E27FC236}">
                <a16:creationId xmlns:a16="http://schemas.microsoft.com/office/drawing/2014/main" id="{7141ABBE-A013-B83D-4632-53EBFED37585}"/>
              </a:ext>
            </a:extLst>
          </p:cNvPr>
          <p:cNvSpPr>
            <a:spLocks noGrp="1"/>
          </p:cNvSpPr>
          <p:nvPr>
            <p:ph type="dt" sz="half" idx="10"/>
          </p:nvPr>
        </p:nvSpPr>
        <p:spPr/>
        <p:txBody>
          <a:bodyPr/>
          <a:lstStyle/>
          <a:p>
            <a:fld id="{C981106A-F328-46B0-AB11-CD980A6DFB99}"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925DA2E7-7660-9951-BD46-20DF179E8B35}"/>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146201E7-4476-5AEC-C2F5-B144581715F6}"/>
              </a:ext>
            </a:extLst>
          </p:cNvPr>
          <p:cNvSpPr>
            <a:spLocks noGrp="1"/>
          </p:cNvSpPr>
          <p:nvPr>
            <p:ph type="sldNum" sz="quarter" idx="12"/>
          </p:nvPr>
        </p:nvSpPr>
        <p:spPr/>
        <p:txBody>
          <a:bodyPr/>
          <a:lstStyle/>
          <a:p>
            <a:fld id="{273F27D2-06B6-4999-B31F-B875E94682A2}" type="slidenum">
              <a:rPr lang="ja-JP" altLang="en-US" smtClean="0"/>
              <a:pPr/>
              <a:t>32</a:t>
            </a:fld>
            <a:endParaRPr lang="ja-JP" altLang="en-US" dirty="0"/>
          </a:p>
        </p:txBody>
      </p:sp>
    </p:spTree>
    <p:extLst>
      <p:ext uri="{BB962C8B-B14F-4D97-AF65-F5344CB8AC3E}">
        <p14:creationId xmlns:p14="http://schemas.microsoft.com/office/powerpoint/2010/main" val="37172308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475117-1E2A-E832-D57F-667461459513}"/>
              </a:ext>
            </a:extLst>
          </p:cNvPr>
          <p:cNvSpPr>
            <a:spLocks noGrp="1"/>
          </p:cNvSpPr>
          <p:nvPr>
            <p:ph type="title"/>
          </p:nvPr>
        </p:nvSpPr>
        <p:spPr/>
        <p:txBody>
          <a:bodyPr/>
          <a:lstStyle/>
          <a:p>
            <a:r>
              <a:rPr kumimoji="1" lang="ja-JP" altLang="en-US" dirty="0"/>
              <a:t>回路規模</a:t>
            </a:r>
          </a:p>
        </p:txBody>
      </p:sp>
      <p:sp>
        <p:nvSpPr>
          <p:cNvPr id="3" name="コンテンツ プレースホルダー 2">
            <a:extLst>
              <a:ext uri="{FF2B5EF4-FFF2-40B4-BE49-F238E27FC236}">
                <a16:creationId xmlns:a16="http://schemas.microsoft.com/office/drawing/2014/main" id="{4FC17FB1-A87E-6948-6FE3-A9C8F78E236A}"/>
              </a:ext>
            </a:extLst>
          </p:cNvPr>
          <p:cNvSpPr>
            <a:spLocks noGrp="1"/>
          </p:cNvSpPr>
          <p:nvPr>
            <p:ph idx="1"/>
          </p:nvPr>
        </p:nvSpPr>
        <p:spPr/>
        <p:txBody>
          <a:bodyPr/>
          <a:lstStyle/>
          <a:p>
            <a:r>
              <a:rPr kumimoji="1" lang="en-US" altLang="ja-JP" dirty="0"/>
              <a:t>MF_2bit</a:t>
            </a:r>
            <a:r>
              <a:rPr kumimoji="1" lang="ja-JP" altLang="en-US" dirty="0"/>
              <a:t>よりも</a:t>
            </a:r>
            <a:r>
              <a:rPr lang="ja-JP" altLang="en-US" dirty="0"/>
              <a:t>有効化フラグの方が規模が小さい</a:t>
            </a:r>
            <a:endParaRPr lang="en-US" altLang="ja-JP" dirty="0"/>
          </a:p>
          <a:p>
            <a:pPr lvl="1"/>
            <a:r>
              <a:rPr kumimoji="1" lang="en-US" altLang="ja-JP" dirty="0"/>
              <a:t>LUT</a:t>
            </a:r>
            <a:r>
              <a:rPr kumimoji="1" lang="ja-JP" altLang="en-US" dirty="0"/>
              <a:t>については</a:t>
            </a:r>
            <a:r>
              <a:rPr kumimoji="1" lang="en-US" altLang="ja-JP" dirty="0"/>
              <a:t>500</a:t>
            </a:r>
            <a:r>
              <a:rPr kumimoji="1" lang="ja-JP" altLang="en-US" dirty="0"/>
              <a:t>個も小さい</a:t>
            </a:r>
            <a:endParaRPr kumimoji="1" lang="en-US" altLang="ja-JP" dirty="0"/>
          </a:p>
        </p:txBody>
      </p:sp>
      <p:sp>
        <p:nvSpPr>
          <p:cNvPr id="4" name="日付プレースホルダー 3">
            <a:extLst>
              <a:ext uri="{FF2B5EF4-FFF2-40B4-BE49-F238E27FC236}">
                <a16:creationId xmlns:a16="http://schemas.microsoft.com/office/drawing/2014/main" id="{5894E056-867D-4FAE-3605-DA0B64C24042}"/>
              </a:ext>
            </a:extLst>
          </p:cNvPr>
          <p:cNvSpPr>
            <a:spLocks noGrp="1"/>
          </p:cNvSpPr>
          <p:nvPr>
            <p:ph type="dt" sz="half" idx="10"/>
          </p:nvPr>
        </p:nvSpPr>
        <p:spPr/>
        <p:txBody>
          <a:bodyPr/>
          <a:lstStyle/>
          <a:p>
            <a:fld id="{C981106A-F328-46B0-AB11-CD980A6DFB99}" type="datetime1">
              <a:rPr kumimoji="1" lang="ja-JP" altLang="en-US" smtClean="0"/>
              <a:t>2026/9/16</a:t>
            </a:fld>
            <a:endParaRPr kumimoji="1" lang="ja-JP" altLang="en-US"/>
          </a:p>
        </p:txBody>
      </p:sp>
      <p:sp>
        <p:nvSpPr>
          <p:cNvPr id="5" name="フッター プレースホルダー 4">
            <a:extLst>
              <a:ext uri="{FF2B5EF4-FFF2-40B4-BE49-F238E27FC236}">
                <a16:creationId xmlns:a16="http://schemas.microsoft.com/office/drawing/2014/main" id="{9A87C22F-0D5C-3825-1F97-8D5A5181BEE7}"/>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DF1B38F8-3EB6-F4AD-7549-96CF35329FE0}"/>
              </a:ext>
            </a:extLst>
          </p:cNvPr>
          <p:cNvSpPr>
            <a:spLocks noGrp="1"/>
          </p:cNvSpPr>
          <p:nvPr>
            <p:ph type="sldNum" sz="quarter" idx="12"/>
          </p:nvPr>
        </p:nvSpPr>
        <p:spPr/>
        <p:txBody>
          <a:bodyPr/>
          <a:lstStyle/>
          <a:p>
            <a:fld id="{273F27D2-06B6-4999-B31F-B875E94682A2}" type="slidenum">
              <a:rPr lang="ja-JP" altLang="en-US" smtClean="0"/>
              <a:pPr/>
              <a:t>33</a:t>
            </a:fld>
            <a:endParaRPr lang="ja-JP" altLang="en-US" dirty="0"/>
          </a:p>
        </p:txBody>
      </p:sp>
      <p:graphicFrame>
        <p:nvGraphicFramePr>
          <p:cNvPr id="8" name="コンテンツ プレースホルダー 6">
            <a:extLst>
              <a:ext uri="{FF2B5EF4-FFF2-40B4-BE49-F238E27FC236}">
                <a16:creationId xmlns:a16="http://schemas.microsoft.com/office/drawing/2014/main" id="{4F0525DA-7D41-180F-EA07-4497575B1998}"/>
              </a:ext>
            </a:extLst>
          </p:cNvPr>
          <p:cNvGraphicFramePr>
            <a:graphicFrameLocks/>
          </p:cNvGraphicFramePr>
          <p:nvPr>
            <p:extLst>
              <p:ext uri="{D42A27DB-BD31-4B8C-83A1-F6EECF244321}">
                <p14:modId xmlns:p14="http://schemas.microsoft.com/office/powerpoint/2010/main" val="2001256053"/>
              </p:ext>
            </p:extLst>
          </p:nvPr>
        </p:nvGraphicFramePr>
        <p:xfrm>
          <a:off x="725574" y="2464357"/>
          <a:ext cx="10740852" cy="2735614"/>
        </p:xfrm>
        <a:graphic>
          <a:graphicData uri="http://schemas.openxmlformats.org/drawingml/2006/table">
            <a:tbl>
              <a:tblPr firstRow="1" firstCol="1" bandRow="1">
                <a:tableStyleId>{5C22544A-7EE6-4342-B048-85BDC9FD1C3A}</a:tableStyleId>
              </a:tblPr>
              <a:tblGrid>
                <a:gridCol w="2685213">
                  <a:extLst>
                    <a:ext uri="{9D8B030D-6E8A-4147-A177-3AD203B41FA5}">
                      <a16:colId xmlns:a16="http://schemas.microsoft.com/office/drawing/2014/main" val="3965387293"/>
                    </a:ext>
                  </a:extLst>
                </a:gridCol>
                <a:gridCol w="2685213">
                  <a:extLst>
                    <a:ext uri="{9D8B030D-6E8A-4147-A177-3AD203B41FA5}">
                      <a16:colId xmlns:a16="http://schemas.microsoft.com/office/drawing/2014/main" val="2495687501"/>
                    </a:ext>
                  </a:extLst>
                </a:gridCol>
                <a:gridCol w="2685213">
                  <a:extLst>
                    <a:ext uri="{9D8B030D-6E8A-4147-A177-3AD203B41FA5}">
                      <a16:colId xmlns:a16="http://schemas.microsoft.com/office/drawing/2014/main" val="1715782024"/>
                    </a:ext>
                  </a:extLst>
                </a:gridCol>
                <a:gridCol w="2685213">
                  <a:extLst>
                    <a:ext uri="{9D8B030D-6E8A-4147-A177-3AD203B41FA5}">
                      <a16:colId xmlns:a16="http://schemas.microsoft.com/office/drawing/2014/main" val="2092037111"/>
                    </a:ext>
                  </a:extLst>
                </a:gridCol>
              </a:tblGrid>
              <a:tr h="610438">
                <a:tc>
                  <a:txBody>
                    <a:bodyPr/>
                    <a:lstStyle/>
                    <a:p>
                      <a:pPr algn="l"/>
                      <a:endParaRPr kumimoji="1" lang="ja-JP" altLang="en-US" dirty="0"/>
                    </a:p>
                  </a:txBody>
                  <a:tcPr anchor="ctr"/>
                </a:tc>
                <a:tc>
                  <a:txBody>
                    <a:bodyPr/>
                    <a:lstStyle/>
                    <a:p>
                      <a:pPr algn="ctr"/>
                      <a:r>
                        <a:rPr kumimoji="1" lang="en-US" altLang="ja-JP" dirty="0"/>
                        <a:t>LUT</a:t>
                      </a:r>
                      <a:endParaRPr kumimoji="1" lang="ja-JP" altLang="en-US" dirty="0"/>
                    </a:p>
                  </a:txBody>
                  <a:tcPr anchor="ctr"/>
                </a:tc>
                <a:tc>
                  <a:txBody>
                    <a:bodyPr/>
                    <a:lstStyle/>
                    <a:p>
                      <a:pPr algn="ctr"/>
                      <a:r>
                        <a:rPr kumimoji="1" lang="en-US" altLang="ja-JP" dirty="0"/>
                        <a:t>Registers</a:t>
                      </a:r>
                      <a:endParaRPr kumimoji="1" lang="ja-JP" altLang="en-US" dirty="0"/>
                    </a:p>
                  </a:txBody>
                  <a:tcPr anchor="ctr"/>
                </a:tc>
                <a:tc>
                  <a:txBody>
                    <a:bodyPr/>
                    <a:lstStyle/>
                    <a:p>
                      <a:pPr algn="ctr"/>
                      <a:r>
                        <a:rPr kumimoji="1" lang="en-US" altLang="ja-JP" dirty="0"/>
                        <a:t>Block RAM</a:t>
                      </a:r>
                      <a:endParaRPr kumimoji="1" lang="ja-JP" altLang="en-US" dirty="0"/>
                    </a:p>
                  </a:txBody>
                  <a:tcPr anchor="ctr"/>
                </a:tc>
                <a:extLst>
                  <a:ext uri="{0D108BD9-81ED-4DB2-BD59-A6C34878D82A}">
                    <a16:rowId xmlns:a16="http://schemas.microsoft.com/office/drawing/2014/main" val="1587116899"/>
                  </a:ext>
                </a:extLst>
              </a:tr>
              <a:tr h="708392">
                <a:tc>
                  <a:txBody>
                    <a:bodyPr/>
                    <a:lstStyle/>
                    <a:p>
                      <a:pPr algn="l"/>
                      <a:r>
                        <a:rPr kumimoji="1" lang="ja-JP" altLang="en-US" dirty="0"/>
                        <a:t>提案</a:t>
                      </a:r>
                      <a:r>
                        <a:rPr kumimoji="1" lang="en-US" altLang="ja-JP" dirty="0"/>
                        <a:t>1:MF_2bit</a:t>
                      </a:r>
                      <a:endParaRPr kumimoji="1" lang="ja-JP" altLang="en-US" dirty="0"/>
                    </a:p>
                  </a:txBody>
                  <a:tcPr anchor="ctr"/>
                </a:tc>
                <a:tc>
                  <a:txBody>
                    <a:bodyPr/>
                    <a:lstStyle/>
                    <a:p>
                      <a:pPr algn="ctr"/>
                      <a:r>
                        <a:rPr kumimoji="1" lang="en-US" altLang="ja-JP" dirty="0"/>
                        <a:t>2802</a:t>
                      </a:r>
                      <a:endParaRPr kumimoji="1" lang="ja-JP" altLang="en-US" dirty="0"/>
                    </a:p>
                  </a:txBody>
                  <a:tcPr anchor="ctr"/>
                </a:tc>
                <a:tc>
                  <a:txBody>
                    <a:bodyPr/>
                    <a:lstStyle/>
                    <a:p>
                      <a:pPr algn="ctr"/>
                      <a:r>
                        <a:rPr kumimoji="1" lang="en-US" altLang="ja-JP" dirty="0"/>
                        <a:t>1938</a:t>
                      </a:r>
                      <a:endParaRPr kumimoji="1" lang="ja-JP" altLang="en-US" dirty="0"/>
                    </a:p>
                  </a:txBody>
                  <a:tcPr anchor="ctr"/>
                </a:tc>
                <a:tc>
                  <a:txBody>
                    <a:bodyPr/>
                    <a:lstStyle/>
                    <a:p>
                      <a:pPr algn="ctr"/>
                      <a:r>
                        <a:rPr kumimoji="1" lang="en-US" altLang="ja-JP" dirty="0"/>
                        <a:t>3.5</a:t>
                      </a:r>
                      <a:endParaRPr kumimoji="1" lang="ja-JP" altLang="en-US" dirty="0"/>
                    </a:p>
                  </a:txBody>
                  <a:tcPr anchor="ctr"/>
                </a:tc>
                <a:extLst>
                  <a:ext uri="{0D108BD9-81ED-4DB2-BD59-A6C34878D82A}">
                    <a16:rowId xmlns:a16="http://schemas.microsoft.com/office/drawing/2014/main" val="1932442054"/>
                  </a:ext>
                </a:extLst>
              </a:tr>
              <a:tr h="708392">
                <a:tc>
                  <a:txBody>
                    <a:bodyPr/>
                    <a:lstStyle/>
                    <a:p>
                      <a:pPr algn="l"/>
                      <a:r>
                        <a:rPr kumimoji="1" lang="ja-JP" altLang="en-US" dirty="0"/>
                        <a:t>提案</a:t>
                      </a:r>
                      <a:r>
                        <a:rPr kumimoji="1" lang="en-US" altLang="ja-JP" dirty="0"/>
                        <a:t>2:</a:t>
                      </a:r>
                      <a:r>
                        <a:rPr kumimoji="1" lang="ja-JP" altLang="en-US" dirty="0"/>
                        <a:t>有効化フラグ</a:t>
                      </a:r>
                    </a:p>
                  </a:txBody>
                  <a:tcPr anchor="ctr"/>
                </a:tc>
                <a:tc>
                  <a:txBody>
                    <a:bodyPr/>
                    <a:lstStyle/>
                    <a:p>
                      <a:pPr algn="ctr"/>
                      <a:r>
                        <a:rPr kumimoji="1" lang="en-US" altLang="ja-JP" dirty="0"/>
                        <a:t>2300</a:t>
                      </a:r>
                      <a:endParaRPr kumimoji="1" lang="ja-JP" altLang="en-US" dirty="0"/>
                    </a:p>
                  </a:txBody>
                  <a:tcPr anchor="ctr"/>
                </a:tc>
                <a:tc>
                  <a:txBody>
                    <a:bodyPr/>
                    <a:lstStyle/>
                    <a:p>
                      <a:pPr algn="ctr"/>
                      <a:r>
                        <a:rPr kumimoji="1" lang="en-US" altLang="ja-JP" dirty="0"/>
                        <a:t>1936</a:t>
                      </a:r>
                      <a:endParaRPr kumimoji="1" lang="ja-JP" altLang="en-US" dirty="0"/>
                    </a:p>
                  </a:txBody>
                  <a:tcPr anchor="ctr"/>
                </a:tc>
                <a:tc>
                  <a:txBody>
                    <a:bodyPr/>
                    <a:lstStyle/>
                    <a:p>
                      <a:pPr algn="ctr"/>
                      <a:r>
                        <a:rPr kumimoji="1" lang="en-US" altLang="ja-JP" dirty="0"/>
                        <a:t>3</a:t>
                      </a:r>
                      <a:endParaRPr kumimoji="1" lang="ja-JP" altLang="en-US" dirty="0"/>
                    </a:p>
                  </a:txBody>
                  <a:tcPr anchor="ctr"/>
                </a:tc>
                <a:extLst>
                  <a:ext uri="{0D108BD9-81ED-4DB2-BD59-A6C34878D82A}">
                    <a16:rowId xmlns:a16="http://schemas.microsoft.com/office/drawing/2014/main" val="2074707393"/>
                  </a:ext>
                </a:extLst>
              </a:tr>
              <a:tr h="708392">
                <a:tc>
                  <a:txBody>
                    <a:bodyPr/>
                    <a:lstStyle/>
                    <a:p>
                      <a:pPr algn="l"/>
                      <a:r>
                        <a:rPr kumimoji="1" lang="ja-JP" altLang="en-US" dirty="0"/>
                        <a:t>参考</a:t>
                      </a:r>
                      <a:r>
                        <a:rPr kumimoji="1" lang="en-US" altLang="ja-JP" dirty="0"/>
                        <a:t>:</a:t>
                      </a:r>
                      <a:r>
                        <a:rPr kumimoji="1" lang="ja-JP" altLang="en-US" dirty="0"/>
                        <a:t>松坂</a:t>
                      </a:r>
                      <a:r>
                        <a:rPr kumimoji="1" lang="en-US" altLang="ja-JP" dirty="0"/>
                        <a:t>DDP_32bit</a:t>
                      </a:r>
                      <a:endParaRPr kumimoji="1" lang="ja-JP" altLang="en-US" dirty="0"/>
                    </a:p>
                  </a:txBody>
                  <a:tcPr anchor="ctr"/>
                </a:tc>
                <a:tc>
                  <a:txBody>
                    <a:bodyPr/>
                    <a:lstStyle/>
                    <a:p>
                      <a:pPr algn="ctr"/>
                      <a:r>
                        <a:rPr kumimoji="1" lang="en-US" altLang="ja-JP" dirty="0"/>
                        <a:t>3158</a:t>
                      </a:r>
                      <a:endParaRPr kumimoji="1" lang="ja-JP" altLang="en-US" dirty="0"/>
                    </a:p>
                  </a:txBody>
                  <a:tcPr anchor="ctr"/>
                </a:tc>
                <a:tc>
                  <a:txBody>
                    <a:bodyPr/>
                    <a:lstStyle/>
                    <a:p>
                      <a:pPr algn="ctr"/>
                      <a:r>
                        <a:rPr kumimoji="1" lang="en-US" altLang="ja-JP" dirty="0"/>
                        <a:t>1914</a:t>
                      </a:r>
                      <a:endParaRPr kumimoji="1" lang="ja-JP" altLang="en-US" dirty="0"/>
                    </a:p>
                  </a:txBody>
                  <a:tcPr anchor="ctr"/>
                </a:tc>
                <a:tc>
                  <a:txBody>
                    <a:bodyPr/>
                    <a:lstStyle/>
                    <a:p>
                      <a:pPr algn="ctr"/>
                      <a:r>
                        <a:rPr kumimoji="1" lang="en-US" altLang="ja-JP" dirty="0"/>
                        <a:t>2.5</a:t>
                      </a:r>
                      <a:endParaRPr kumimoji="1" lang="ja-JP" altLang="en-US" dirty="0"/>
                    </a:p>
                  </a:txBody>
                  <a:tcPr anchor="ctr"/>
                </a:tc>
                <a:extLst>
                  <a:ext uri="{0D108BD9-81ED-4DB2-BD59-A6C34878D82A}">
                    <a16:rowId xmlns:a16="http://schemas.microsoft.com/office/drawing/2014/main" val="60686062"/>
                  </a:ext>
                </a:extLst>
              </a:tr>
            </a:tbl>
          </a:graphicData>
        </a:graphic>
      </p:graphicFrame>
    </p:spTree>
    <p:extLst>
      <p:ext uri="{BB962C8B-B14F-4D97-AF65-F5344CB8AC3E}">
        <p14:creationId xmlns:p14="http://schemas.microsoft.com/office/powerpoint/2010/main" val="511842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4AE5CE-A422-BAA4-1373-6245EC0EEA4A}"/>
              </a:ext>
            </a:extLst>
          </p:cNvPr>
          <p:cNvSpPr>
            <a:spLocks noGrp="1"/>
          </p:cNvSpPr>
          <p:nvPr>
            <p:ph type="title"/>
          </p:nvPr>
        </p:nvSpPr>
        <p:spPr/>
        <p:txBody>
          <a:bodyPr/>
          <a:lstStyle/>
          <a:p>
            <a:r>
              <a:rPr lang="ja-JP" altLang="en-US" dirty="0"/>
              <a:t>回路規模</a:t>
            </a:r>
            <a:endParaRPr kumimoji="1" lang="ja-JP" altLang="en-US" dirty="0"/>
          </a:p>
        </p:txBody>
      </p:sp>
      <p:graphicFrame>
        <p:nvGraphicFramePr>
          <p:cNvPr id="7" name="コンテンツ プレースホルダー 6">
            <a:extLst>
              <a:ext uri="{FF2B5EF4-FFF2-40B4-BE49-F238E27FC236}">
                <a16:creationId xmlns:a16="http://schemas.microsoft.com/office/drawing/2014/main" id="{BA161A8B-0004-75DB-5736-BC11D60B65A7}"/>
              </a:ext>
            </a:extLst>
          </p:cNvPr>
          <p:cNvGraphicFramePr>
            <a:graphicFrameLocks noGrp="1"/>
          </p:cNvGraphicFramePr>
          <p:nvPr>
            <p:ph idx="1"/>
            <p:extLst>
              <p:ext uri="{D42A27DB-BD31-4B8C-83A1-F6EECF244321}">
                <p14:modId xmlns:p14="http://schemas.microsoft.com/office/powerpoint/2010/main" val="4276537811"/>
              </p:ext>
            </p:extLst>
          </p:nvPr>
        </p:nvGraphicFramePr>
        <p:xfrm>
          <a:off x="341194" y="2917762"/>
          <a:ext cx="11649645" cy="2700363"/>
        </p:xfrm>
        <a:graphic>
          <a:graphicData uri="http://schemas.openxmlformats.org/drawingml/2006/table">
            <a:tbl>
              <a:tblPr firstRow="1" firstCol="1" bandRow="1">
                <a:tableStyleId>{5C22544A-7EE6-4342-B048-85BDC9FD1C3A}</a:tableStyleId>
              </a:tblPr>
              <a:tblGrid>
                <a:gridCol w="1527799">
                  <a:extLst>
                    <a:ext uri="{9D8B030D-6E8A-4147-A177-3AD203B41FA5}">
                      <a16:colId xmlns:a16="http://schemas.microsoft.com/office/drawing/2014/main" val="1820537797"/>
                    </a:ext>
                  </a:extLst>
                </a:gridCol>
                <a:gridCol w="1061011">
                  <a:extLst>
                    <a:ext uri="{9D8B030D-6E8A-4147-A177-3AD203B41FA5}">
                      <a16:colId xmlns:a16="http://schemas.microsoft.com/office/drawing/2014/main" val="4257762622"/>
                    </a:ext>
                  </a:extLst>
                </a:gridCol>
                <a:gridCol w="1294405">
                  <a:extLst>
                    <a:ext uri="{9D8B030D-6E8A-4147-A177-3AD203B41FA5}">
                      <a16:colId xmlns:a16="http://schemas.microsoft.com/office/drawing/2014/main" val="2474086915"/>
                    </a:ext>
                  </a:extLst>
                </a:gridCol>
                <a:gridCol w="1294405">
                  <a:extLst>
                    <a:ext uri="{9D8B030D-6E8A-4147-A177-3AD203B41FA5}">
                      <a16:colId xmlns:a16="http://schemas.microsoft.com/office/drawing/2014/main" val="264327305"/>
                    </a:ext>
                  </a:extLst>
                </a:gridCol>
                <a:gridCol w="1294405">
                  <a:extLst>
                    <a:ext uri="{9D8B030D-6E8A-4147-A177-3AD203B41FA5}">
                      <a16:colId xmlns:a16="http://schemas.microsoft.com/office/drawing/2014/main" val="2368186544"/>
                    </a:ext>
                  </a:extLst>
                </a:gridCol>
                <a:gridCol w="1294405">
                  <a:extLst>
                    <a:ext uri="{9D8B030D-6E8A-4147-A177-3AD203B41FA5}">
                      <a16:colId xmlns:a16="http://schemas.microsoft.com/office/drawing/2014/main" val="3569307820"/>
                    </a:ext>
                  </a:extLst>
                </a:gridCol>
                <a:gridCol w="1294405">
                  <a:extLst>
                    <a:ext uri="{9D8B030D-6E8A-4147-A177-3AD203B41FA5}">
                      <a16:colId xmlns:a16="http://schemas.microsoft.com/office/drawing/2014/main" val="2085676615"/>
                    </a:ext>
                  </a:extLst>
                </a:gridCol>
                <a:gridCol w="1294405">
                  <a:extLst>
                    <a:ext uri="{9D8B030D-6E8A-4147-A177-3AD203B41FA5}">
                      <a16:colId xmlns:a16="http://schemas.microsoft.com/office/drawing/2014/main" val="4057101845"/>
                    </a:ext>
                  </a:extLst>
                </a:gridCol>
                <a:gridCol w="1294405">
                  <a:extLst>
                    <a:ext uri="{9D8B030D-6E8A-4147-A177-3AD203B41FA5}">
                      <a16:colId xmlns:a16="http://schemas.microsoft.com/office/drawing/2014/main" val="2490004530"/>
                    </a:ext>
                  </a:extLst>
                </a:gridCol>
              </a:tblGrid>
              <a:tr h="0">
                <a:tc>
                  <a:txBody>
                    <a:bodyPr/>
                    <a:lstStyle/>
                    <a:p>
                      <a:endParaRPr kumimoji="1" lang="ja-JP" altLang="en-US"/>
                    </a:p>
                  </a:txBody>
                  <a:tcPr/>
                </a:tc>
                <a:tc>
                  <a:txBody>
                    <a:bodyPr/>
                    <a:lstStyle/>
                    <a:p>
                      <a:r>
                        <a:rPr kumimoji="1" lang="en-US" altLang="ja-JP" dirty="0"/>
                        <a:t>LUTs</a:t>
                      </a:r>
                      <a:endParaRPr kumimoji="1" lang="ja-JP" altLang="en-US" dirty="0"/>
                    </a:p>
                  </a:txBody>
                  <a:tcPr/>
                </a:tc>
                <a:tc>
                  <a:txBody>
                    <a:bodyPr/>
                    <a:lstStyle/>
                    <a:p>
                      <a:r>
                        <a:rPr kumimoji="1" lang="en-US" altLang="ja-JP" dirty="0"/>
                        <a:t>Registers</a:t>
                      </a:r>
                      <a:endParaRPr kumimoji="1" lang="ja-JP" altLang="en-US" dirty="0"/>
                    </a:p>
                  </a:txBody>
                  <a:tcPr/>
                </a:tc>
                <a:tc>
                  <a:txBody>
                    <a:bodyPr/>
                    <a:lstStyle/>
                    <a:p>
                      <a:r>
                        <a:rPr kumimoji="1" lang="en-US" altLang="ja-JP" dirty="0"/>
                        <a:t>F7 Muxes</a:t>
                      </a:r>
                      <a:endParaRPr kumimoji="1" lang="ja-JP" altLang="en-US" dirty="0"/>
                    </a:p>
                  </a:txBody>
                  <a:tcPr/>
                </a:tc>
                <a:tc>
                  <a:txBody>
                    <a:bodyPr/>
                    <a:lstStyle/>
                    <a:p>
                      <a:r>
                        <a:rPr kumimoji="1" lang="en-US" altLang="ja-JP" dirty="0"/>
                        <a:t>Slice</a:t>
                      </a:r>
                      <a:endParaRPr kumimoji="1" lang="ja-JP" altLang="en-US" dirty="0"/>
                    </a:p>
                  </a:txBody>
                  <a:tcPr/>
                </a:tc>
                <a:tc>
                  <a:txBody>
                    <a:bodyPr/>
                    <a:lstStyle/>
                    <a:p>
                      <a:r>
                        <a:rPr kumimoji="1" lang="en-US" altLang="ja-JP" dirty="0"/>
                        <a:t>LUT as Logic</a:t>
                      </a:r>
                      <a:endParaRPr kumimoji="1" lang="ja-JP" altLang="en-US" dirty="0"/>
                    </a:p>
                  </a:txBody>
                  <a:tcPr/>
                </a:tc>
                <a:tc>
                  <a:txBody>
                    <a:bodyPr/>
                    <a:lstStyle/>
                    <a:p>
                      <a:r>
                        <a:rPr kumimoji="1" lang="en-US" altLang="ja-JP" dirty="0"/>
                        <a:t>Block RAM Tile</a:t>
                      </a:r>
                      <a:endParaRPr kumimoji="1" lang="ja-JP" altLang="en-US" dirty="0"/>
                    </a:p>
                  </a:txBody>
                  <a:tcPr/>
                </a:tc>
                <a:tc>
                  <a:txBody>
                    <a:bodyPr/>
                    <a:lstStyle/>
                    <a:p>
                      <a:r>
                        <a:rPr kumimoji="1" lang="en-US" altLang="ja-JP" dirty="0"/>
                        <a:t>DSPs</a:t>
                      </a:r>
                      <a:endParaRPr kumimoji="1" lang="ja-JP" altLang="en-US" dirty="0"/>
                    </a:p>
                  </a:txBody>
                  <a:tcPr/>
                </a:tc>
                <a:tc>
                  <a:txBody>
                    <a:bodyPr/>
                    <a:lstStyle/>
                    <a:p>
                      <a:r>
                        <a:rPr kumimoji="1" lang="en-US" altLang="ja-JP" dirty="0"/>
                        <a:t>Bonded IOB</a:t>
                      </a:r>
                      <a:endParaRPr kumimoji="1" lang="ja-JP" altLang="en-US" dirty="0"/>
                    </a:p>
                  </a:txBody>
                  <a:tcPr/>
                </a:tc>
                <a:extLst>
                  <a:ext uri="{0D108BD9-81ED-4DB2-BD59-A6C34878D82A}">
                    <a16:rowId xmlns:a16="http://schemas.microsoft.com/office/drawing/2014/main" val="685127919"/>
                  </a:ext>
                </a:extLst>
              </a:tr>
              <a:tr h="686761">
                <a:tc>
                  <a:txBody>
                    <a:bodyPr/>
                    <a:lstStyle/>
                    <a:p>
                      <a:r>
                        <a:rPr kumimoji="1" lang="ja-JP" altLang="en-US" dirty="0"/>
                        <a:t>提案</a:t>
                      </a:r>
                      <a:r>
                        <a:rPr kumimoji="1" lang="en-US" altLang="ja-JP" dirty="0"/>
                        <a:t>1:MF2bit</a:t>
                      </a:r>
                      <a:endParaRPr kumimoji="1" lang="ja-JP" altLang="en-US" dirty="0"/>
                    </a:p>
                  </a:txBody>
                  <a:tcPr/>
                </a:tc>
                <a:tc>
                  <a:txBody>
                    <a:bodyPr/>
                    <a:lstStyle/>
                    <a:p>
                      <a:r>
                        <a:rPr kumimoji="1" lang="en-US" altLang="ja-JP" dirty="0"/>
                        <a:t>2802</a:t>
                      </a:r>
                      <a:endParaRPr kumimoji="1" lang="ja-JP" altLang="en-US" dirty="0"/>
                    </a:p>
                  </a:txBody>
                  <a:tcPr/>
                </a:tc>
                <a:tc>
                  <a:txBody>
                    <a:bodyPr/>
                    <a:lstStyle/>
                    <a:p>
                      <a:r>
                        <a:rPr kumimoji="1" lang="en-US" altLang="ja-JP" dirty="0"/>
                        <a:t>1938</a:t>
                      </a:r>
                      <a:endParaRPr kumimoji="1" lang="ja-JP" altLang="en-US" dirty="0"/>
                    </a:p>
                  </a:txBody>
                  <a:tcPr/>
                </a:tc>
                <a:tc>
                  <a:txBody>
                    <a:bodyPr/>
                    <a:lstStyle/>
                    <a:p>
                      <a:r>
                        <a:rPr kumimoji="1" lang="en-US" altLang="ja-JP" dirty="0"/>
                        <a:t>32</a:t>
                      </a:r>
                      <a:endParaRPr kumimoji="1" lang="ja-JP" altLang="en-US" dirty="0"/>
                    </a:p>
                  </a:txBody>
                  <a:tcPr/>
                </a:tc>
                <a:tc>
                  <a:txBody>
                    <a:bodyPr/>
                    <a:lstStyle/>
                    <a:p>
                      <a:r>
                        <a:rPr kumimoji="1" lang="en-US" altLang="ja-JP" dirty="0"/>
                        <a:t>1057</a:t>
                      </a:r>
                      <a:endParaRPr kumimoji="1" lang="ja-JP" altLang="en-US" dirty="0"/>
                    </a:p>
                  </a:txBody>
                  <a:tcPr/>
                </a:tc>
                <a:tc>
                  <a:txBody>
                    <a:bodyPr/>
                    <a:lstStyle/>
                    <a:p>
                      <a:r>
                        <a:rPr kumimoji="1" lang="en-US" altLang="ja-JP" dirty="0"/>
                        <a:t>2802</a:t>
                      </a:r>
                      <a:endParaRPr kumimoji="1" lang="ja-JP" altLang="en-US" dirty="0"/>
                    </a:p>
                  </a:txBody>
                  <a:tcPr/>
                </a:tc>
                <a:tc>
                  <a:txBody>
                    <a:bodyPr/>
                    <a:lstStyle/>
                    <a:p>
                      <a:r>
                        <a:rPr kumimoji="1" lang="en-US" altLang="ja-JP" dirty="0"/>
                        <a:t>3.5</a:t>
                      </a:r>
                      <a:endParaRPr kumimoji="1" lang="ja-JP" altLang="en-US" dirty="0"/>
                    </a:p>
                  </a:txBody>
                  <a:tcPr/>
                </a:tc>
                <a:tc>
                  <a:txBody>
                    <a:bodyPr/>
                    <a:lstStyle/>
                    <a:p>
                      <a:r>
                        <a:rPr kumimoji="1" lang="en-US" altLang="ja-JP" dirty="0"/>
                        <a:t>4</a:t>
                      </a:r>
                      <a:endParaRPr kumimoji="1" lang="ja-JP" altLang="en-US" dirty="0"/>
                    </a:p>
                  </a:txBody>
                  <a:tcPr/>
                </a:tc>
                <a:tc>
                  <a:txBody>
                    <a:bodyPr/>
                    <a:lstStyle/>
                    <a:p>
                      <a:r>
                        <a:rPr kumimoji="1" lang="en-US" altLang="ja-JP" dirty="0"/>
                        <a:t>118</a:t>
                      </a:r>
                      <a:endParaRPr kumimoji="1" lang="ja-JP" altLang="en-US" dirty="0"/>
                    </a:p>
                  </a:txBody>
                  <a:tcPr/>
                </a:tc>
                <a:extLst>
                  <a:ext uri="{0D108BD9-81ED-4DB2-BD59-A6C34878D82A}">
                    <a16:rowId xmlns:a16="http://schemas.microsoft.com/office/drawing/2014/main" val="315969308"/>
                  </a:ext>
                </a:extLst>
              </a:tr>
              <a:tr h="686761">
                <a:tc>
                  <a:txBody>
                    <a:bodyPr/>
                    <a:lstStyle/>
                    <a:p>
                      <a:r>
                        <a:rPr kumimoji="1" lang="ja-JP" altLang="en-US" dirty="0"/>
                        <a:t>提案</a:t>
                      </a:r>
                      <a:r>
                        <a:rPr kumimoji="1" lang="en-US" altLang="ja-JP" dirty="0"/>
                        <a:t>2:</a:t>
                      </a:r>
                      <a:r>
                        <a:rPr kumimoji="1" lang="ja-JP" altLang="en-US" dirty="0"/>
                        <a:t>有効化フラグ</a:t>
                      </a:r>
                    </a:p>
                  </a:txBody>
                  <a:tcPr/>
                </a:tc>
                <a:tc>
                  <a:txBody>
                    <a:bodyPr/>
                    <a:lstStyle/>
                    <a:p>
                      <a:r>
                        <a:rPr kumimoji="1" lang="en-US" altLang="ja-JP" dirty="0"/>
                        <a:t>2300</a:t>
                      </a:r>
                      <a:endParaRPr kumimoji="1" lang="ja-JP" altLang="en-US" dirty="0"/>
                    </a:p>
                  </a:txBody>
                  <a:tcPr/>
                </a:tc>
                <a:tc>
                  <a:txBody>
                    <a:bodyPr/>
                    <a:lstStyle/>
                    <a:p>
                      <a:r>
                        <a:rPr kumimoji="1" lang="en-US" altLang="ja-JP" dirty="0"/>
                        <a:t>1936</a:t>
                      </a:r>
                      <a:endParaRPr kumimoji="1" lang="ja-JP" altLang="en-US" dirty="0"/>
                    </a:p>
                  </a:txBody>
                  <a:tcPr/>
                </a:tc>
                <a:tc>
                  <a:txBody>
                    <a:bodyPr/>
                    <a:lstStyle/>
                    <a:p>
                      <a:r>
                        <a:rPr kumimoji="1" lang="en-US" altLang="ja-JP" dirty="0"/>
                        <a:t>9</a:t>
                      </a:r>
                      <a:endParaRPr kumimoji="1" lang="ja-JP" altLang="en-US" dirty="0"/>
                    </a:p>
                  </a:txBody>
                  <a:tcPr/>
                </a:tc>
                <a:tc>
                  <a:txBody>
                    <a:bodyPr/>
                    <a:lstStyle/>
                    <a:p>
                      <a:r>
                        <a:rPr kumimoji="1" lang="en-US" altLang="ja-JP" dirty="0"/>
                        <a:t>897</a:t>
                      </a:r>
                      <a:endParaRPr kumimoji="1" lang="ja-JP" altLang="en-US" dirty="0"/>
                    </a:p>
                  </a:txBody>
                  <a:tcPr/>
                </a:tc>
                <a:tc>
                  <a:txBody>
                    <a:bodyPr/>
                    <a:lstStyle/>
                    <a:p>
                      <a:r>
                        <a:rPr kumimoji="1" lang="en-US" altLang="ja-JP" dirty="0"/>
                        <a:t>2300</a:t>
                      </a:r>
                      <a:endParaRPr kumimoji="1" lang="ja-JP" altLang="en-US" dirty="0"/>
                    </a:p>
                  </a:txBody>
                  <a:tcPr/>
                </a:tc>
                <a:tc>
                  <a:txBody>
                    <a:bodyPr/>
                    <a:lstStyle/>
                    <a:p>
                      <a:r>
                        <a:rPr kumimoji="1" lang="en-US" altLang="ja-JP" dirty="0"/>
                        <a:t>3</a:t>
                      </a:r>
                      <a:endParaRPr kumimoji="1" lang="ja-JP" altLang="en-US" dirty="0"/>
                    </a:p>
                  </a:txBody>
                  <a:tcPr/>
                </a:tc>
                <a:tc>
                  <a:txBody>
                    <a:bodyPr/>
                    <a:lstStyle/>
                    <a:p>
                      <a:r>
                        <a:rPr kumimoji="1" lang="en-US" altLang="ja-JP" dirty="0"/>
                        <a:t>1</a:t>
                      </a:r>
                      <a:endParaRPr kumimoji="1" lang="ja-JP" altLang="en-US" dirty="0"/>
                    </a:p>
                  </a:txBody>
                  <a:tcPr/>
                </a:tc>
                <a:tc>
                  <a:txBody>
                    <a:bodyPr/>
                    <a:lstStyle/>
                    <a:p>
                      <a:r>
                        <a:rPr kumimoji="1" lang="en-US" altLang="ja-JP" dirty="0"/>
                        <a:t>117</a:t>
                      </a:r>
                      <a:endParaRPr kumimoji="1" lang="ja-JP" altLang="en-US" dirty="0"/>
                    </a:p>
                  </a:txBody>
                  <a:tcPr/>
                </a:tc>
                <a:extLst>
                  <a:ext uri="{0D108BD9-81ED-4DB2-BD59-A6C34878D82A}">
                    <a16:rowId xmlns:a16="http://schemas.microsoft.com/office/drawing/2014/main" val="444671949"/>
                  </a:ext>
                </a:extLst>
              </a:tr>
              <a:tr h="686761">
                <a:tc>
                  <a:txBody>
                    <a:bodyPr/>
                    <a:lstStyle/>
                    <a:p>
                      <a:r>
                        <a:rPr kumimoji="1" lang="ja-JP" altLang="en-US" dirty="0"/>
                        <a:t>参考</a:t>
                      </a:r>
                      <a:r>
                        <a:rPr kumimoji="1" lang="en-US" altLang="ja-JP" dirty="0"/>
                        <a:t>:</a:t>
                      </a:r>
                      <a:r>
                        <a:rPr kumimoji="1" lang="ja-JP" altLang="en-US" dirty="0"/>
                        <a:t>松坂</a:t>
                      </a:r>
                      <a:r>
                        <a:rPr kumimoji="1" lang="en-US" altLang="ja-JP" dirty="0"/>
                        <a:t>DDP_32bit</a:t>
                      </a:r>
                      <a:endParaRPr kumimoji="1" lang="ja-JP" altLang="en-US" dirty="0"/>
                    </a:p>
                  </a:txBody>
                  <a:tcPr/>
                </a:tc>
                <a:tc>
                  <a:txBody>
                    <a:bodyPr/>
                    <a:lstStyle/>
                    <a:p>
                      <a:r>
                        <a:rPr kumimoji="1" lang="en-US" altLang="ja-JP" dirty="0"/>
                        <a:t>3158</a:t>
                      </a:r>
                      <a:endParaRPr kumimoji="1" lang="ja-JP" altLang="en-US" dirty="0"/>
                    </a:p>
                  </a:txBody>
                  <a:tcPr/>
                </a:tc>
                <a:tc>
                  <a:txBody>
                    <a:bodyPr/>
                    <a:lstStyle/>
                    <a:p>
                      <a:r>
                        <a:rPr kumimoji="1" lang="en-US" altLang="ja-JP" dirty="0"/>
                        <a:t>1914</a:t>
                      </a:r>
                      <a:endParaRPr kumimoji="1" lang="ja-JP" altLang="en-US" dirty="0"/>
                    </a:p>
                  </a:txBody>
                  <a:tcPr/>
                </a:tc>
                <a:tc>
                  <a:txBody>
                    <a:bodyPr/>
                    <a:lstStyle/>
                    <a:p>
                      <a:endParaRPr kumimoji="1" lang="ja-JP" altLang="en-US" dirty="0"/>
                    </a:p>
                  </a:txBody>
                  <a:tcPr/>
                </a:tc>
                <a:tc>
                  <a:txBody>
                    <a:bodyPr/>
                    <a:lstStyle/>
                    <a:p>
                      <a:r>
                        <a:rPr kumimoji="1" lang="en-US" altLang="ja-JP" dirty="0"/>
                        <a:t>1106</a:t>
                      </a:r>
                      <a:endParaRPr kumimoji="1" lang="ja-JP" altLang="en-US" dirty="0"/>
                    </a:p>
                  </a:txBody>
                  <a:tcPr/>
                </a:tc>
                <a:tc>
                  <a:txBody>
                    <a:bodyPr/>
                    <a:lstStyle/>
                    <a:p>
                      <a:r>
                        <a:rPr kumimoji="1" lang="en-US" altLang="ja-JP" dirty="0"/>
                        <a:t>3158</a:t>
                      </a:r>
                      <a:endParaRPr kumimoji="1" lang="ja-JP" altLang="en-US" dirty="0"/>
                    </a:p>
                  </a:txBody>
                  <a:tcPr/>
                </a:tc>
                <a:tc>
                  <a:txBody>
                    <a:bodyPr/>
                    <a:lstStyle/>
                    <a:p>
                      <a:r>
                        <a:rPr kumimoji="1" lang="en-US" altLang="ja-JP" dirty="0"/>
                        <a:t>2.5</a:t>
                      </a:r>
                      <a:endParaRPr kumimoji="1" lang="ja-JP" altLang="en-US" dirty="0"/>
                    </a:p>
                  </a:txBody>
                  <a:tcPr/>
                </a:tc>
                <a:tc>
                  <a:txBody>
                    <a:bodyPr/>
                    <a:lstStyle/>
                    <a:p>
                      <a:r>
                        <a:rPr kumimoji="1" lang="en-US" altLang="ja-JP" dirty="0"/>
                        <a:t>4</a:t>
                      </a:r>
                      <a:endParaRPr kumimoji="1" lang="ja-JP" altLang="en-US" dirty="0"/>
                    </a:p>
                  </a:txBody>
                  <a:tcPr/>
                </a:tc>
                <a:tc>
                  <a:txBody>
                    <a:bodyPr/>
                    <a:lstStyle/>
                    <a:p>
                      <a:r>
                        <a:rPr kumimoji="1" lang="en-US" altLang="ja-JP" dirty="0"/>
                        <a:t>113</a:t>
                      </a:r>
                      <a:endParaRPr kumimoji="1" lang="ja-JP" altLang="en-US" dirty="0"/>
                    </a:p>
                  </a:txBody>
                  <a:tcPr/>
                </a:tc>
                <a:extLst>
                  <a:ext uri="{0D108BD9-81ED-4DB2-BD59-A6C34878D82A}">
                    <a16:rowId xmlns:a16="http://schemas.microsoft.com/office/drawing/2014/main" val="2942446029"/>
                  </a:ext>
                </a:extLst>
              </a:tr>
            </a:tbl>
          </a:graphicData>
        </a:graphic>
      </p:graphicFrame>
      <p:sp>
        <p:nvSpPr>
          <p:cNvPr id="4" name="日付プレースホルダー 3">
            <a:extLst>
              <a:ext uri="{FF2B5EF4-FFF2-40B4-BE49-F238E27FC236}">
                <a16:creationId xmlns:a16="http://schemas.microsoft.com/office/drawing/2014/main" id="{32F5BB03-9DB7-86C5-910D-0E871E46CFAA}"/>
              </a:ext>
            </a:extLst>
          </p:cNvPr>
          <p:cNvSpPr>
            <a:spLocks noGrp="1"/>
          </p:cNvSpPr>
          <p:nvPr>
            <p:ph type="dt" sz="half" idx="10"/>
          </p:nvPr>
        </p:nvSpPr>
        <p:spPr/>
        <p:txBody>
          <a:bodyPr/>
          <a:lstStyle/>
          <a:p>
            <a:fld id="{C981106A-F328-46B0-AB11-CD980A6DFB99}" type="datetime1">
              <a:rPr kumimoji="1" lang="ja-JP" altLang="en-US" smtClean="0"/>
              <a:t>2026/9/16</a:t>
            </a:fld>
            <a:endParaRPr kumimoji="1" lang="ja-JP" altLang="en-US"/>
          </a:p>
        </p:txBody>
      </p:sp>
      <p:sp>
        <p:nvSpPr>
          <p:cNvPr id="5" name="フッター プレースホルダー 4">
            <a:extLst>
              <a:ext uri="{FF2B5EF4-FFF2-40B4-BE49-F238E27FC236}">
                <a16:creationId xmlns:a16="http://schemas.microsoft.com/office/drawing/2014/main" id="{CF1128AD-5756-C098-C1D9-B0C17FB5A312}"/>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3F239DD5-3CCC-96C9-A0A3-554A174F274E}"/>
              </a:ext>
            </a:extLst>
          </p:cNvPr>
          <p:cNvSpPr>
            <a:spLocks noGrp="1"/>
          </p:cNvSpPr>
          <p:nvPr>
            <p:ph type="sldNum" sz="quarter" idx="12"/>
          </p:nvPr>
        </p:nvSpPr>
        <p:spPr/>
        <p:txBody>
          <a:bodyPr/>
          <a:lstStyle/>
          <a:p>
            <a:fld id="{273F27D2-06B6-4999-B31F-B875E94682A2}" type="slidenum">
              <a:rPr lang="ja-JP" altLang="en-US" smtClean="0"/>
              <a:pPr/>
              <a:t>34</a:t>
            </a:fld>
            <a:endParaRPr lang="ja-JP" altLang="en-US" dirty="0"/>
          </a:p>
        </p:txBody>
      </p:sp>
      <p:sp>
        <p:nvSpPr>
          <p:cNvPr id="8" name="コンテンツ プレースホルダー 2">
            <a:extLst>
              <a:ext uri="{FF2B5EF4-FFF2-40B4-BE49-F238E27FC236}">
                <a16:creationId xmlns:a16="http://schemas.microsoft.com/office/drawing/2014/main" id="{567D4F0A-C810-4687-C9E9-09E448D18283}"/>
              </a:ext>
            </a:extLst>
          </p:cNvPr>
          <p:cNvSpPr txBox="1">
            <a:spLocks/>
          </p:cNvSpPr>
          <p:nvPr/>
        </p:nvSpPr>
        <p:spPr>
          <a:xfrm>
            <a:off x="341194" y="1050878"/>
            <a:ext cx="11518710" cy="51179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ü"/>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F7 Muxes</a:t>
            </a:r>
          </a:p>
          <a:p>
            <a:pPr lvl="1"/>
            <a:r>
              <a:rPr lang="ja-JP" altLang="en-US" dirty="0"/>
              <a:t>専用のハードウェアマルチプレクサ</a:t>
            </a:r>
            <a:endParaRPr lang="en-US" altLang="ja-JP" dirty="0"/>
          </a:p>
          <a:p>
            <a:pPr lvl="1"/>
            <a:r>
              <a:rPr lang="ja-JP" altLang="en-US"/>
              <a:t>リソースの節約に貢献</a:t>
            </a:r>
            <a:endParaRPr lang="en-US" altLang="ja-JP" dirty="0"/>
          </a:p>
        </p:txBody>
      </p:sp>
    </p:spTree>
    <p:extLst>
      <p:ext uri="{BB962C8B-B14F-4D97-AF65-F5344CB8AC3E}">
        <p14:creationId xmlns:p14="http://schemas.microsoft.com/office/powerpoint/2010/main" val="17217104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5AC34D5-B253-8364-9085-538D3498213C}"/>
              </a:ext>
            </a:extLst>
          </p:cNvPr>
          <p:cNvSpPr>
            <a:spLocks noGrp="1"/>
          </p:cNvSpPr>
          <p:nvPr>
            <p:ph idx="1"/>
          </p:nvPr>
        </p:nvSpPr>
        <p:spPr/>
        <p:txBody>
          <a:bodyPr>
            <a:normAutofit lnSpcReduction="10000"/>
          </a:bodyPr>
          <a:lstStyle/>
          <a:p>
            <a:r>
              <a:rPr kumimoji="1" lang="en-US" altLang="ja-JP" dirty="0"/>
              <a:t>PS</a:t>
            </a:r>
          </a:p>
          <a:p>
            <a:pPr lvl="1"/>
            <a:r>
              <a:rPr kumimoji="1" lang="en-US" altLang="ja-JP" dirty="0"/>
              <a:t>Dest,</a:t>
            </a:r>
            <a:r>
              <a:rPr lang="en-US" altLang="ja-JP" dirty="0"/>
              <a:t>LR2,COPY,OPC</a:t>
            </a:r>
            <a:r>
              <a:rPr lang="ja-JP" altLang="en-US" dirty="0"/>
              <a:t>は共有</a:t>
            </a:r>
            <a:endParaRPr lang="en-US" altLang="ja-JP" dirty="0"/>
          </a:p>
          <a:p>
            <a:pPr lvl="1"/>
            <a:r>
              <a:rPr lang="en-US" altLang="ja-JP" dirty="0"/>
              <a:t>BR</a:t>
            </a:r>
            <a:r>
              <a:rPr lang="ja-JP" altLang="en-US" dirty="0"/>
              <a:t>を</a:t>
            </a:r>
            <a:r>
              <a:rPr lang="en-US" altLang="ja-JP" dirty="0"/>
              <a:t>2bit</a:t>
            </a:r>
            <a:r>
              <a:rPr lang="ja-JP" altLang="en-US" dirty="0"/>
              <a:t>に拡張</a:t>
            </a:r>
            <a:endParaRPr lang="en-US" altLang="ja-JP" dirty="0"/>
          </a:p>
          <a:p>
            <a:pPr lvl="1"/>
            <a:endParaRPr lang="en-US" altLang="ja-JP" dirty="0"/>
          </a:p>
          <a:p>
            <a:pPr marL="457200" lvl="1" indent="0">
              <a:buNone/>
            </a:pPr>
            <a:r>
              <a:rPr lang="en-US" altLang="ja-JP" dirty="0" err="1"/>
              <a:t>Dest</a:t>
            </a:r>
            <a:r>
              <a:rPr lang="ja-JP" altLang="en-US" dirty="0"/>
              <a:t>を同じ値にしているため、</a:t>
            </a:r>
            <a:br>
              <a:rPr lang="en-US" altLang="ja-JP" dirty="0"/>
            </a:br>
            <a:r>
              <a:rPr lang="en-US" altLang="ja-JP" dirty="0"/>
              <a:t>ADD</a:t>
            </a:r>
            <a:r>
              <a:rPr lang="ja-JP" altLang="en-US" dirty="0"/>
              <a:t>での結合が出来ない</a:t>
            </a:r>
            <a:endParaRPr lang="en-US" altLang="ja-JP" baseline="30000" dirty="0"/>
          </a:p>
          <a:p>
            <a:pPr lvl="1"/>
            <a:endParaRPr lang="en-US" altLang="ja-JP" dirty="0"/>
          </a:p>
          <a:p>
            <a:pPr lvl="1"/>
            <a:endParaRPr lang="en-US" altLang="ja-JP" dirty="0"/>
          </a:p>
          <a:p>
            <a:pPr lvl="1"/>
            <a:endParaRPr lang="en-US" altLang="ja-JP" dirty="0"/>
          </a:p>
          <a:p>
            <a:pPr lvl="1"/>
            <a:r>
              <a:rPr lang="en-US" altLang="ja-JP" dirty="0"/>
              <a:t>MMCAM</a:t>
            </a:r>
            <a:r>
              <a:rPr lang="ja-JP" altLang="en-US" dirty="0"/>
              <a:t>内で「</a:t>
            </a:r>
            <a:r>
              <a:rPr lang="ja-JP" altLang="en-US" b="1" dirty="0">
                <a:solidFill>
                  <a:srgbClr val="FF0000"/>
                </a:solidFill>
              </a:rPr>
              <a:t>対応表</a:t>
            </a:r>
            <a:r>
              <a:rPr lang="ja-JP" altLang="en-US" dirty="0"/>
              <a:t>」の作成</a:t>
            </a:r>
            <a:endParaRPr lang="en-US" altLang="ja-JP" dirty="0"/>
          </a:p>
          <a:p>
            <a:pPr lvl="1"/>
            <a:r>
              <a:rPr lang="ja-JP" altLang="en-US" dirty="0"/>
              <a:t>リングバッファを用いる？</a:t>
            </a:r>
            <a:endParaRPr lang="en-US" altLang="ja-JP" dirty="0"/>
          </a:p>
          <a:p>
            <a:pPr lvl="1"/>
            <a:r>
              <a:rPr lang="ja-JP" altLang="en-US" dirty="0"/>
              <a:t>リオーダバッファの考え方を用いる？</a:t>
            </a:r>
            <a:endParaRPr lang="en-US" altLang="ja-JP" dirty="0"/>
          </a:p>
          <a:p>
            <a:pPr lvl="1"/>
            <a:r>
              <a:rPr lang="en-US" altLang="ja-JP" dirty="0"/>
              <a:t>NOP</a:t>
            </a:r>
            <a:r>
              <a:rPr lang="ja-JP" altLang="en-US" dirty="0"/>
              <a:t>命令等を入れる</a:t>
            </a:r>
            <a:endParaRPr lang="en-US" altLang="ja-JP" dirty="0"/>
          </a:p>
          <a:p>
            <a:pPr marL="457200" lvl="1" indent="0">
              <a:buNone/>
            </a:pPr>
            <a:endParaRPr lang="en-US" altLang="ja-JP" dirty="0"/>
          </a:p>
        </p:txBody>
      </p:sp>
      <p:sp>
        <p:nvSpPr>
          <p:cNvPr id="4" name="日付プレースホルダー 3">
            <a:extLst>
              <a:ext uri="{FF2B5EF4-FFF2-40B4-BE49-F238E27FC236}">
                <a16:creationId xmlns:a16="http://schemas.microsoft.com/office/drawing/2014/main" id="{8FE51A75-81FC-088D-23BA-E083014A910F}"/>
              </a:ext>
            </a:extLst>
          </p:cNvPr>
          <p:cNvSpPr>
            <a:spLocks noGrp="1"/>
          </p:cNvSpPr>
          <p:nvPr>
            <p:ph type="dt" sz="half" idx="10"/>
          </p:nvPr>
        </p:nvSpPr>
        <p:spPr/>
        <p:txBody>
          <a:bodyPr/>
          <a:lstStyle/>
          <a:p>
            <a:fld id="{B91B51CF-8486-4F49-9AB2-C05D018DC8E1}"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C1E881E8-5630-B2EE-101D-745423792691}"/>
              </a:ext>
            </a:extLst>
          </p:cNvPr>
          <p:cNvSpPr>
            <a:spLocks noGrp="1"/>
          </p:cNvSpPr>
          <p:nvPr>
            <p:ph type="ftr" sz="quarter" idx="11"/>
          </p:nvPr>
        </p:nvSpPr>
        <p:spPr/>
        <p:txBody>
          <a:bodyPr/>
          <a:lstStyle/>
          <a:p>
            <a:r>
              <a:rPr kumimoji="1" lang="en-US" altLang="ja-JP" dirty="0"/>
              <a:t>B4_Research</a:t>
            </a:r>
            <a:endParaRPr kumimoji="1" lang="ja-JP" altLang="en-US" dirty="0"/>
          </a:p>
        </p:txBody>
      </p:sp>
      <p:sp>
        <p:nvSpPr>
          <p:cNvPr id="6" name="スライド番号プレースホルダー 5">
            <a:extLst>
              <a:ext uri="{FF2B5EF4-FFF2-40B4-BE49-F238E27FC236}">
                <a16:creationId xmlns:a16="http://schemas.microsoft.com/office/drawing/2014/main" id="{3316E98B-6136-C6AB-9F71-EC59FCC1E140}"/>
              </a:ext>
            </a:extLst>
          </p:cNvPr>
          <p:cNvSpPr>
            <a:spLocks noGrp="1"/>
          </p:cNvSpPr>
          <p:nvPr>
            <p:ph type="sldNum" sz="quarter" idx="12"/>
          </p:nvPr>
        </p:nvSpPr>
        <p:spPr/>
        <p:txBody>
          <a:bodyPr/>
          <a:lstStyle/>
          <a:p>
            <a:fld id="{D424D12C-9692-4086-B843-0896D3A9ECC1}" type="slidenum">
              <a:rPr lang="ja-JP" altLang="en-US" smtClean="0"/>
              <a:pPr/>
              <a:t>35</a:t>
            </a:fld>
            <a:endParaRPr lang="ja-JP" altLang="en-US" dirty="0"/>
          </a:p>
        </p:txBody>
      </p:sp>
      <p:sp>
        <p:nvSpPr>
          <p:cNvPr id="7" name="タイトル 1">
            <a:extLst>
              <a:ext uri="{FF2B5EF4-FFF2-40B4-BE49-F238E27FC236}">
                <a16:creationId xmlns:a16="http://schemas.microsoft.com/office/drawing/2014/main" id="{47F76272-301E-5A2E-3B68-A8AD55EA8827}"/>
              </a:ext>
            </a:extLst>
          </p:cNvPr>
          <p:cNvSpPr>
            <a:spLocks noGrp="1"/>
          </p:cNvSpPr>
          <p:nvPr>
            <p:ph type="title"/>
          </p:nvPr>
        </p:nvSpPr>
        <p:spPr>
          <a:xfrm>
            <a:off x="341313" y="136525"/>
            <a:ext cx="11518900" cy="727075"/>
          </a:xfrm>
        </p:spPr>
        <p:txBody>
          <a:bodyPr/>
          <a:lstStyle/>
          <a:p>
            <a:r>
              <a:rPr kumimoji="1" lang="en-US" altLang="ja-JP" dirty="0"/>
              <a:t>FIR</a:t>
            </a:r>
            <a:r>
              <a:rPr kumimoji="1" lang="ja-JP" altLang="en-US" dirty="0"/>
              <a:t>・</a:t>
            </a:r>
            <a:r>
              <a:rPr kumimoji="1" lang="en-US" altLang="ja-JP" dirty="0"/>
              <a:t>DDP</a:t>
            </a:r>
            <a:r>
              <a:rPr kumimoji="1" lang="ja-JP" altLang="en-US" dirty="0"/>
              <a:t>プログラム</a:t>
            </a:r>
          </a:p>
        </p:txBody>
      </p:sp>
      <p:pic>
        <p:nvPicPr>
          <p:cNvPr id="12" name="図 11">
            <a:extLst>
              <a:ext uri="{FF2B5EF4-FFF2-40B4-BE49-F238E27FC236}">
                <a16:creationId xmlns:a16="http://schemas.microsoft.com/office/drawing/2014/main" id="{2EE2D16A-A63A-FDB6-32AA-E9509FECC2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9005" y="1015044"/>
            <a:ext cx="3724795" cy="5153744"/>
          </a:xfrm>
          <a:prstGeom prst="rect">
            <a:avLst/>
          </a:prstGeom>
        </p:spPr>
      </p:pic>
      <p:sp>
        <p:nvSpPr>
          <p:cNvPr id="13" name="楕円 12">
            <a:extLst>
              <a:ext uri="{FF2B5EF4-FFF2-40B4-BE49-F238E27FC236}">
                <a16:creationId xmlns:a16="http://schemas.microsoft.com/office/drawing/2014/main" id="{8DE3C214-CDD6-59E7-7077-60CEC10F65CA}"/>
              </a:ext>
            </a:extLst>
          </p:cNvPr>
          <p:cNvSpPr/>
          <p:nvPr/>
        </p:nvSpPr>
        <p:spPr>
          <a:xfrm>
            <a:off x="7534586" y="4187952"/>
            <a:ext cx="1005910" cy="48933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8354E5B2-CC97-CE64-5D64-C5FB675E82C4}"/>
              </a:ext>
            </a:extLst>
          </p:cNvPr>
          <p:cNvSpPr/>
          <p:nvPr/>
        </p:nvSpPr>
        <p:spPr>
          <a:xfrm>
            <a:off x="8485492" y="4187952"/>
            <a:ext cx="1005910" cy="489331"/>
          </a:xfrm>
          <a:prstGeom prst="ellipse">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923C3684-54CF-809C-B5F7-5C9E233B94CF}"/>
              </a:ext>
            </a:extLst>
          </p:cNvPr>
          <p:cNvSpPr/>
          <p:nvPr/>
        </p:nvSpPr>
        <p:spPr>
          <a:xfrm>
            <a:off x="7452290" y="1364688"/>
            <a:ext cx="2039112" cy="564714"/>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A05714A9-57F9-387D-11ED-29DCF92C30AA}"/>
              </a:ext>
            </a:extLst>
          </p:cNvPr>
          <p:cNvSpPr txBox="1"/>
          <p:nvPr/>
        </p:nvSpPr>
        <p:spPr>
          <a:xfrm>
            <a:off x="5236326" y="3047845"/>
            <a:ext cx="2392679" cy="646331"/>
          </a:xfrm>
          <a:prstGeom prst="rect">
            <a:avLst/>
          </a:prstGeom>
          <a:noFill/>
          <a:ln w="19050">
            <a:solidFill>
              <a:schemeClr val="tx1"/>
            </a:solidFill>
            <a:prstDash val="dash"/>
          </a:ln>
        </p:spPr>
        <p:txBody>
          <a:bodyPr wrap="square" rtlCol="0">
            <a:spAutoFit/>
          </a:bodyPr>
          <a:lstStyle/>
          <a:p>
            <a:r>
              <a:rPr kumimoji="1" lang="en-US" altLang="ja-JP" dirty="0" err="1"/>
              <a:t>Dest</a:t>
            </a:r>
            <a:r>
              <a:rPr kumimoji="1" lang="ja-JP" altLang="en-US" dirty="0"/>
              <a:t>の値が違うため片方は計算</a:t>
            </a:r>
            <a:r>
              <a:rPr lang="ja-JP" altLang="en-US" dirty="0"/>
              <a:t>不可</a:t>
            </a:r>
            <a:endParaRPr kumimoji="1" lang="ja-JP" altLang="en-US" dirty="0"/>
          </a:p>
        </p:txBody>
      </p:sp>
      <p:sp>
        <p:nvSpPr>
          <p:cNvPr id="18" name="楕円 17">
            <a:extLst>
              <a:ext uri="{FF2B5EF4-FFF2-40B4-BE49-F238E27FC236}">
                <a16:creationId xmlns:a16="http://schemas.microsoft.com/office/drawing/2014/main" id="{C38134A6-8FAC-E0AB-0581-CF40DB57A860}"/>
              </a:ext>
            </a:extLst>
          </p:cNvPr>
          <p:cNvSpPr/>
          <p:nvPr/>
        </p:nvSpPr>
        <p:spPr>
          <a:xfrm>
            <a:off x="9357218" y="4187951"/>
            <a:ext cx="1005910" cy="489331"/>
          </a:xfrm>
          <a:prstGeom prst="ellipse">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コネクタ 19">
            <a:extLst>
              <a:ext uri="{FF2B5EF4-FFF2-40B4-BE49-F238E27FC236}">
                <a16:creationId xmlns:a16="http://schemas.microsoft.com/office/drawing/2014/main" id="{9CC75D17-47B1-0EDD-F1D4-59D60C32EBE1}"/>
              </a:ext>
            </a:extLst>
          </p:cNvPr>
          <p:cNvCxnSpPr>
            <a:stCxn id="17" idx="2"/>
            <a:endCxn id="13" idx="1"/>
          </p:cNvCxnSpPr>
          <p:nvPr/>
        </p:nvCxnSpPr>
        <p:spPr>
          <a:xfrm>
            <a:off x="6432666" y="3694176"/>
            <a:ext cx="1249232" cy="565437"/>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直線コネクタ 20">
            <a:extLst>
              <a:ext uri="{FF2B5EF4-FFF2-40B4-BE49-F238E27FC236}">
                <a16:creationId xmlns:a16="http://schemas.microsoft.com/office/drawing/2014/main" id="{D191FF67-BCDA-37AB-C12E-30BBF1809405}"/>
              </a:ext>
            </a:extLst>
          </p:cNvPr>
          <p:cNvCxnSpPr>
            <a:cxnSpLocks/>
            <a:stCxn id="17" idx="2"/>
            <a:endCxn id="14" idx="0"/>
          </p:cNvCxnSpPr>
          <p:nvPr/>
        </p:nvCxnSpPr>
        <p:spPr>
          <a:xfrm>
            <a:off x="6432666" y="3694176"/>
            <a:ext cx="2555781" cy="493776"/>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 name="楕円 23">
            <a:extLst>
              <a:ext uri="{FF2B5EF4-FFF2-40B4-BE49-F238E27FC236}">
                <a16:creationId xmlns:a16="http://schemas.microsoft.com/office/drawing/2014/main" id="{05C1145F-8962-9118-2C0C-EFE5D662AC12}"/>
              </a:ext>
            </a:extLst>
          </p:cNvPr>
          <p:cNvSpPr/>
          <p:nvPr/>
        </p:nvSpPr>
        <p:spPr>
          <a:xfrm>
            <a:off x="6339559" y="4668510"/>
            <a:ext cx="1155262" cy="489331"/>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data0</a:t>
            </a:r>
            <a:endParaRPr kumimoji="1" lang="ja-JP" altLang="en-US" dirty="0">
              <a:solidFill>
                <a:schemeClr val="tx1"/>
              </a:solidFill>
            </a:endParaRPr>
          </a:p>
        </p:txBody>
      </p:sp>
      <p:sp>
        <p:nvSpPr>
          <p:cNvPr id="25" name="楕円 24">
            <a:extLst>
              <a:ext uri="{FF2B5EF4-FFF2-40B4-BE49-F238E27FC236}">
                <a16:creationId xmlns:a16="http://schemas.microsoft.com/office/drawing/2014/main" id="{78F948B8-DC77-4E8D-E4BC-5F06DB093127}"/>
              </a:ext>
            </a:extLst>
          </p:cNvPr>
          <p:cNvSpPr/>
          <p:nvPr/>
        </p:nvSpPr>
        <p:spPr>
          <a:xfrm>
            <a:off x="6339559" y="5261432"/>
            <a:ext cx="1155261" cy="489331"/>
          </a:xfrm>
          <a:prstGeom prst="ellipse">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data1</a:t>
            </a:r>
            <a:endParaRPr kumimoji="1" lang="ja-JP" altLang="en-US" dirty="0">
              <a:solidFill>
                <a:schemeClr val="tx1"/>
              </a:solidFill>
            </a:endParaRPr>
          </a:p>
        </p:txBody>
      </p:sp>
      <p:sp>
        <p:nvSpPr>
          <p:cNvPr id="26" name="矢印: 下 25">
            <a:extLst>
              <a:ext uri="{FF2B5EF4-FFF2-40B4-BE49-F238E27FC236}">
                <a16:creationId xmlns:a16="http://schemas.microsoft.com/office/drawing/2014/main" id="{B976C1AC-D89E-14BE-F67F-25B6FFAE2577}"/>
              </a:ext>
            </a:extLst>
          </p:cNvPr>
          <p:cNvSpPr/>
          <p:nvPr/>
        </p:nvSpPr>
        <p:spPr>
          <a:xfrm>
            <a:off x="2129567" y="3502152"/>
            <a:ext cx="960120" cy="68579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91286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1.66667E-6 3.7037E-6 L 0.00117 0.40532 " pathEditMode="relative" rAng="0" ptsTypes="AA">
                                      <p:cBhvr>
                                        <p:cTn id="6" dur="2000" fill="hold"/>
                                        <p:tgtEl>
                                          <p:spTgt spid="15"/>
                                        </p:tgtEl>
                                        <p:attrNameLst>
                                          <p:attrName>ppt_x</p:attrName>
                                          <p:attrName>ppt_y</p:attrName>
                                        </p:attrNameLst>
                                      </p:cBhvr>
                                      <p:rCtr x="52" y="2025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コンテンツ プレースホルダー 2">
            <a:extLst>
              <a:ext uri="{FF2B5EF4-FFF2-40B4-BE49-F238E27FC236}">
                <a16:creationId xmlns:a16="http://schemas.microsoft.com/office/drawing/2014/main" id="{69B70016-ADAB-846A-5A35-138DA264004C}"/>
              </a:ext>
            </a:extLst>
          </p:cNvPr>
          <p:cNvSpPr>
            <a:spLocks noGrp="1"/>
          </p:cNvSpPr>
          <p:nvPr>
            <p:ph idx="1"/>
          </p:nvPr>
        </p:nvSpPr>
        <p:spPr>
          <a:xfrm>
            <a:off x="341194" y="1050878"/>
            <a:ext cx="11518710" cy="5117910"/>
          </a:xfrm>
        </p:spPr>
        <p:txBody>
          <a:bodyPr/>
          <a:lstStyle/>
          <a:p>
            <a:r>
              <a:rPr kumimoji="1" lang="ja-JP" altLang="en-US" dirty="0"/>
              <a:t>先端と終端が理論的に連結されたバッファ</a:t>
            </a:r>
            <a:r>
              <a:rPr kumimoji="1" lang="en-US" altLang="ja-JP" dirty="0"/>
              <a:t>(FIFO)</a:t>
            </a:r>
          </a:p>
          <a:p>
            <a:pPr lvl="1"/>
            <a:r>
              <a:rPr lang="ja-JP" altLang="en-US" dirty="0"/>
              <a:t>循環的に利用できる</a:t>
            </a:r>
            <a:endParaRPr lang="en-US" altLang="ja-JP" dirty="0"/>
          </a:p>
          <a:p>
            <a:pPr lvl="1"/>
            <a:r>
              <a:rPr kumimoji="1" lang="ja-JP" altLang="en-US" dirty="0"/>
              <a:t>常に一定数のデータを蓄える用途に使用</a:t>
            </a:r>
            <a:endParaRPr kumimoji="1" lang="en-US" altLang="ja-JP" dirty="0"/>
          </a:p>
          <a:p>
            <a:endParaRPr lang="en-US" altLang="ja-JP" dirty="0"/>
          </a:p>
          <a:p>
            <a:r>
              <a:rPr kumimoji="1" lang="ja-JP" altLang="en-US" dirty="0"/>
              <a:t>仕組み</a:t>
            </a:r>
            <a:endParaRPr kumimoji="1" lang="en-US" altLang="ja-JP" dirty="0"/>
          </a:p>
          <a:p>
            <a:pPr lvl="1"/>
            <a:r>
              <a:rPr lang="ja-JP" altLang="en-US" dirty="0"/>
              <a:t>正規化により一定の範囲に限定</a:t>
            </a:r>
            <a:endParaRPr lang="en-US" altLang="ja-JP" dirty="0"/>
          </a:p>
          <a:p>
            <a:pPr lvl="2"/>
            <a:r>
              <a:rPr kumimoji="1" lang="ja-JP" altLang="en-US" dirty="0"/>
              <a:t>直線状にバッファの両端を理論的に結合</a:t>
            </a:r>
            <a:endParaRPr kumimoji="1" lang="en-US" altLang="ja-JP" dirty="0"/>
          </a:p>
          <a:p>
            <a:pPr lvl="2"/>
            <a:r>
              <a:rPr lang="ja-JP" altLang="en-US" dirty="0"/>
              <a:t>バッファサイズ</a:t>
            </a:r>
            <a:r>
              <a:rPr lang="en-US" altLang="ja-JP" dirty="0"/>
              <a:t>N</a:t>
            </a:r>
            <a:r>
              <a:rPr lang="ja-JP" altLang="en-US" dirty="0"/>
              <a:t>の２の冪に切り上げ</a:t>
            </a:r>
            <a:br>
              <a:rPr lang="en-US" altLang="ja-JP" dirty="0"/>
            </a:br>
            <a:r>
              <a:rPr lang="en-US" altLang="ja-JP" dirty="0"/>
              <a:t>N-1</a:t>
            </a:r>
            <a:r>
              <a:rPr lang="ja-JP" altLang="en-US" dirty="0"/>
              <a:t>とのビットの論理積を求める</a:t>
            </a:r>
            <a:endParaRPr lang="en-US" altLang="ja-JP" dirty="0"/>
          </a:p>
          <a:p>
            <a:pPr lvl="2"/>
            <a:r>
              <a:rPr lang="ja-JP" altLang="en-US" dirty="0"/>
              <a:t>バッファの端に到達判定は条件分岐</a:t>
            </a:r>
            <a:endParaRPr lang="en-US" altLang="ja-JP" dirty="0"/>
          </a:p>
        </p:txBody>
      </p:sp>
      <p:sp>
        <p:nvSpPr>
          <p:cNvPr id="2" name="タイトル 1">
            <a:extLst>
              <a:ext uri="{FF2B5EF4-FFF2-40B4-BE49-F238E27FC236}">
                <a16:creationId xmlns:a16="http://schemas.microsoft.com/office/drawing/2014/main" id="{8F375451-878C-75B7-33BB-DD2C16F7974D}"/>
              </a:ext>
            </a:extLst>
          </p:cNvPr>
          <p:cNvSpPr>
            <a:spLocks noGrp="1"/>
          </p:cNvSpPr>
          <p:nvPr>
            <p:ph type="title"/>
          </p:nvPr>
        </p:nvSpPr>
        <p:spPr/>
        <p:txBody>
          <a:bodyPr/>
          <a:lstStyle/>
          <a:p>
            <a:r>
              <a:rPr kumimoji="1" lang="ja-JP" altLang="en-US" dirty="0"/>
              <a:t>リングバッファ</a:t>
            </a:r>
          </a:p>
        </p:txBody>
      </p:sp>
      <p:sp>
        <p:nvSpPr>
          <p:cNvPr id="4" name="日付プレースホルダー 3">
            <a:extLst>
              <a:ext uri="{FF2B5EF4-FFF2-40B4-BE49-F238E27FC236}">
                <a16:creationId xmlns:a16="http://schemas.microsoft.com/office/drawing/2014/main" id="{B2AB5921-9543-F71D-6DB9-05EE273EB438}"/>
              </a:ext>
            </a:extLst>
          </p:cNvPr>
          <p:cNvSpPr>
            <a:spLocks noGrp="1"/>
          </p:cNvSpPr>
          <p:nvPr>
            <p:ph type="dt" sz="half" idx="10"/>
          </p:nvPr>
        </p:nvSpPr>
        <p:spPr/>
        <p:txBody>
          <a:bodyPr/>
          <a:lstStyle/>
          <a:p>
            <a:fld id="{C981106A-F328-46B0-AB11-CD980A6DFB99}"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3A74572C-1393-DD84-1D38-F3219CE3CD04}"/>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7D61033C-FC2E-2466-1601-7369A599BD88}"/>
              </a:ext>
            </a:extLst>
          </p:cNvPr>
          <p:cNvSpPr>
            <a:spLocks noGrp="1"/>
          </p:cNvSpPr>
          <p:nvPr>
            <p:ph type="sldNum" sz="quarter" idx="12"/>
          </p:nvPr>
        </p:nvSpPr>
        <p:spPr/>
        <p:txBody>
          <a:bodyPr/>
          <a:lstStyle/>
          <a:p>
            <a:fld id="{273F27D2-06B6-4999-B31F-B875E94682A2}" type="slidenum">
              <a:rPr lang="ja-JP" altLang="en-US" smtClean="0"/>
              <a:pPr/>
              <a:t>36</a:t>
            </a:fld>
            <a:endParaRPr lang="ja-JP" altLang="en-US" dirty="0"/>
          </a:p>
        </p:txBody>
      </p:sp>
      <p:pic>
        <p:nvPicPr>
          <p:cNvPr id="1026" name="Picture 2" descr="Python】キュー【アルゴリズム】 | パワログ">
            <a:extLst>
              <a:ext uri="{FF2B5EF4-FFF2-40B4-BE49-F238E27FC236}">
                <a16:creationId xmlns:a16="http://schemas.microsoft.com/office/drawing/2014/main" id="{B7BE5DA4-7D85-CF0C-A735-02A888F3B8B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2417"/>
          <a:stretch/>
        </p:blipFill>
        <p:spPr bwMode="auto">
          <a:xfrm>
            <a:off x="6256774" y="2466929"/>
            <a:ext cx="5763904" cy="3701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98485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DFB359-47CD-D8DC-85F9-23B3D7E10FA3}"/>
              </a:ext>
            </a:extLst>
          </p:cNvPr>
          <p:cNvSpPr>
            <a:spLocks noGrp="1"/>
          </p:cNvSpPr>
          <p:nvPr>
            <p:ph type="title"/>
          </p:nvPr>
        </p:nvSpPr>
        <p:spPr/>
        <p:txBody>
          <a:bodyPr/>
          <a:lstStyle/>
          <a:p>
            <a:r>
              <a:rPr kumimoji="1" lang="ja-JP" altLang="en-US" dirty="0"/>
              <a:t>対応表</a:t>
            </a:r>
          </a:p>
        </p:txBody>
      </p:sp>
      <p:sp>
        <p:nvSpPr>
          <p:cNvPr id="3" name="コンテンツ プレースホルダー 2">
            <a:extLst>
              <a:ext uri="{FF2B5EF4-FFF2-40B4-BE49-F238E27FC236}">
                <a16:creationId xmlns:a16="http://schemas.microsoft.com/office/drawing/2014/main" id="{AD6E46E1-8AF2-BD97-E159-4B49EDD8958F}"/>
              </a:ext>
            </a:extLst>
          </p:cNvPr>
          <p:cNvSpPr>
            <a:spLocks noGrp="1"/>
          </p:cNvSpPr>
          <p:nvPr>
            <p:ph idx="1"/>
          </p:nvPr>
        </p:nvSpPr>
        <p:spPr/>
        <p:txBody>
          <a:bodyPr/>
          <a:lstStyle/>
          <a:p>
            <a:pPr marL="514350" indent="-514350">
              <a:buFont typeface="+mj-lt"/>
              <a:buAutoNum type="arabicPeriod"/>
            </a:pPr>
            <a:r>
              <a:rPr lang="ja-JP" altLang="en-US" dirty="0"/>
              <a:t>ビット長</a:t>
            </a:r>
            <a:r>
              <a:rPr lang="en-US" altLang="ja-JP" dirty="0"/>
              <a:t>16bit</a:t>
            </a:r>
            <a:r>
              <a:rPr lang="ja-JP" altLang="en-US" dirty="0"/>
              <a:t>の</a:t>
            </a:r>
            <a:r>
              <a:rPr lang="en-US" altLang="ja-JP" dirty="0" err="1"/>
              <a:t>dest</a:t>
            </a:r>
            <a:r>
              <a:rPr lang="ja-JP" altLang="en-US" dirty="0"/>
              <a:t>をアドレスとして</a:t>
            </a:r>
            <a:r>
              <a:rPr lang="en-US" altLang="ja-JP" dirty="0"/>
              <a:t>32bit</a:t>
            </a:r>
            <a:r>
              <a:rPr lang="ja-JP" altLang="en-US" dirty="0"/>
              <a:t>に変換</a:t>
            </a:r>
            <a:endParaRPr lang="en-US" altLang="ja-JP" dirty="0"/>
          </a:p>
          <a:p>
            <a:pPr marL="514350" indent="-514350">
              <a:buFont typeface="+mj-lt"/>
              <a:buAutoNum type="arabicPeriod"/>
            </a:pPr>
            <a:r>
              <a:rPr lang="en-US" altLang="ja-JP" dirty="0"/>
              <a:t>ADD</a:t>
            </a:r>
            <a:r>
              <a:rPr lang="ja-JP" altLang="en-US" dirty="0"/>
              <a:t>だけ隣接させ、</a:t>
            </a:r>
            <a:r>
              <a:rPr lang="en-US" altLang="ja-JP" dirty="0" err="1"/>
              <a:t>dest,dest</a:t>
            </a:r>
            <a:r>
              <a:rPr lang="en-US" altLang="ja-JP" dirty="0"/>
              <a:t> </a:t>
            </a:r>
            <a:r>
              <a:rPr lang="ja-JP" altLang="en-US" dirty="0"/>
              <a:t>もしくは</a:t>
            </a:r>
            <a:r>
              <a:rPr lang="en-US" altLang="ja-JP" dirty="0"/>
              <a:t>dest,dest+1</a:t>
            </a:r>
            <a:r>
              <a:rPr lang="ja-JP" altLang="en-US" dirty="0"/>
              <a:t>を選択</a:t>
            </a:r>
            <a:endParaRPr lang="en-US" altLang="ja-JP" dirty="0"/>
          </a:p>
        </p:txBody>
      </p:sp>
      <p:sp>
        <p:nvSpPr>
          <p:cNvPr id="4" name="日付プレースホルダー 3">
            <a:extLst>
              <a:ext uri="{FF2B5EF4-FFF2-40B4-BE49-F238E27FC236}">
                <a16:creationId xmlns:a16="http://schemas.microsoft.com/office/drawing/2014/main" id="{0CDF4570-0A90-B09B-8F6D-47A3620B2EEC}"/>
              </a:ext>
            </a:extLst>
          </p:cNvPr>
          <p:cNvSpPr>
            <a:spLocks noGrp="1"/>
          </p:cNvSpPr>
          <p:nvPr>
            <p:ph type="dt" sz="half" idx="10"/>
          </p:nvPr>
        </p:nvSpPr>
        <p:spPr/>
        <p:txBody>
          <a:bodyPr/>
          <a:lstStyle/>
          <a:p>
            <a:fld id="{C981106A-F328-46B0-AB11-CD980A6DFB99}"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AAC96C2C-AAEB-338D-2D2B-AF582AF75190}"/>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DCC38E35-6077-42C4-2A8A-E43CC2F9712B}"/>
              </a:ext>
            </a:extLst>
          </p:cNvPr>
          <p:cNvSpPr>
            <a:spLocks noGrp="1"/>
          </p:cNvSpPr>
          <p:nvPr>
            <p:ph type="sldNum" sz="quarter" idx="12"/>
          </p:nvPr>
        </p:nvSpPr>
        <p:spPr/>
        <p:txBody>
          <a:bodyPr/>
          <a:lstStyle/>
          <a:p>
            <a:fld id="{273F27D2-06B6-4999-B31F-B875E94682A2}" type="slidenum">
              <a:rPr lang="ja-JP" altLang="en-US" smtClean="0"/>
              <a:pPr/>
              <a:t>37</a:t>
            </a:fld>
            <a:endParaRPr lang="ja-JP" altLang="en-US" dirty="0"/>
          </a:p>
        </p:txBody>
      </p:sp>
      <p:graphicFrame>
        <p:nvGraphicFramePr>
          <p:cNvPr id="7" name="表 6">
            <a:extLst>
              <a:ext uri="{FF2B5EF4-FFF2-40B4-BE49-F238E27FC236}">
                <a16:creationId xmlns:a16="http://schemas.microsoft.com/office/drawing/2014/main" id="{678ACCE9-1012-92B9-5300-41FC4EC5979F}"/>
              </a:ext>
            </a:extLst>
          </p:cNvPr>
          <p:cNvGraphicFramePr>
            <a:graphicFrameLocks noGrp="1"/>
          </p:cNvGraphicFramePr>
          <p:nvPr>
            <p:extLst>
              <p:ext uri="{D42A27DB-BD31-4B8C-83A1-F6EECF244321}">
                <p14:modId xmlns:p14="http://schemas.microsoft.com/office/powerpoint/2010/main" val="827753163"/>
              </p:ext>
            </p:extLst>
          </p:nvPr>
        </p:nvGraphicFramePr>
        <p:xfrm>
          <a:off x="838200" y="2463847"/>
          <a:ext cx="5153025" cy="3343275"/>
        </p:xfrm>
        <a:graphic>
          <a:graphicData uri="http://schemas.openxmlformats.org/drawingml/2006/table">
            <a:tbl>
              <a:tblPr firstRow="1" bandRow="1">
                <a:tableStyleId>{5C22544A-7EE6-4342-B048-85BDC9FD1C3A}</a:tableStyleId>
              </a:tblPr>
              <a:tblGrid>
                <a:gridCol w="1717675">
                  <a:extLst>
                    <a:ext uri="{9D8B030D-6E8A-4147-A177-3AD203B41FA5}">
                      <a16:colId xmlns:a16="http://schemas.microsoft.com/office/drawing/2014/main" val="2519345044"/>
                    </a:ext>
                  </a:extLst>
                </a:gridCol>
                <a:gridCol w="1717675">
                  <a:extLst>
                    <a:ext uri="{9D8B030D-6E8A-4147-A177-3AD203B41FA5}">
                      <a16:colId xmlns:a16="http://schemas.microsoft.com/office/drawing/2014/main" val="2537015634"/>
                    </a:ext>
                  </a:extLst>
                </a:gridCol>
                <a:gridCol w="1717675">
                  <a:extLst>
                    <a:ext uri="{9D8B030D-6E8A-4147-A177-3AD203B41FA5}">
                      <a16:colId xmlns:a16="http://schemas.microsoft.com/office/drawing/2014/main" val="2672042158"/>
                    </a:ext>
                  </a:extLst>
                </a:gridCol>
              </a:tblGrid>
              <a:tr h="623150">
                <a:tc>
                  <a:txBody>
                    <a:bodyPr/>
                    <a:lstStyle/>
                    <a:p>
                      <a:pPr algn="ctr"/>
                      <a:r>
                        <a:rPr kumimoji="1" lang="en-US" altLang="ja-JP" sz="2400" dirty="0"/>
                        <a:t>Input</a:t>
                      </a:r>
                      <a:endParaRPr kumimoji="1" lang="ja-JP" altLang="en-US" sz="2400" dirty="0"/>
                    </a:p>
                  </a:txBody>
                  <a:tcPr/>
                </a:tc>
                <a:tc>
                  <a:txBody>
                    <a:bodyPr/>
                    <a:lstStyle/>
                    <a:p>
                      <a:pPr algn="ctr"/>
                      <a:r>
                        <a:rPr kumimoji="1" lang="en-US" altLang="ja-JP" sz="2400" dirty="0"/>
                        <a:t>Output0</a:t>
                      </a:r>
                      <a:endParaRPr kumimoji="1" lang="ja-JP" altLang="en-US" sz="2400" dirty="0"/>
                    </a:p>
                  </a:txBody>
                  <a:tcPr/>
                </a:tc>
                <a:tc>
                  <a:txBody>
                    <a:bodyPr/>
                    <a:lstStyle/>
                    <a:p>
                      <a:pPr algn="ctr"/>
                      <a:r>
                        <a:rPr kumimoji="1" lang="en-US" altLang="ja-JP" sz="2400" dirty="0"/>
                        <a:t>Output1</a:t>
                      </a:r>
                      <a:endParaRPr kumimoji="1" lang="ja-JP" altLang="en-US" sz="2400" dirty="0"/>
                    </a:p>
                  </a:txBody>
                  <a:tcPr/>
                </a:tc>
                <a:extLst>
                  <a:ext uri="{0D108BD9-81ED-4DB2-BD59-A6C34878D82A}">
                    <a16:rowId xmlns:a16="http://schemas.microsoft.com/office/drawing/2014/main" val="3704773711"/>
                  </a:ext>
                </a:extLst>
              </a:tr>
              <a:tr h="544025">
                <a:tc>
                  <a:txBody>
                    <a:bodyPr/>
                    <a:lstStyle/>
                    <a:p>
                      <a:pPr algn="ctr"/>
                      <a:r>
                        <a:rPr kumimoji="1" lang="en-US" altLang="ja-JP" sz="2400" dirty="0"/>
                        <a:t>dest0</a:t>
                      </a:r>
                      <a:endParaRPr kumimoji="1" lang="ja-JP" altLang="en-US" sz="2400" dirty="0"/>
                    </a:p>
                  </a:txBody>
                  <a:tcPr/>
                </a:tc>
                <a:tc>
                  <a:txBody>
                    <a:bodyPr/>
                    <a:lstStyle/>
                    <a:p>
                      <a:pPr algn="ctr"/>
                      <a:r>
                        <a:rPr kumimoji="1" lang="en-US" altLang="ja-JP" sz="2400" dirty="0"/>
                        <a:t>dest0</a:t>
                      </a:r>
                      <a:endParaRPr kumimoji="1" lang="ja-JP" altLang="en-US" sz="2400" dirty="0"/>
                    </a:p>
                  </a:txBody>
                  <a:tcPr/>
                </a:tc>
                <a:tc>
                  <a:txBody>
                    <a:bodyPr/>
                    <a:lstStyle/>
                    <a:p>
                      <a:pPr algn="ctr"/>
                      <a:r>
                        <a:rPr kumimoji="1" lang="en-US" altLang="ja-JP" sz="2400" dirty="0"/>
                        <a:t>dest0</a:t>
                      </a:r>
                      <a:endParaRPr kumimoji="1" lang="ja-JP" altLang="en-US" sz="2400" dirty="0"/>
                    </a:p>
                  </a:txBody>
                  <a:tcPr/>
                </a:tc>
                <a:extLst>
                  <a:ext uri="{0D108BD9-81ED-4DB2-BD59-A6C34878D82A}">
                    <a16:rowId xmlns:a16="http://schemas.microsoft.com/office/drawing/2014/main" val="2596754188"/>
                  </a:ext>
                </a:extLst>
              </a:tr>
              <a:tr h="544025">
                <a:tc>
                  <a:txBody>
                    <a:bodyPr/>
                    <a:lstStyle/>
                    <a:p>
                      <a:pPr algn="ctr"/>
                      <a:r>
                        <a:rPr kumimoji="1" lang="en-US" altLang="ja-JP" sz="2400" dirty="0"/>
                        <a:t>dest1</a:t>
                      </a:r>
                      <a:endParaRPr kumimoji="1" lang="ja-JP" altLang="en-US" sz="2400" dirty="0"/>
                    </a:p>
                  </a:txBody>
                  <a:tcPr/>
                </a:tc>
                <a:tc>
                  <a:txBody>
                    <a:bodyPr/>
                    <a:lstStyle/>
                    <a:p>
                      <a:pPr algn="ctr"/>
                      <a:r>
                        <a:rPr kumimoji="1" lang="en-US" altLang="ja-JP" sz="2400" dirty="0"/>
                        <a:t>dest1</a:t>
                      </a:r>
                      <a:endParaRPr kumimoji="1" lang="ja-JP" altLang="en-US" sz="2400" dirty="0"/>
                    </a:p>
                  </a:txBody>
                  <a:tcPr/>
                </a:tc>
                <a:tc>
                  <a:txBody>
                    <a:bodyPr/>
                    <a:lstStyle/>
                    <a:p>
                      <a:pPr algn="ctr"/>
                      <a:r>
                        <a:rPr kumimoji="1" lang="en-US" altLang="ja-JP" sz="2400" dirty="0"/>
                        <a:t>dest0</a:t>
                      </a:r>
                      <a:endParaRPr kumimoji="1" lang="ja-JP" altLang="en-US" sz="2400" dirty="0"/>
                    </a:p>
                  </a:txBody>
                  <a:tcPr/>
                </a:tc>
                <a:extLst>
                  <a:ext uri="{0D108BD9-81ED-4DB2-BD59-A6C34878D82A}">
                    <a16:rowId xmlns:a16="http://schemas.microsoft.com/office/drawing/2014/main" val="4142384361"/>
                  </a:ext>
                </a:extLst>
              </a:tr>
              <a:tr h="544025">
                <a:tc>
                  <a:txBody>
                    <a:bodyPr/>
                    <a:lstStyle/>
                    <a:p>
                      <a:pPr algn="ctr"/>
                      <a:r>
                        <a:rPr kumimoji="1" lang="en-US" altLang="ja-JP" sz="2400" dirty="0"/>
                        <a:t>dest2</a:t>
                      </a:r>
                      <a:endParaRPr kumimoji="1" lang="ja-JP" altLang="en-US" sz="2400" dirty="0"/>
                    </a:p>
                  </a:txBody>
                  <a:tcPr/>
                </a:tc>
                <a:tc>
                  <a:txBody>
                    <a:bodyPr/>
                    <a:lstStyle/>
                    <a:p>
                      <a:pPr algn="ctr"/>
                      <a:r>
                        <a:rPr kumimoji="1" lang="en-US" altLang="ja-JP" sz="2400" dirty="0"/>
                        <a:t>dest2</a:t>
                      </a:r>
                      <a:endParaRPr kumimoji="1" lang="ja-JP" altLang="en-US" sz="2400" dirty="0"/>
                    </a:p>
                  </a:txBody>
                  <a:tcPr/>
                </a:tc>
                <a:tc>
                  <a:txBody>
                    <a:bodyPr/>
                    <a:lstStyle/>
                    <a:p>
                      <a:pPr algn="ctr"/>
                      <a:r>
                        <a:rPr kumimoji="1" lang="en-US" altLang="ja-JP" sz="2400" dirty="0"/>
                        <a:t>dest2</a:t>
                      </a:r>
                      <a:endParaRPr kumimoji="1" lang="ja-JP" altLang="en-US" sz="2400" dirty="0"/>
                    </a:p>
                  </a:txBody>
                  <a:tcPr/>
                </a:tc>
                <a:extLst>
                  <a:ext uri="{0D108BD9-81ED-4DB2-BD59-A6C34878D82A}">
                    <a16:rowId xmlns:a16="http://schemas.microsoft.com/office/drawing/2014/main" val="3250667904"/>
                  </a:ext>
                </a:extLst>
              </a:tr>
              <a:tr h="544025">
                <a:tc>
                  <a:txBody>
                    <a:bodyPr/>
                    <a:lstStyle/>
                    <a:p>
                      <a:pPr algn="ctr"/>
                      <a:r>
                        <a:rPr kumimoji="1" lang="en-US" altLang="ja-JP" sz="2400" dirty="0"/>
                        <a:t>dest3</a:t>
                      </a:r>
                    </a:p>
                  </a:txBody>
                  <a:tcPr/>
                </a:tc>
                <a:tc>
                  <a:txBody>
                    <a:bodyPr/>
                    <a:lstStyle/>
                    <a:p>
                      <a:pPr algn="ctr"/>
                      <a:r>
                        <a:rPr kumimoji="1" lang="en-US" altLang="ja-JP" sz="2400" dirty="0"/>
                        <a:t>dest3</a:t>
                      </a:r>
                      <a:endParaRPr kumimoji="1" lang="ja-JP" altLang="en-US" sz="2400" dirty="0"/>
                    </a:p>
                  </a:txBody>
                  <a:tcPr/>
                </a:tc>
                <a:tc>
                  <a:txBody>
                    <a:bodyPr/>
                    <a:lstStyle/>
                    <a:p>
                      <a:pPr algn="ctr"/>
                      <a:r>
                        <a:rPr kumimoji="1" lang="en-US" altLang="ja-JP" sz="2400" dirty="0"/>
                        <a:t>dest2</a:t>
                      </a:r>
                      <a:endParaRPr kumimoji="1" lang="ja-JP" altLang="en-US" sz="2400" dirty="0"/>
                    </a:p>
                  </a:txBody>
                  <a:tcPr/>
                </a:tc>
                <a:extLst>
                  <a:ext uri="{0D108BD9-81ED-4DB2-BD59-A6C34878D82A}">
                    <a16:rowId xmlns:a16="http://schemas.microsoft.com/office/drawing/2014/main" val="56243370"/>
                  </a:ext>
                </a:extLst>
              </a:tr>
              <a:tr h="544025">
                <a:tc>
                  <a:txBody>
                    <a:bodyPr/>
                    <a:lstStyle/>
                    <a:p>
                      <a:pPr algn="ctr"/>
                      <a:r>
                        <a:rPr kumimoji="1" lang="en-US" altLang="ja-JP" sz="2400" dirty="0"/>
                        <a:t>…</a:t>
                      </a:r>
                    </a:p>
                  </a:txBody>
                  <a:tcPr/>
                </a:tc>
                <a:tc>
                  <a:txBody>
                    <a:bodyPr/>
                    <a:lstStyle/>
                    <a:p>
                      <a:pPr algn="ctr"/>
                      <a:r>
                        <a:rPr kumimoji="1" lang="en-US" altLang="ja-JP" sz="2400" dirty="0"/>
                        <a:t>…</a:t>
                      </a:r>
                      <a:endParaRPr kumimoji="1" lang="ja-JP" altLang="en-US" sz="2400" dirty="0"/>
                    </a:p>
                  </a:txBody>
                  <a:tcPr/>
                </a:tc>
                <a:tc>
                  <a:txBody>
                    <a:bodyPr/>
                    <a:lstStyle/>
                    <a:p>
                      <a:pPr algn="ctr"/>
                      <a:r>
                        <a:rPr kumimoji="1" lang="en-US" altLang="ja-JP" sz="2400" dirty="0"/>
                        <a:t>…</a:t>
                      </a:r>
                      <a:endParaRPr kumimoji="1" lang="ja-JP" altLang="en-US" sz="2400" dirty="0"/>
                    </a:p>
                  </a:txBody>
                  <a:tcPr/>
                </a:tc>
                <a:extLst>
                  <a:ext uri="{0D108BD9-81ED-4DB2-BD59-A6C34878D82A}">
                    <a16:rowId xmlns:a16="http://schemas.microsoft.com/office/drawing/2014/main" val="1854551553"/>
                  </a:ext>
                </a:extLst>
              </a:tr>
            </a:tbl>
          </a:graphicData>
        </a:graphic>
      </p:graphicFrame>
      <p:graphicFrame>
        <p:nvGraphicFramePr>
          <p:cNvPr id="8" name="表 7">
            <a:extLst>
              <a:ext uri="{FF2B5EF4-FFF2-40B4-BE49-F238E27FC236}">
                <a16:creationId xmlns:a16="http://schemas.microsoft.com/office/drawing/2014/main" id="{33E06CBE-2C11-8B58-69E9-5B32AAC733F4}"/>
              </a:ext>
            </a:extLst>
          </p:cNvPr>
          <p:cNvGraphicFramePr>
            <a:graphicFrameLocks noGrp="1"/>
          </p:cNvGraphicFramePr>
          <p:nvPr>
            <p:extLst>
              <p:ext uri="{D42A27DB-BD31-4B8C-83A1-F6EECF244321}">
                <p14:modId xmlns:p14="http://schemas.microsoft.com/office/powerpoint/2010/main" val="3833065047"/>
              </p:ext>
            </p:extLst>
          </p:nvPr>
        </p:nvGraphicFramePr>
        <p:xfrm>
          <a:off x="7682552" y="2463847"/>
          <a:ext cx="3435350" cy="3343275"/>
        </p:xfrm>
        <a:graphic>
          <a:graphicData uri="http://schemas.openxmlformats.org/drawingml/2006/table">
            <a:tbl>
              <a:tblPr firstRow="1" bandRow="1">
                <a:tableStyleId>{5C22544A-7EE6-4342-B048-85BDC9FD1C3A}</a:tableStyleId>
              </a:tblPr>
              <a:tblGrid>
                <a:gridCol w="1717675">
                  <a:extLst>
                    <a:ext uri="{9D8B030D-6E8A-4147-A177-3AD203B41FA5}">
                      <a16:colId xmlns:a16="http://schemas.microsoft.com/office/drawing/2014/main" val="2519345044"/>
                    </a:ext>
                  </a:extLst>
                </a:gridCol>
                <a:gridCol w="1717675">
                  <a:extLst>
                    <a:ext uri="{9D8B030D-6E8A-4147-A177-3AD203B41FA5}">
                      <a16:colId xmlns:a16="http://schemas.microsoft.com/office/drawing/2014/main" val="2537015634"/>
                    </a:ext>
                  </a:extLst>
                </a:gridCol>
              </a:tblGrid>
              <a:tr h="623150">
                <a:tc>
                  <a:txBody>
                    <a:bodyPr/>
                    <a:lstStyle/>
                    <a:p>
                      <a:pPr algn="ctr"/>
                      <a:r>
                        <a:rPr kumimoji="1" lang="en-US" altLang="ja-JP" sz="2400" dirty="0"/>
                        <a:t>Input</a:t>
                      </a:r>
                      <a:endParaRPr kumimoji="1" lang="ja-JP" altLang="en-US" sz="2400" dirty="0"/>
                    </a:p>
                  </a:txBody>
                  <a:tcPr/>
                </a:tc>
                <a:tc>
                  <a:txBody>
                    <a:bodyPr/>
                    <a:lstStyle/>
                    <a:p>
                      <a:pPr algn="ctr"/>
                      <a:r>
                        <a:rPr kumimoji="1" lang="en-US" altLang="ja-JP" sz="2400" dirty="0"/>
                        <a:t>Output</a:t>
                      </a:r>
                      <a:endParaRPr kumimoji="1" lang="ja-JP" altLang="en-US" sz="2400" dirty="0"/>
                    </a:p>
                  </a:txBody>
                  <a:tcPr/>
                </a:tc>
                <a:extLst>
                  <a:ext uri="{0D108BD9-81ED-4DB2-BD59-A6C34878D82A}">
                    <a16:rowId xmlns:a16="http://schemas.microsoft.com/office/drawing/2014/main" val="3704773711"/>
                  </a:ext>
                </a:extLst>
              </a:tr>
              <a:tr h="544025">
                <a:tc>
                  <a:txBody>
                    <a:bodyPr/>
                    <a:lstStyle/>
                    <a:p>
                      <a:pPr algn="ctr"/>
                      <a:r>
                        <a:rPr kumimoji="1" lang="en-US" altLang="ja-JP" sz="2400" dirty="0"/>
                        <a:t>dest0</a:t>
                      </a:r>
                      <a:endParaRPr kumimoji="1" lang="ja-JP" altLang="en-US" sz="2400" dirty="0"/>
                    </a:p>
                  </a:txBody>
                  <a:tcPr/>
                </a:tc>
                <a:tc>
                  <a:txBody>
                    <a:bodyPr/>
                    <a:lstStyle/>
                    <a:p>
                      <a:pPr algn="ctr"/>
                      <a:r>
                        <a:rPr kumimoji="1" lang="en-US" altLang="ja-JP" sz="2400" dirty="0"/>
                        <a:t>0</a:t>
                      </a:r>
                      <a:endParaRPr kumimoji="1" lang="ja-JP" altLang="en-US" sz="2400" dirty="0"/>
                    </a:p>
                  </a:txBody>
                  <a:tcPr/>
                </a:tc>
                <a:extLst>
                  <a:ext uri="{0D108BD9-81ED-4DB2-BD59-A6C34878D82A}">
                    <a16:rowId xmlns:a16="http://schemas.microsoft.com/office/drawing/2014/main" val="2596754188"/>
                  </a:ext>
                </a:extLst>
              </a:tr>
              <a:tr h="544025">
                <a:tc>
                  <a:txBody>
                    <a:bodyPr/>
                    <a:lstStyle/>
                    <a:p>
                      <a:pPr algn="ctr"/>
                      <a:r>
                        <a:rPr kumimoji="1" lang="en-US" altLang="ja-JP" sz="2400" dirty="0"/>
                        <a:t>dest1</a:t>
                      </a:r>
                      <a:endParaRPr kumimoji="1" lang="ja-JP" altLang="en-US" sz="2400" dirty="0"/>
                    </a:p>
                  </a:txBody>
                  <a:tcPr/>
                </a:tc>
                <a:tc>
                  <a:txBody>
                    <a:bodyPr/>
                    <a:lstStyle/>
                    <a:p>
                      <a:pPr algn="ctr"/>
                      <a:r>
                        <a:rPr kumimoji="1" lang="en-US" altLang="ja-JP" sz="2400" dirty="0"/>
                        <a:t>1</a:t>
                      </a:r>
                      <a:endParaRPr kumimoji="1" lang="ja-JP" altLang="en-US" sz="2400" dirty="0"/>
                    </a:p>
                  </a:txBody>
                  <a:tcPr/>
                </a:tc>
                <a:extLst>
                  <a:ext uri="{0D108BD9-81ED-4DB2-BD59-A6C34878D82A}">
                    <a16:rowId xmlns:a16="http://schemas.microsoft.com/office/drawing/2014/main" val="4142384361"/>
                  </a:ext>
                </a:extLst>
              </a:tr>
              <a:tr h="544025">
                <a:tc>
                  <a:txBody>
                    <a:bodyPr/>
                    <a:lstStyle/>
                    <a:p>
                      <a:pPr algn="ctr"/>
                      <a:r>
                        <a:rPr kumimoji="1" lang="en-US" altLang="ja-JP" sz="2400" dirty="0"/>
                        <a:t>dest2</a:t>
                      </a:r>
                      <a:endParaRPr kumimoji="1" lang="ja-JP" altLang="en-US" sz="2400" dirty="0"/>
                    </a:p>
                  </a:txBody>
                  <a:tcPr/>
                </a:tc>
                <a:tc>
                  <a:txBody>
                    <a:bodyPr/>
                    <a:lstStyle/>
                    <a:p>
                      <a:pPr algn="ctr"/>
                      <a:r>
                        <a:rPr kumimoji="1" lang="en-US" altLang="ja-JP" sz="2400" dirty="0"/>
                        <a:t>0</a:t>
                      </a:r>
                      <a:endParaRPr kumimoji="1" lang="ja-JP" altLang="en-US" sz="2400" dirty="0"/>
                    </a:p>
                  </a:txBody>
                  <a:tcPr/>
                </a:tc>
                <a:extLst>
                  <a:ext uri="{0D108BD9-81ED-4DB2-BD59-A6C34878D82A}">
                    <a16:rowId xmlns:a16="http://schemas.microsoft.com/office/drawing/2014/main" val="3250667904"/>
                  </a:ext>
                </a:extLst>
              </a:tr>
              <a:tr h="544025">
                <a:tc>
                  <a:txBody>
                    <a:bodyPr/>
                    <a:lstStyle/>
                    <a:p>
                      <a:pPr algn="ctr"/>
                      <a:r>
                        <a:rPr kumimoji="1" lang="en-US" altLang="ja-JP" sz="2400" dirty="0"/>
                        <a:t>dest3</a:t>
                      </a:r>
                    </a:p>
                  </a:txBody>
                  <a:tcPr/>
                </a:tc>
                <a:tc>
                  <a:txBody>
                    <a:bodyPr/>
                    <a:lstStyle/>
                    <a:p>
                      <a:pPr algn="ctr"/>
                      <a:r>
                        <a:rPr kumimoji="1" lang="en-US" altLang="ja-JP" sz="2400" dirty="0"/>
                        <a:t>1</a:t>
                      </a:r>
                      <a:endParaRPr kumimoji="1" lang="ja-JP" altLang="en-US" sz="2400" dirty="0"/>
                    </a:p>
                  </a:txBody>
                  <a:tcPr/>
                </a:tc>
                <a:extLst>
                  <a:ext uri="{0D108BD9-81ED-4DB2-BD59-A6C34878D82A}">
                    <a16:rowId xmlns:a16="http://schemas.microsoft.com/office/drawing/2014/main" val="56243370"/>
                  </a:ext>
                </a:extLst>
              </a:tr>
              <a:tr h="544025">
                <a:tc>
                  <a:txBody>
                    <a:bodyPr/>
                    <a:lstStyle/>
                    <a:p>
                      <a:pPr algn="ctr"/>
                      <a:r>
                        <a:rPr kumimoji="1" lang="en-US" altLang="ja-JP" sz="2400" dirty="0"/>
                        <a:t>…</a:t>
                      </a:r>
                    </a:p>
                  </a:txBody>
                  <a:tcPr/>
                </a:tc>
                <a:tc>
                  <a:txBody>
                    <a:bodyPr/>
                    <a:lstStyle/>
                    <a:p>
                      <a:pPr algn="ctr"/>
                      <a:r>
                        <a:rPr kumimoji="1" lang="en-US" altLang="ja-JP" sz="2400" dirty="0"/>
                        <a:t>…</a:t>
                      </a:r>
                      <a:endParaRPr kumimoji="1" lang="ja-JP" altLang="en-US" sz="2400" dirty="0"/>
                    </a:p>
                  </a:txBody>
                  <a:tcPr/>
                </a:tc>
                <a:extLst>
                  <a:ext uri="{0D108BD9-81ED-4DB2-BD59-A6C34878D82A}">
                    <a16:rowId xmlns:a16="http://schemas.microsoft.com/office/drawing/2014/main" val="1854551553"/>
                  </a:ext>
                </a:extLst>
              </a:tr>
            </a:tbl>
          </a:graphicData>
        </a:graphic>
      </p:graphicFrame>
      <p:sp>
        <p:nvSpPr>
          <p:cNvPr id="9" name="テキスト ボックス 8">
            <a:extLst>
              <a:ext uri="{FF2B5EF4-FFF2-40B4-BE49-F238E27FC236}">
                <a16:creationId xmlns:a16="http://schemas.microsoft.com/office/drawing/2014/main" id="{0A230803-8CD7-6DDE-C534-C56A6719E93F}"/>
              </a:ext>
            </a:extLst>
          </p:cNvPr>
          <p:cNvSpPr txBox="1"/>
          <p:nvPr/>
        </p:nvSpPr>
        <p:spPr>
          <a:xfrm>
            <a:off x="1900237" y="5893237"/>
            <a:ext cx="3028950" cy="646331"/>
          </a:xfrm>
          <a:prstGeom prst="rect">
            <a:avLst/>
          </a:prstGeom>
          <a:noFill/>
        </p:spPr>
        <p:txBody>
          <a:bodyPr wrap="square" rtlCol="0">
            <a:spAutoFit/>
          </a:bodyPr>
          <a:lstStyle/>
          <a:p>
            <a:pPr algn="ctr"/>
            <a:r>
              <a:rPr lang="ja-JP" altLang="en-US" dirty="0"/>
              <a:t>表</a:t>
            </a:r>
            <a:r>
              <a:rPr lang="en-US" altLang="ja-JP" dirty="0"/>
              <a:t>1:16bit</a:t>
            </a:r>
            <a:r>
              <a:rPr lang="ja-JP" altLang="en-US" dirty="0"/>
              <a:t>→</a:t>
            </a:r>
            <a:r>
              <a:rPr lang="en-US" altLang="ja-JP" dirty="0"/>
              <a:t>32bit</a:t>
            </a:r>
            <a:r>
              <a:rPr lang="ja-JP" altLang="en-US" dirty="0"/>
              <a:t>拡張</a:t>
            </a:r>
            <a:endParaRPr lang="en-US" altLang="ja-JP" dirty="0"/>
          </a:p>
          <a:p>
            <a:pPr algn="ctr"/>
            <a:r>
              <a:rPr kumimoji="1" lang="en-US" altLang="ja-JP" dirty="0"/>
              <a:t>(32bit*64words)</a:t>
            </a:r>
            <a:endParaRPr kumimoji="1" lang="ja-JP" altLang="en-US" dirty="0"/>
          </a:p>
        </p:txBody>
      </p:sp>
      <p:sp>
        <p:nvSpPr>
          <p:cNvPr id="10" name="テキスト ボックス 9">
            <a:extLst>
              <a:ext uri="{FF2B5EF4-FFF2-40B4-BE49-F238E27FC236}">
                <a16:creationId xmlns:a16="http://schemas.microsoft.com/office/drawing/2014/main" id="{50BFBB31-7801-8177-679E-CA57514BA51D}"/>
              </a:ext>
            </a:extLst>
          </p:cNvPr>
          <p:cNvSpPr txBox="1"/>
          <p:nvPr/>
        </p:nvSpPr>
        <p:spPr>
          <a:xfrm>
            <a:off x="7885752" y="5893237"/>
            <a:ext cx="3028950" cy="646331"/>
          </a:xfrm>
          <a:prstGeom prst="rect">
            <a:avLst/>
          </a:prstGeom>
          <a:noFill/>
        </p:spPr>
        <p:txBody>
          <a:bodyPr wrap="square" rtlCol="0">
            <a:spAutoFit/>
          </a:bodyPr>
          <a:lstStyle/>
          <a:p>
            <a:pPr algn="ctr"/>
            <a:r>
              <a:rPr lang="ja-JP" altLang="en-US" dirty="0"/>
              <a:t>表</a:t>
            </a:r>
            <a:r>
              <a:rPr lang="en-US" altLang="ja-JP" dirty="0"/>
              <a:t>2:dest</a:t>
            </a:r>
            <a:r>
              <a:rPr lang="ja-JP" altLang="en-US" dirty="0"/>
              <a:t>加算表</a:t>
            </a:r>
            <a:br>
              <a:rPr lang="en-US" altLang="ja-JP" dirty="0"/>
            </a:br>
            <a:r>
              <a:rPr lang="en-US" altLang="ja-JP" dirty="0"/>
              <a:t>(1bit * 64words)</a:t>
            </a:r>
            <a:endParaRPr kumimoji="1" lang="ja-JP" altLang="en-US" dirty="0"/>
          </a:p>
        </p:txBody>
      </p:sp>
    </p:spTree>
    <p:extLst>
      <p:ext uri="{BB962C8B-B14F-4D97-AF65-F5344CB8AC3E}">
        <p14:creationId xmlns:p14="http://schemas.microsoft.com/office/powerpoint/2010/main" val="25879131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A74DED-2259-E3C6-1D37-BD55913AC489}"/>
              </a:ext>
            </a:extLst>
          </p:cNvPr>
          <p:cNvSpPr>
            <a:spLocks noGrp="1"/>
          </p:cNvSpPr>
          <p:nvPr>
            <p:ph type="title"/>
          </p:nvPr>
        </p:nvSpPr>
        <p:spPr/>
        <p:txBody>
          <a:bodyPr>
            <a:normAutofit/>
          </a:bodyPr>
          <a:lstStyle/>
          <a:p>
            <a:r>
              <a:rPr kumimoji="1" lang="en-US" altLang="ja-JP" dirty="0"/>
              <a:t>MMCAM</a:t>
            </a:r>
            <a:endParaRPr kumimoji="1" lang="ja-JP" altLang="en-US" dirty="0"/>
          </a:p>
        </p:txBody>
      </p:sp>
      <p:sp>
        <p:nvSpPr>
          <p:cNvPr id="4" name="日付プレースホルダー 3">
            <a:extLst>
              <a:ext uri="{FF2B5EF4-FFF2-40B4-BE49-F238E27FC236}">
                <a16:creationId xmlns:a16="http://schemas.microsoft.com/office/drawing/2014/main" id="{F5045A5A-C644-3977-BE03-B74A528EA54D}"/>
              </a:ext>
            </a:extLst>
          </p:cNvPr>
          <p:cNvSpPr>
            <a:spLocks noGrp="1"/>
          </p:cNvSpPr>
          <p:nvPr>
            <p:ph type="dt" sz="half" idx="10"/>
          </p:nvPr>
        </p:nvSpPr>
        <p:spPr/>
        <p:txBody>
          <a:bodyPr/>
          <a:lstStyle/>
          <a:p>
            <a:fld id="{C981106A-F328-46B0-AB11-CD980A6DFB99}" type="datetime1">
              <a:rPr kumimoji="1" lang="ja-JP" altLang="en-US" smtClean="0"/>
              <a:t>2026/9/15</a:t>
            </a:fld>
            <a:endParaRPr kumimoji="1" lang="ja-JP" altLang="en-US"/>
          </a:p>
        </p:txBody>
      </p:sp>
      <p:sp>
        <p:nvSpPr>
          <p:cNvPr id="6" name="スライド番号プレースホルダー 5">
            <a:extLst>
              <a:ext uri="{FF2B5EF4-FFF2-40B4-BE49-F238E27FC236}">
                <a16:creationId xmlns:a16="http://schemas.microsoft.com/office/drawing/2014/main" id="{9BF194B9-069E-CDD9-AB4A-5FB8197CBF31}"/>
              </a:ext>
            </a:extLst>
          </p:cNvPr>
          <p:cNvSpPr>
            <a:spLocks noGrp="1"/>
          </p:cNvSpPr>
          <p:nvPr>
            <p:ph type="sldNum" sz="quarter" idx="12"/>
          </p:nvPr>
        </p:nvSpPr>
        <p:spPr>
          <a:xfrm>
            <a:off x="8580501" y="6356350"/>
            <a:ext cx="2743200" cy="365125"/>
          </a:xfrm>
        </p:spPr>
        <p:txBody>
          <a:bodyPr/>
          <a:lstStyle/>
          <a:p>
            <a:fld id="{273F27D2-06B6-4999-B31F-B875E94682A2}" type="slidenum">
              <a:rPr lang="ja-JP" altLang="en-US" smtClean="0"/>
              <a:pPr/>
              <a:t>38</a:t>
            </a:fld>
            <a:endParaRPr lang="ja-JP" altLang="en-US" dirty="0"/>
          </a:p>
        </p:txBody>
      </p:sp>
      <p:grpSp>
        <p:nvGrpSpPr>
          <p:cNvPr id="98" name="グループ化 97">
            <a:extLst>
              <a:ext uri="{FF2B5EF4-FFF2-40B4-BE49-F238E27FC236}">
                <a16:creationId xmlns:a16="http://schemas.microsoft.com/office/drawing/2014/main" id="{05558873-B1DC-FC45-9195-EB5B81601590}"/>
              </a:ext>
            </a:extLst>
          </p:cNvPr>
          <p:cNvGrpSpPr/>
          <p:nvPr/>
        </p:nvGrpSpPr>
        <p:grpSpPr>
          <a:xfrm>
            <a:off x="755840" y="1039314"/>
            <a:ext cx="10680319" cy="1752600"/>
            <a:chOff x="749681" y="1123950"/>
            <a:chExt cx="10680319" cy="1752600"/>
          </a:xfrm>
        </p:grpSpPr>
        <p:grpSp>
          <p:nvGrpSpPr>
            <p:cNvPr id="52" name="グループ化 51">
              <a:extLst>
                <a:ext uri="{FF2B5EF4-FFF2-40B4-BE49-F238E27FC236}">
                  <a16:creationId xmlns:a16="http://schemas.microsoft.com/office/drawing/2014/main" id="{A220E2F5-A4BF-08A5-8CDD-F07E13241036}"/>
                </a:ext>
              </a:extLst>
            </p:cNvPr>
            <p:cNvGrpSpPr/>
            <p:nvPr/>
          </p:nvGrpSpPr>
          <p:grpSpPr>
            <a:xfrm>
              <a:off x="2508502" y="1395395"/>
              <a:ext cx="8272274" cy="1250252"/>
              <a:chOff x="1709926" y="1481120"/>
              <a:chExt cx="8272274" cy="1250252"/>
            </a:xfrm>
          </p:grpSpPr>
          <p:sp>
            <p:nvSpPr>
              <p:cNvPr id="7" name="正方形/長方形 6">
                <a:extLst>
                  <a:ext uri="{FF2B5EF4-FFF2-40B4-BE49-F238E27FC236}">
                    <a16:creationId xmlns:a16="http://schemas.microsoft.com/office/drawing/2014/main" id="{EA1D41B1-A51D-651F-7581-13BEE77CCE3A}"/>
                  </a:ext>
                </a:extLst>
              </p:cNvPr>
              <p:cNvSpPr/>
              <p:nvPr/>
            </p:nvSpPr>
            <p:spPr>
              <a:xfrm>
                <a:off x="2502406" y="2250492"/>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ENTRY</a:t>
                </a:r>
                <a:endParaRPr kumimoji="1" lang="ja-JP" altLang="en-US" dirty="0">
                  <a:solidFill>
                    <a:schemeClr val="tx1"/>
                  </a:solidFill>
                </a:endParaRPr>
              </a:p>
            </p:txBody>
          </p:sp>
          <p:sp>
            <p:nvSpPr>
              <p:cNvPr id="8" name="正方形/長方形 7">
                <a:extLst>
                  <a:ext uri="{FF2B5EF4-FFF2-40B4-BE49-F238E27FC236}">
                    <a16:creationId xmlns:a16="http://schemas.microsoft.com/office/drawing/2014/main" id="{EE8C0F94-ACBD-8330-97D7-161221B78E33}"/>
                  </a:ext>
                </a:extLst>
              </p:cNvPr>
              <p:cNvSpPr/>
              <p:nvPr/>
            </p:nvSpPr>
            <p:spPr>
              <a:xfrm>
                <a:off x="4605528" y="2263298"/>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FD</a:t>
                </a:r>
                <a:endParaRPr kumimoji="1" lang="ja-JP" altLang="en-US" dirty="0">
                  <a:solidFill>
                    <a:schemeClr val="tx1"/>
                  </a:solidFill>
                </a:endParaRPr>
              </a:p>
            </p:txBody>
          </p:sp>
          <p:sp>
            <p:nvSpPr>
              <p:cNvPr id="9" name="正方形/長方形 8">
                <a:extLst>
                  <a:ext uri="{FF2B5EF4-FFF2-40B4-BE49-F238E27FC236}">
                    <a16:creationId xmlns:a16="http://schemas.microsoft.com/office/drawing/2014/main" id="{B1411E44-8E86-00B0-E2D1-1A6C4DD06F6A}"/>
                  </a:ext>
                </a:extLst>
              </p:cNvPr>
              <p:cNvSpPr/>
              <p:nvPr/>
            </p:nvSpPr>
            <p:spPr>
              <a:xfrm>
                <a:off x="6294120" y="2263298"/>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OR</a:t>
                </a:r>
                <a:endParaRPr kumimoji="1" lang="ja-JP" altLang="en-US" dirty="0">
                  <a:solidFill>
                    <a:schemeClr val="tx1"/>
                  </a:solidFill>
                </a:endParaRPr>
              </a:p>
            </p:txBody>
          </p:sp>
          <p:sp>
            <p:nvSpPr>
              <p:cNvPr id="10" name="正方形/長方形 9">
                <a:extLst>
                  <a:ext uri="{FF2B5EF4-FFF2-40B4-BE49-F238E27FC236}">
                    <a16:creationId xmlns:a16="http://schemas.microsoft.com/office/drawing/2014/main" id="{0BBF6997-6953-5FA8-6769-8FA04FCE2F55}"/>
                  </a:ext>
                </a:extLst>
              </p:cNvPr>
              <p:cNvSpPr/>
              <p:nvPr/>
            </p:nvSpPr>
            <p:spPr>
              <a:xfrm>
                <a:off x="7982712" y="2263298"/>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MA</a:t>
                </a:r>
              </a:p>
            </p:txBody>
          </p:sp>
          <p:sp>
            <p:nvSpPr>
              <p:cNvPr id="15" name="正方形/長方形 14">
                <a:extLst>
                  <a:ext uri="{FF2B5EF4-FFF2-40B4-BE49-F238E27FC236}">
                    <a16:creationId xmlns:a16="http://schemas.microsoft.com/office/drawing/2014/main" id="{99518F2C-074F-F658-FDBB-617F7C6C554B}"/>
                  </a:ext>
                </a:extLst>
              </p:cNvPr>
              <p:cNvSpPr/>
              <p:nvPr/>
            </p:nvSpPr>
            <p:spPr>
              <a:xfrm>
                <a:off x="6290596" y="1481120"/>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AM</a:t>
                </a:r>
                <a:endParaRPr kumimoji="1" lang="ja-JP" altLang="en-US" dirty="0">
                  <a:solidFill>
                    <a:schemeClr val="tx1"/>
                  </a:solidFill>
                </a:endParaRPr>
              </a:p>
            </p:txBody>
          </p:sp>
          <p:cxnSp>
            <p:nvCxnSpPr>
              <p:cNvPr id="18" name="直線矢印コネクタ 17">
                <a:extLst>
                  <a:ext uri="{FF2B5EF4-FFF2-40B4-BE49-F238E27FC236}">
                    <a16:creationId xmlns:a16="http://schemas.microsoft.com/office/drawing/2014/main" id="{6D29F48A-C098-FA3C-9869-6D391E0C8029}"/>
                  </a:ext>
                </a:extLst>
              </p:cNvPr>
              <p:cNvCxnSpPr>
                <a:cxnSpLocks/>
                <a:endCxn id="7" idx="1"/>
              </p:cNvCxnSpPr>
              <p:nvPr/>
            </p:nvCxnSpPr>
            <p:spPr>
              <a:xfrm>
                <a:off x="1709926" y="2484529"/>
                <a:ext cx="79248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0" name="直線矢印コネクタ 19">
                <a:extLst>
                  <a:ext uri="{FF2B5EF4-FFF2-40B4-BE49-F238E27FC236}">
                    <a16:creationId xmlns:a16="http://schemas.microsoft.com/office/drawing/2014/main" id="{5DA9C9F4-CDC4-DC44-8637-71D1239D37F2}"/>
                  </a:ext>
                </a:extLst>
              </p:cNvPr>
              <p:cNvCxnSpPr>
                <a:cxnSpLocks/>
                <a:stCxn id="7" idx="3"/>
                <a:endCxn id="8" idx="1"/>
              </p:cNvCxnSpPr>
              <p:nvPr/>
            </p:nvCxnSpPr>
            <p:spPr>
              <a:xfrm>
                <a:off x="3758182" y="2484529"/>
                <a:ext cx="847346" cy="1280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A62A79CD-BBCD-D383-F78F-A83EB1C05A24}"/>
                  </a:ext>
                </a:extLst>
              </p:cNvPr>
              <p:cNvCxnSpPr>
                <a:cxnSpLocks/>
                <a:stCxn id="8" idx="3"/>
                <a:endCxn id="9" idx="1"/>
              </p:cNvCxnSpPr>
              <p:nvPr/>
            </p:nvCxnSpPr>
            <p:spPr>
              <a:xfrm>
                <a:off x="5861304" y="2497335"/>
                <a:ext cx="432816"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9" name="直線矢印コネクタ 28">
                <a:extLst>
                  <a:ext uri="{FF2B5EF4-FFF2-40B4-BE49-F238E27FC236}">
                    <a16:creationId xmlns:a16="http://schemas.microsoft.com/office/drawing/2014/main" id="{416F374B-83A8-95FD-7216-A3CA99057730}"/>
                  </a:ext>
                </a:extLst>
              </p:cNvPr>
              <p:cNvCxnSpPr>
                <a:cxnSpLocks/>
                <a:stCxn id="9" idx="3"/>
                <a:endCxn id="10" idx="1"/>
              </p:cNvCxnSpPr>
              <p:nvPr/>
            </p:nvCxnSpPr>
            <p:spPr>
              <a:xfrm>
                <a:off x="7549896" y="2497335"/>
                <a:ext cx="432816"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2" name="直線矢印コネクタ 31">
                <a:extLst>
                  <a:ext uri="{FF2B5EF4-FFF2-40B4-BE49-F238E27FC236}">
                    <a16:creationId xmlns:a16="http://schemas.microsoft.com/office/drawing/2014/main" id="{BC190598-91D4-949D-9D14-C5ECA0D9C8C6}"/>
                  </a:ext>
                </a:extLst>
              </p:cNvPr>
              <p:cNvCxnSpPr>
                <a:cxnSpLocks/>
                <a:stCxn id="15" idx="3"/>
                <a:endCxn id="10" idx="0"/>
              </p:cNvCxnSpPr>
              <p:nvPr/>
            </p:nvCxnSpPr>
            <p:spPr>
              <a:xfrm>
                <a:off x="7546372" y="1715157"/>
                <a:ext cx="1064228" cy="54814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44" name="直線矢印コネクタ 43">
                <a:extLst>
                  <a:ext uri="{FF2B5EF4-FFF2-40B4-BE49-F238E27FC236}">
                    <a16:creationId xmlns:a16="http://schemas.microsoft.com/office/drawing/2014/main" id="{CEBAB003-BDE5-43B8-BFA6-F81FE265EBBF}"/>
                  </a:ext>
                </a:extLst>
              </p:cNvPr>
              <p:cNvCxnSpPr>
                <a:cxnSpLocks/>
                <a:stCxn id="8" idx="0"/>
                <a:endCxn id="15" idx="1"/>
              </p:cNvCxnSpPr>
              <p:nvPr/>
            </p:nvCxnSpPr>
            <p:spPr>
              <a:xfrm rot="5400000" flipH="1" flipV="1">
                <a:off x="5487936" y="1460638"/>
                <a:ext cx="548141" cy="105718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3570D79B-DE12-4810-13D1-24C14D9552E3}"/>
                  </a:ext>
                </a:extLst>
              </p:cNvPr>
              <p:cNvCxnSpPr>
                <a:cxnSpLocks/>
                <a:stCxn id="10" idx="3"/>
              </p:cNvCxnSpPr>
              <p:nvPr/>
            </p:nvCxnSpPr>
            <p:spPr>
              <a:xfrm>
                <a:off x="9238488" y="2497335"/>
                <a:ext cx="743712"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sp>
          <p:nvSpPr>
            <p:cNvPr id="53" name="正方形/長方形 52">
              <a:extLst>
                <a:ext uri="{FF2B5EF4-FFF2-40B4-BE49-F238E27FC236}">
                  <a16:creationId xmlns:a16="http://schemas.microsoft.com/office/drawing/2014/main" id="{FAF7BCAD-7702-5168-029D-A443E6A614D9}"/>
                </a:ext>
              </a:extLst>
            </p:cNvPr>
            <p:cNvSpPr/>
            <p:nvPr/>
          </p:nvSpPr>
          <p:spPr>
            <a:xfrm>
              <a:off x="762000" y="1123950"/>
              <a:ext cx="10668000" cy="175260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テキスト ボックス 72">
              <a:extLst>
                <a:ext uri="{FF2B5EF4-FFF2-40B4-BE49-F238E27FC236}">
                  <a16:creationId xmlns:a16="http://schemas.microsoft.com/office/drawing/2014/main" id="{CD18035A-0D34-3766-0D3A-DAFA33FBD910}"/>
                </a:ext>
              </a:extLst>
            </p:cNvPr>
            <p:cNvSpPr txBox="1"/>
            <p:nvPr/>
          </p:nvSpPr>
          <p:spPr>
            <a:xfrm>
              <a:off x="749681" y="1214800"/>
              <a:ext cx="2080386" cy="369332"/>
            </a:xfrm>
            <a:prstGeom prst="rect">
              <a:avLst/>
            </a:prstGeom>
            <a:noFill/>
          </p:spPr>
          <p:txBody>
            <a:bodyPr wrap="square" rtlCol="0">
              <a:spAutoFit/>
            </a:bodyPr>
            <a:lstStyle/>
            <a:p>
              <a:r>
                <a:rPr lang="ja-JP" altLang="en-US" dirty="0"/>
                <a:t>現行版</a:t>
              </a:r>
              <a:endParaRPr kumimoji="1" lang="ja-JP" altLang="en-US" dirty="0"/>
            </a:p>
          </p:txBody>
        </p:sp>
        <p:cxnSp>
          <p:nvCxnSpPr>
            <p:cNvPr id="173" name="直線矢印コネクタ 31">
              <a:extLst>
                <a:ext uri="{FF2B5EF4-FFF2-40B4-BE49-F238E27FC236}">
                  <a16:creationId xmlns:a16="http://schemas.microsoft.com/office/drawing/2014/main" id="{944AF765-39D7-5CB4-D6EF-766CB7812105}"/>
                </a:ext>
              </a:extLst>
            </p:cNvPr>
            <p:cNvCxnSpPr>
              <a:cxnSpLocks/>
              <a:stCxn id="15" idx="0"/>
              <a:endCxn id="7" idx="0"/>
            </p:cNvCxnSpPr>
            <p:nvPr/>
          </p:nvCxnSpPr>
          <p:spPr>
            <a:xfrm rot="16200000" flipH="1" flipV="1">
              <a:off x="5438279" y="-114014"/>
              <a:ext cx="769372" cy="3788190"/>
            </a:xfrm>
            <a:prstGeom prst="bentConnector3">
              <a:avLst>
                <a:gd name="adj1" fmla="val -29713"/>
              </a:avLst>
            </a:prstGeom>
            <a:ln w="19050">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DC66DDF7-32B2-9C4D-D3C9-5C370C612122}"/>
                </a:ext>
              </a:extLst>
            </p:cNvPr>
            <p:cNvCxnSpPr>
              <a:cxnSpLocks/>
              <a:stCxn id="9" idx="0"/>
              <a:endCxn id="15" idx="2"/>
            </p:cNvCxnSpPr>
            <p:nvPr/>
          </p:nvCxnSpPr>
          <p:spPr>
            <a:xfrm flipH="1" flipV="1">
              <a:off x="7717060" y="1863469"/>
              <a:ext cx="3524" cy="314104"/>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grpSp>
        <p:nvGrpSpPr>
          <p:cNvPr id="151" name="グループ化 150">
            <a:extLst>
              <a:ext uri="{FF2B5EF4-FFF2-40B4-BE49-F238E27FC236}">
                <a16:creationId xmlns:a16="http://schemas.microsoft.com/office/drawing/2014/main" id="{22F303DD-86ED-C5FF-3B91-D8C907E55F31}"/>
              </a:ext>
            </a:extLst>
          </p:cNvPr>
          <p:cNvGrpSpPr/>
          <p:nvPr/>
        </p:nvGrpSpPr>
        <p:grpSpPr>
          <a:xfrm>
            <a:off x="420391" y="2964026"/>
            <a:ext cx="11351217" cy="3623694"/>
            <a:chOff x="356383" y="3048384"/>
            <a:chExt cx="11351217" cy="3623694"/>
          </a:xfrm>
        </p:grpSpPr>
        <p:sp>
          <p:nvSpPr>
            <p:cNvPr id="139" name="テキスト ボックス 138">
              <a:extLst>
                <a:ext uri="{FF2B5EF4-FFF2-40B4-BE49-F238E27FC236}">
                  <a16:creationId xmlns:a16="http://schemas.microsoft.com/office/drawing/2014/main" id="{6E943B38-4050-D817-7601-E147E8754774}"/>
                </a:ext>
              </a:extLst>
            </p:cNvPr>
            <p:cNvSpPr txBox="1"/>
            <p:nvPr/>
          </p:nvSpPr>
          <p:spPr>
            <a:xfrm>
              <a:off x="499589" y="3282460"/>
              <a:ext cx="2080386" cy="369332"/>
            </a:xfrm>
            <a:prstGeom prst="rect">
              <a:avLst/>
            </a:prstGeom>
            <a:noFill/>
          </p:spPr>
          <p:txBody>
            <a:bodyPr wrap="square" rtlCol="0">
              <a:spAutoFit/>
            </a:bodyPr>
            <a:lstStyle/>
            <a:p>
              <a:r>
                <a:rPr lang="en-US" altLang="ja-JP" dirty="0" err="1"/>
                <a:t>Super_Scalar</a:t>
              </a:r>
              <a:r>
                <a:rPr lang="ja-JP" altLang="en-US" dirty="0"/>
                <a:t>版</a:t>
              </a:r>
              <a:endParaRPr kumimoji="1" lang="ja-JP" altLang="en-US" dirty="0"/>
            </a:p>
          </p:txBody>
        </p:sp>
        <p:grpSp>
          <p:nvGrpSpPr>
            <p:cNvPr id="99" name="グループ化 98">
              <a:extLst>
                <a:ext uri="{FF2B5EF4-FFF2-40B4-BE49-F238E27FC236}">
                  <a16:creationId xmlns:a16="http://schemas.microsoft.com/office/drawing/2014/main" id="{BAD72710-5329-8501-CA9F-A56475D99F5B}"/>
                </a:ext>
              </a:extLst>
            </p:cNvPr>
            <p:cNvGrpSpPr/>
            <p:nvPr/>
          </p:nvGrpSpPr>
          <p:grpSpPr>
            <a:xfrm>
              <a:off x="2395213" y="3341776"/>
              <a:ext cx="8385563" cy="1550321"/>
              <a:chOff x="2395213" y="3202596"/>
              <a:chExt cx="8385563" cy="1550321"/>
            </a:xfrm>
          </p:grpSpPr>
          <p:grpSp>
            <p:nvGrpSpPr>
              <p:cNvPr id="41" name="グループ化 40">
                <a:extLst>
                  <a:ext uri="{FF2B5EF4-FFF2-40B4-BE49-F238E27FC236}">
                    <a16:creationId xmlns:a16="http://schemas.microsoft.com/office/drawing/2014/main" id="{FCF9D97E-6723-CAB8-C750-02CA28AD7CD2}"/>
                  </a:ext>
                </a:extLst>
              </p:cNvPr>
              <p:cNvGrpSpPr/>
              <p:nvPr/>
            </p:nvGrpSpPr>
            <p:grpSpPr>
              <a:xfrm>
                <a:off x="2395213" y="3202596"/>
                <a:ext cx="8385563" cy="1550321"/>
                <a:chOff x="1596637" y="1481120"/>
                <a:chExt cx="8385563" cy="1550321"/>
              </a:xfrm>
            </p:grpSpPr>
            <p:sp>
              <p:nvSpPr>
                <p:cNvPr id="42" name="正方形/長方形 41">
                  <a:extLst>
                    <a:ext uri="{FF2B5EF4-FFF2-40B4-BE49-F238E27FC236}">
                      <a16:creationId xmlns:a16="http://schemas.microsoft.com/office/drawing/2014/main" id="{CB73EBDA-92FC-3878-D0F4-291FEB069250}"/>
                    </a:ext>
                  </a:extLst>
                </p:cNvPr>
                <p:cNvSpPr/>
                <p:nvPr/>
              </p:nvSpPr>
              <p:spPr>
                <a:xfrm>
                  <a:off x="2502406" y="2250492"/>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ENTRY</a:t>
                  </a:r>
                  <a:endParaRPr kumimoji="1" lang="ja-JP" altLang="en-US" dirty="0">
                    <a:solidFill>
                      <a:schemeClr val="tx1"/>
                    </a:solidFill>
                  </a:endParaRPr>
                </a:p>
              </p:txBody>
            </p:sp>
            <p:sp>
              <p:nvSpPr>
                <p:cNvPr id="43" name="正方形/長方形 42">
                  <a:extLst>
                    <a:ext uri="{FF2B5EF4-FFF2-40B4-BE49-F238E27FC236}">
                      <a16:creationId xmlns:a16="http://schemas.microsoft.com/office/drawing/2014/main" id="{EEA3EFE9-B109-42B4-B0B2-444F76E1CC44}"/>
                    </a:ext>
                  </a:extLst>
                </p:cNvPr>
                <p:cNvSpPr/>
                <p:nvPr/>
              </p:nvSpPr>
              <p:spPr>
                <a:xfrm>
                  <a:off x="4605528" y="2263298"/>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FD</a:t>
                  </a:r>
                  <a:endParaRPr kumimoji="1" lang="ja-JP" altLang="en-US" dirty="0">
                    <a:solidFill>
                      <a:schemeClr val="tx1"/>
                    </a:solidFill>
                  </a:endParaRPr>
                </a:p>
              </p:txBody>
            </p:sp>
            <p:sp>
              <p:nvSpPr>
                <p:cNvPr id="45" name="正方形/長方形 44">
                  <a:extLst>
                    <a:ext uri="{FF2B5EF4-FFF2-40B4-BE49-F238E27FC236}">
                      <a16:creationId xmlns:a16="http://schemas.microsoft.com/office/drawing/2014/main" id="{C8DC0220-AAEA-2858-E25B-F74F4CCC7106}"/>
                    </a:ext>
                  </a:extLst>
                </p:cNvPr>
                <p:cNvSpPr/>
                <p:nvPr/>
              </p:nvSpPr>
              <p:spPr>
                <a:xfrm>
                  <a:off x="6294120" y="2263298"/>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OR</a:t>
                  </a:r>
                  <a:endParaRPr kumimoji="1" lang="ja-JP" altLang="en-US" dirty="0">
                    <a:solidFill>
                      <a:schemeClr val="tx1"/>
                    </a:solidFill>
                  </a:endParaRPr>
                </a:p>
              </p:txBody>
            </p:sp>
            <p:sp>
              <p:nvSpPr>
                <p:cNvPr id="46" name="正方形/長方形 45">
                  <a:extLst>
                    <a:ext uri="{FF2B5EF4-FFF2-40B4-BE49-F238E27FC236}">
                      <a16:creationId xmlns:a16="http://schemas.microsoft.com/office/drawing/2014/main" id="{41DD5ABE-EADC-943C-6DDD-9AFBB6B2BCBA}"/>
                    </a:ext>
                  </a:extLst>
                </p:cNvPr>
                <p:cNvSpPr/>
                <p:nvPr/>
              </p:nvSpPr>
              <p:spPr>
                <a:xfrm>
                  <a:off x="7982712" y="2263298"/>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MA</a:t>
                  </a:r>
                </a:p>
              </p:txBody>
            </p:sp>
            <p:sp>
              <p:nvSpPr>
                <p:cNvPr id="47" name="正方形/長方形 46">
                  <a:extLst>
                    <a:ext uri="{FF2B5EF4-FFF2-40B4-BE49-F238E27FC236}">
                      <a16:creationId xmlns:a16="http://schemas.microsoft.com/office/drawing/2014/main" id="{8968D19D-2D1C-ACCE-32BD-58B5738A4415}"/>
                    </a:ext>
                  </a:extLst>
                </p:cNvPr>
                <p:cNvSpPr/>
                <p:nvPr/>
              </p:nvSpPr>
              <p:spPr>
                <a:xfrm>
                  <a:off x="6290596" y="1481120"/>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AM</a:t>
                  </a:r>
                  <a:endParaRPr kumimoji="1" lang="ja-JP" altLang="en-US" dirty="0">
                    <a:solidFill>
                      <a:schemeClr val="tx1"/>
                    </a:solidFill>
                  </a:endParaRPr>
                </a:p>
              </p:txBody>
            </p:sp>
            <p:cxnSp>
              <p:nvCxnSpPr>
                <p:cNvPr id="48" name="直線矢印コネクタ 47">
                  <a:extLst>
                    <a:ext uri="{FF2B5EF4-FFF2-40B4-BE49-F238E27FC236}">
                      <a16:creationId xmlns:a16="http://schemas.microsoft.com/office/drawing/2014/main" id="{DB02A5AC-22D5-0CBC-D6EA-B64B86A3073F}"/>
                    </a:ext>
                  </a:extLst>
                </p:cNvPr>
                <p:cNvCxnSpPr>
                  <a:cxnSpLocks/>
                  <a:stCxn id="96" idx="3"/>
                  <a:endCxn id="42" idx="1"/>
                </p:cNvCxnSpPr>
                <p:nvPr/>
              </p:nvCxnSpPr>
              <p:spPr>
                <a:xfrm flipV="1">
                  <a:off x="1596637" y="2484529"/>
                  <a:ext cx="905769" cy="54691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50" name="直線矢印コネクタ 49">
                  <a:extLst>
                    <a:ext uri="{FF2B5EF4-FFF2-40B4-BE49-F238E27FC236}">
                      <a16:creationId xmlns:a16="http://schemas.microsoft.com/office/drawing/2014/main" id="{D050F226-B375-B1C0-A782-EAFBE48E38BB}"/>
                    </a:ext>
                  </a:extLst>
                </p:cNvPr>
                <p:cNvCxnSpPr>
                  <a:cxnSpLocks/>
                  <a:stCxn id="42" idx="3"/>
                  <a:endCxn id="43" idx="1"/>
                </p:cNvCxnSpPr>
                <p:nvPr/>
              </p:nvCxnSpPr>
              <p:spPr>
                <a:xfrm>
                  <a:off x="3758182" y="2484529"/>
                  <a:ext cx="847346" cy="1280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1" name="直線矢印コネクタ 50">
                  <a:extLst>
                    <a:ext uri="{FF2B5EF4-FFF2-40B4-BE49-F238E27FC236}">
                      <a16:creationId xmlns:a16="http://schemas.microsoft.com/office/drawing/2014/main" id="{43F2B152-83CB-3E0F-E6E7-56502502DB1C}"/>
                    </a:ext>
                  </a:extLst>
                </p:cNvPr>
                <p:cNvCxnSpPr>
                  <a:cxnSpLocks/>
                  <a:stCxn id="43" idx="3"/>
                  <a:endCxn id="45" idx="1"/>
                </p:cNvCxnSpPr>
                <p:nvPr/>
              </p:nvCxnSpPr>
              <p:spPr>
                <a:xfrm>
                  <a:off x="5861304" y="2497335"/>
                  <a:ext cx="432816"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5" name="直線矢印コネクタ 54">
                  <a:extLst>
                    <a:ext uri="{FF2B5EF4-FFF2-40B4-BE49-F238E27FC236}">
                      <a16:creationId xmlns:a16="http://schemas.microsoft.com/office/drawing/2014/main" id="{FC02F68B-ECAB-9DA6-EF08-C410AC56AF52}"/>
                    </a:ext>
                  </a:extLst>
                </p:cNvPr>
                <p:cNvCxnSpPr>
                  <a:cxnSpLocks/>
                  <a:stCxn id="45" idx="3"/>
                  <a:endCxn id="46" idx="1"/>
                </p:cNvCxnSpPr>
                <p:nvPr/>
              </p:nvCxnSpPr>
              <p:spPr>
                <a:xfrm>
                  <a:off x="7549896" y="2497335"/>
                  <a:ext cx="432816"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6" name="直線矢印コネクタ 31">
                  <a:extLst>
                    <a:ext uri="{FF2B5EF4-FFF2-40B4-BE49-F238E27FC236}">
                      <a16:creationId xmlns:a16="http://schemas.microsoft.com/office/drawing/2014/main" id="{D4987A21-C596-53E7-85F9-7ED9A9203950}"/>
                    </a:ext>
                  </a:extLst>
                </p:cNvPr>
                <p:cNvCxnSpPr>
                  <a:cxnSpLocks/>
                  <a:stCxn id="47" idx="3"/>
                  <a:endCxn id="46" idx="0"/>
                </p:cNvCxnSpPr>
                <p:nvPr/>
              </p:nvCxnSpPr>
              <p:spPr>
                <a:xfrm>
                  <a:off x="7546372" y="1715157"/>
                  <a:ext cx="1064228" cy="54814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63" name="直線矢印コネクタ 43">
                  <a:extLst>
                    <a:ext uri="{FF2B5EF4-FFF2-40B4-BE49-F238E27FC236}">
                      <a16:creationId xmlns:a16="http://schemas.microsoft.com/office/drawing/2014/main" id="{B5970966-EEA4-250D-9290-43A0D8717835}"/>
                    </a:ext>
                  </a:extLst>
                </p:cNvPr>
                <p:cNvCxnSpPr>
                  <a:cxnSpLocks/>
                  <a:stCxn id="43" idx="0"/>
                  <a:endCxn id="47" idx="1"/>
                </p:cNvCxnSpPr>
                <p:nvPr/>
              </p:nvCxnSpPr>
              <p:spPr>
                <a:xfrm rot="5400000" flipH="1" flipV="1">
                  <a:off x="5487936" y="1460638"/>
                  <a:ext cx="548141" cy="1057180"/>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64" name="直線矢印コネクタ 63">
                  <a:extLst>
                    <a:ext uri="{FF2B5EF4-FFF2-40B4-BE49-F238E27FC236}">
                      <a16:creationId xmlns:a16="http://schemas.microsoft.com/office/drawing/2014/main" id="{DD1CDDCE-4446-F7EA-AFA3-CEC3F14EEF5A}"/>
                    </a:ext>
                  </a:extLst>
                </p:cNvPr>
                <p:cNvCxnSpPr>
                  <a:cxnSpLocks/>
                  <a:stCxn id="46" idx="3"/>
                </p:cNvCxnSpPr>
                <p:nvPr/>
              </p:nvCxnSpPr>
              <p:spPr>
                <a:xfrm>
                  <a:off x="9238488" y="2497335"/>
                  <a:ext cx="743712"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cxnSp>
            <p:nvCxnSpPr>
              <p:cNvPr id="80" name="直線矢印コネクタ 31">
                <a:extLst>
                  <a:ext uri="{FF2B5EF4-FFF2-40B4-BE49-F238E27FC236}">
                    <a16:creationId xmlns:a16="http://schemas.microsoft.com/office/drawing/2014/main" id="{3FC760FB-8C90-7FE7-964C-6F20119285AB}"/>
                  </a:ext>
                </a:extLst>
              </p:cNvPr>
              <p:cNvCxnSpPr>
                <a:cxnSpLocks/>
                <a:stCxn id="47" idx="0"/>
                <a:endCxn id="42" idx="0"/>
              </p:cNvCxnSpPr>
              <p:nvPr/>
            </p:nvCxnSpPr>
            <p:spPr>
              <a:xfrm rot="16200000" flipH="1" flipV="1">
                <a:off x="5438279" y="1693187"/>
                <a:ext cx="769372" cy="3788190"/>
              </a:xfrm>
              <a:prstGeom prst="bentConnector3">
                <a:avLst>
                  <a:gd name="adj1" fmla="val -19809"/>
                </a:avLst>
              </a:prstGeom>
              <a:ln w="19050">
                <a:tailEnd type="triangle"/>
              </a:ln>
            </p:spPr>
            <p:style>
              <a:lnRef idx="1">
                <a:schemeClr val="dk1"/>
              </a:lnRef>
              <a:fillRef idx="0">
                <a:schemeClr val="dk1"/>
              </a:fillRef>
              <a:effectRef idx="0">
                <a:schemeClr val="dk1"/>
              </a:effectRef>
              <a:fontRef idx="minor">
                <a:schemeClr val="tx1"/>
              </a:fontRef>
            </p:style>
          </p:cxnSp>
          <p:cxnSp>
            <p:nvCxnSpPr>
              <p:cNvPr id="93" name="直線矢印コネクタ 92">
                <a:extLst>
                  <a:ext uri="{FF2B5EF4-FFF2-40B4-BE49-F238E27FC236}">
                    <a16:creationId xmlns:a16="http://schemas.microsoft.com/office/drawing/2014/main" id="{2B430906-2B0F-25F7-0A0E-E00E30A33BB3}"/>
                  </a:ext>
                </a:extLst>
              </p:cNvPr>
              <p:cNvCxnSpPr>
                <a:cxnSpLocks/>
                <a:stCxn id="45" idx="0"/>
                <a:endCxn id="47" idx="2"/>
              </p:cNvCxnSpPr>
              <p:nvPr/>
            </p:nvCxnSpPr>
            <p:spPr>
              <a:xfrm flipH="1" flipV="1">
                <a:off x="7717060" y="3670670"/>
                <a:ext cx="3524" cy="314104"/>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sp>
          <p:nvSpPr>
            <p:cNvPr id="96" name="正方形/長方形 95">
              <a:extLst>
                <a:ext uri="{FF2B5EF4-FFF2-40B4-BE49-F238E27FC236}">
                  <a16:creationId xmlns:a16="http://schemas.microsoft.com/office/drawing/2014/main" id="{F960092F-4448-A73E-624C-5C14CACA0ABF}"/>
                </a:ext>
              </a:extLst>
            </p:cNvPr>
            <p:cNvSpPr/>
            <p:nvPr/>
          </p:nvSpPr>
          <p:spPr>
            <a:xfrm>
              <a:off x="1139437" y="4658060"/>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対応表</a:t>
              </a:r>
            </a:p>
          </p:txBody>
        </p:sp>
        <p:grpSp>
          <p:nvGrpSpPr>
            <p:cNvPr id="100" name="グループ化 99">
              <a:extLst>
                <a:ext uri="{FF2B5EF4-FFF2-40B4-BE49-F238E27FC236}">
                  <a16:creationId xmlns:a16="http://schemas.microsoft.com/office/drawing/2014/main" id="{1DA3E5A4-21A6-ED54-8E9B-18C026843747}"/>
                </a:ext>
              </a:extLst>
            </p:cNvPr>
            <p:cNvGrpSpPr/>
            <p:nvPr/>
          </p:nvGrpSpPr>
          <p:grpSpPr>
            <a:xfrm>
              <a:off x="2395213" y="4892097"/>
              <a:ext cx="8385563" cy="1419308"/>
              <a:chOff x="2395213" y="3735651"/>
              <a:chExt cx="8385563" cy="1419308"/>
            </a:xfrm>
          </p:grpSpPr>
          <p:grpSp>
            <p:nvGrpSpPr>
              <p:cNvPr id="101" name="グループ化 100">
                <a:extLst>
                  <a:ext uri="{FF2B5EF4-FFF2-40B4-BE49-F238E27FC236}">
                    <a16:creationId xmlns:a16="http://schemas.microsoft.com/office/drawing/2014/main" id="{4F8EE4F1-7322-F66B-B8C6-BD0CC93A7F4C}"/>
                  </a:ext>
                </a:extLst>
              </p:cNvPr>
              <p:cNvGrpSpPr/>
              <p:nvPr/>
            </p:nvGrpSpPr>
            <p:grpSpPr>
              <a:xfrm>
                <a:off x="2395213" y="3735651"/>
                <a:ext cx="8385563" cy="1419308"/>
                <a:chOff x="1596637" y="2014175"/>
                <a:chExt cx="8385563" cy="1419308"/>
              </a:xfrm>
            </p:grpSpPr>
            <p:sp>
              <p:nvSpPr>
                <p:cNvPr id="104" name="正方形/長方形 103">
                  <a:extLst>
                    <a:ext uri="{FF2B5EF4-FFF2-40B4-BE49-F238E27FC236}">
                      <a16:creationId xmlns:a16="http://schemas.microsoft.com/office/drawing/2014/main" id="{EF9B1C66-1CE8-65DF-67DF-AB7383112383}"/>
                    </a:ext>
                  </a:extLst>
                </p:cNvPr>
                <p:cNvSpPr/>
                <p:nvPr/>
              </p:nvSpPr>
              <p:spPr>
                <a:xfrm>
                  <a:off x="2502406" y="2250492"/>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ENTRY</a:t>
                  </a:r>
                  <a:endParaRPr kumimoji="1" lang="ja-JP" altLang="en-US" dirty="0">
                    <a:solidFill>
                      <a:schemeClr val="tx1"/>
                    </a:solidFill>
                  </a:endParaRPr>
                </a:p>
              </p:txBody>
            </p:sp>
            <p:sp>
              <p:nvSpPr>
                <p:cNvPr id="105" name="正方形/長方形 104">
                  <a:extLst>
                    <a:ext uri="{FF2B5EF4-FFF2-40B4-BE49-F238E27FC236}">
                      <a16:creationId xmlns:a16="http://schemas.microsoft.com/office/drawing/2014/main" id="{30628598-AEA8-4E54-FA11-AA838775BDAC}"/>
                    </a:ext>
                  </a:extLst>
                </p:cNvPr>
                <p:cNvSpPr/>
                <p:nvPr/>
              </p:nvSpPr>
              <p:spPr>
                <a:xfrm>
                  <a:off x="4605528" y="2263298"/>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FD</a:t>
                  </a:r>
                  <a:endParaRPr kumimoji="1" lang="ja-JP" altLang="en-US" dirty="0">
                    <a:solidFill>
                      <a:schemeClr val="tx1"/>
                    </a:solidFill>
                  </a:endParaRPr>
                </a:p>
              </p:txBody>
            </p:sp>
            <p:sp>
              <p:nvSpPr>
                <p:cNvPr id="106" name="正方形/長方形 105">
                  <a:extLst>
                    <a:ext uri="{FF2B5EF4-FFF2-40B4-BE49-F238E27FC236}">
                      <a16:creationId xmlns:a16="http://schemas.microsoft.com/office/drawing/2014/main" id="{B650DA15-4149-8A45-0B6C-B6493457360B}"/>
                    </a:ext>
                  </a:extLst>
                </p:cNvPr>
                <p:cNvSpPr/>
                <p:nvPr/>
              </p:nvSpPr>
              <p:spPr>
                <a:xfrm>
                  <a:off x="6294120" y="2263298"/>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OR</a:t>
                  </a:r>
                  <a:endParaRPr kumimoji="1" lang="ja-JP" altLang="en-US" dirty="0">
                    <a:solidFill>
                      <a:schemeClr val="tx1"/>
                    </a:solidFill>
                  </a:endParaRPr>
                </a:p>
              </p:txBody>
            </p:sp>
            <p:sp>
              <p:nvSpPr>
                <p:cNvPr id="107" name="正方形/長方形 106">
                  <a:extLst>
                    <a:ext uri="{FF2B5EF4-FFF2-40B4-BE49-F238E27FC236}">
                      <a16:creationId xmlns:a16="http://schemas.microsoft.com/office/drawing/2014/main" id="{45F189C5-1923-3B2E-DD5A-94DDF2A0F9A4}"/>
                    </a:ext>
                  </a:extLst>
                </p:cNvPr>
                <p:cNvSpPr/>
                <p:nvPr/>
              </p:nvSpPr>
              <p:spPr>
                <a:xfrm>
                  <a:off x="7982712" y="2263298"/>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MA</a:t>
                  </a:r>
                </a:p>
              </p:txBody>
            </p:sp>
            <p:sp>
              <p:nvSpPr>
                <p:cNvPr id="108" name="正方形/長方形 107">
                  <a:extLst>
                    <a:ext uri="{FF2B5EF4-FFF2-40B4-BE49-F238E27FC236}">
                      <a16:creationId xmlns:a16="http://schemas.microsoft.com/office/drawing/2014/main" id="{EC79F8B4-A98B-62EF-B046-34F578F6B83E}"/>
                    </a:ext>
                  </a:extLst>
                </p:cNvPr>
                <p:cNvSpPr/>
                <p:nvPr/>
              </p:nvSpPr>
              <p:spPr>
                <a:xfrm>
                  <a:off x="6294120" y="2965409"/>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AM</a:t>
                  </a:r>
                  <a:endParaRPr kumimoji="1" lang="ja-JP" altLang="en-US" dirty="0">
                    <a:solidFill>
                      <a:schemeClr val="tx1"/>
                    </a:solidFill>
                  </a:endParaRPr>
                </a:p>
              </p:txBody>
            </p:sp>
            <p:cxnSp>
              <p:nvCxnSpPr>
                <p:cNvPr id="109" name="直線矢印コネクタ 47">
                  <a:extLst>
                    <a:ext uri="{FF2B5EF4-FFF2-40B4-BE49-F238E27FC236}">
                      <a16:creationId xmlns:a16="http://schemas.microsoft.com/office/drawing/2014/main" id="{354652F2-6769-DAA0-409D-77F9CE19D50B}"/>
                    </a:ext>
                  </a:extLst>
                </p:cNvPr>
                <p:cNvCxnSpPr>
                  <a:cxnSpLocks/>
                  <a:stCxn id="96" idx="3"/>
                  <a:endCxn id="104" idx="1"/>
                </p:cNvCxnSpPr>
                <p:nvPr/>
              </p:nvCxnSpPr>
              <p:spPr>
                <a:xfrm>
                  <a:off x="1596637" y="2014175"/>
                  <a:ext cx="905769" cy="470354"/>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10" name="直線矢印コネクタ 109">
                  <a:extLst>
                    <a:ext uri="{FF2B5EF4-FFF2-40B4-BE49-F238E27FC236}">
                      <a16:creationId xmlns:a16="http://schemas.microsoft.com/office/drawing/2014/main" id="{2795731A-99E5-54BC-734A-5ABCF67857C5}"/>
                    </a:ext>
                  </a:extLst>
                </p:cNvPr>
                <p:cNvCxnSpPr>
                  <a:cxnSpLocks/>
                  <a:stCxn id="104" idx="3"/>
                  <a:endCxn id="105" idx="1"/>
                </p:cNvCxnSpPr>
                <p:nvPr/>
              </p:nvCxnSpPr>
              <p:spPr>
                <a:xfrm>
                  <a:off x="3758182" y="2484529"/>
                  <a:ext cx="847346" cy="1280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11" name="直線矢印コネクタ 110">
                  <a:extLst>
                    <a:ext uri="{FF2B5EF4-FFF2-40B4-BE49-F238E27FC236}">
                      <a16:creationId xmlns:a16="http://schemas.microsoft.com/office/drawing/2014/main" id="{A0F64CAF-89A3-930B-76F1-B55D621AEA5C}"/>
                    </a:ext>
                  </a:extLst>
                </p:cNvPr>
                <p:cNvCxnSpPr>
                  <a:cxnSpLocks/>
                  <a:stCxn id="105" idx="3"/>
                  <a:endCxn id="106" idx="1"/>
                </p:cNvCxnSpPr>
                <p:nvPr/>
              </p:nvCxnSpPr>
              <p:spPr>
                <a:xfrm>
                  <a:off x="5861304" y="2497335"/>
                  <a:ext cx="432816"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12" name="直線矢印コネクタ 111">
                  <a:extLst>
                    <a:ext uri="{FF2B5EF4-FFF2-40B4-BE49-F238E27FC236}">
                      <a16:creationId xmlns:a16="http://schemas.microsoft.com/office/drawing/2014/main" id="{1CA02699-21BA-1AFE-4387-FA100D7241D6}"/>
                    </a:ext>
                  </a:extLst>
                </p:cNvPr>
                <p:cNvCxnSpPr>
                  <a:cxnSpLocks/>
                  <a:stCxn id="106" idx="3"/>
                  <a:endCxn id="107" idx="1"/>
                </p:cNvCxnSpPr>
                <p:nvPr/>
              </p:nvCxnSpPr>
              <p:spPr>
                <a:xfrm>
                  <a:off x="7549896" y="2497335"/>
                  <a:ext cx="432816"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13" name="直線矢印コネクタ 31">
                  <a:extLst>
                    <a:ext uri="{FF2B5EF4-FFF2-40B4-BE49-F238E27FC236}">
                      <a16:creationId xmlns:a16="http://schemas.microsoft.com/office/drawing/2014/main" id="{5FA21B49-4391-2AFD-07DD-177CF81E83BA}"/>
                    </a:ext>
                  </a:extLst>
                </p:cNvPr>
                <p:cNvCxnSpPr>
                  <a:cxnSpLocks/>
                  <a:stCxn id="108" idx="3"/>
                  <a:endCxn id="107" idx="2"/>
                </p:cNvCxnSpPr>
                <p:nvPr/>
              </p:nvCxnSpPr>
              <p:spPr>
                <a:xfrm flipV="1">
                  <a:off x="7549896" y="2731372"/>
                  <a:ext cx="1060704" cy="46807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14" name="直線矢印コネクタ 43">
                  <a:extLst>
                    <a:ext uri="{FF2B5EF4-FFF2-40B4-BE49-F238E27FC236}">
                      <a16:creationId xmlns:a16="http://schemas.microsoft.com/office/drawing/2014/main" id="{1EF751E8-61E9-32FD-E512-8AA17797759D}"/>
                    </a:ext>
                  </a:extLst>
                </p:cNvPr>
                <p:cNvCxnSpPr>
                  <a:cxnSpLocks/>
                  <a:stCxn id="105" idx="2"/>
                  <a:endCxn id="108" idx="1"/>
                </p:cNvCxnSpPr>
                <p:nvPr/>
              </p:nvCxnSpPr>
              <p:spPr>
                <a:xfrm rot="16200000" flipH="1">
                  <a:off x="5529731" y="2435057"/>
                  <a:ext cx="468074" cy="1060704"/>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115" name="直線矢印コネクタ 114">
                  <a:extLst>
                    <a:ext uri="{FF2B5EF4-FFF2-40B4-BE49-F238E27FC236}">
                      <a16:creationId xmlns:a16="http://schemas.microsoft.com/office/drawing/2014/main" id="{2215A63C-94EB-C2B3-F952-A1CFDFF67FA6}"/>
                    </a:ext>
                  </a:extLst>
                </p:cNvPr>
                <p:cNvCxnSpPr>
                  <a:cxnSpLocks/>
                  <a:stCxn id="107" idx="3"/>
                </p:cNvCxnSpPr>
                <p:nvPr/>
              </p:nvCxnSpPr>
              <p:spPr>
                <a:xfrm>
                  <a:off x="9238488" y="2497335"/>
                  <a:ext cx="743712"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cxnSp>
            <p:nvCxnSpPr>
              <p:cNvPr id="102" name="直線矢印コネクタ 31">
                <a:extLst>
                  <a:ext uri="{FF2B5EF4-FFF2-40B4-BE49-F238E27FC236}">
                    <a16:creationId xmlns:a16="http://schemas.microsoft.com/office/drawing/2014/main" id="{0E84876C-7003-7353-0E88-0DA9BB8B39B3}"/>
                  </a:ext>
                </a:extLst>
              </p:cNvPr>
              <p:cNvCxnSpPr>
                <a:cxnSpLocks/>
                <a:stCxn id="108" idx="2"/>
                <a:endCxn id="104" idx="2"/>
              </p:cNvCxnSpPr>
              <p:nvPr/>
            </p:nvCxnSpPr>
            <p:spPr>
              <a:xfrm rot="5400000" flipH="1">
                <a:off x="5467268" y="2901644"/>
                <a:ext cx="714917" cy="3791714"/>
              </a:xfrm>
              <a:prstGeom prst="bentConnector3">
                <a:avLst>
                  <a:gd name="adj1" fmla="val -31976"/>
                </a:avLst>
              </a:prstGeom>
              <a:ln w="19050">
                <a:tailEnd type="triangle"/>
              </a:ln>
            </p:spPr>
            <p:style>
              <a:lnRef idx="1">
                <a:schemeClr val="dk1"/>
              </a:lnRef>
              <a:fillRef idx="0">
                <a:schemeClr val="dk1"/>
              </a:fillRef>
              <a:effectRef idx="0">
                <a:schemeClr val="dk1"/>
              </a:effectRef>
              <a:fontRef idx="minor">
                <a:schemeClr val="tx1"/>
              </a:fontRef>
            </p:style>
          </p:cxnSp>
          <p:cxnSp>
            <p:nvCxnSpPr>
              <p:cNvPr id="103" name="直線矢印コネクタ 102">
                <a:extLst>
                  <a:ext uri="{FF2B5EF4-FFF2-40B4-BE49-F238E27FC236}">
                    <a16:creationId xmlns:a16="http://schemas.microsoft.com/office/drawing/2014/main" id="{A0A88AEC-9F70-A8FC-E6BE-CAE6B36652B9}"/>
                  </a:ext>
                </a:extLst>
              </p:cNvPr>
              <p:cNvCxnSpPr>
                <a:cxnSpLocks/>
                <a:stCxn id="106" idx="2"/>
                <a:endCxn id="108" idx="0"/>
              </p:cNvCxnSpPr>
              <p:nvPr/>
            </p:nvCxnSpPr>
            <p:spPr>
              <a:xfrm>
                <a:off x="7720584" y="4452848"/>
                <a:ext cx="0" cy="234037"/>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cxnSp>
          <p:nvCxnSpPr>
            <p:cNvPr id="144" name="直線矢印コネクタ 143">
              <a:extLst>
                <a:ext uri="{FF2B5EF4-FFF2-40B4-BE49-F238E27FC236}">
                  <a16:creationId xmlns:a16="http://schemas.microsoft.com/office/drawing/2014/main" id="{9FAA8CF8-80BF-490F-128A-ECFF83EE7AB7}"/>
                </a:ext>
              </a:extLst>
            </p:cNvPr>
            <p:cNvCxnSpPr>
              <a:cxnSpLocks/>
              <a:endCxn id="96" idx="1"/>
            </p:cNvCxnSpPr>
            <p:nvPr/>
          </p:nvCxnSpPr>
          <p:spPr>
            <a:xfrm>
              <a:off x="647700" y="4892097"/>
              <a:ext cx="491737"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50" name="正方形/長方形 149">
              <a:extLst>
                <a:ext uri="{FF2B5EF4-FFF2-40B4-BE49-F238E27FC236}">
                  <a16:creationId xmlns:a16="http://schemas.microsoft.com/office/drawing/2014/main" id="{03FFAEF2-C7DD-7968-A86A-D489CF8DE0B7}"/>
                </a:ext>
              </a:extLst>
            </p:cNvPr>
            <p:cNvSpPr/>
            <p:nvPr/>
          </p:nvSpPr>
          <p:spPr>
            <a:xfrm>
              <a:off x="356383" y="3048384"/>
              <a:ext cx="11351217" cy="3623694"/>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2" name="テキスト ボックス 151">
            <a:extLst>
              <a:ext uri="{FF2B5EF4-FFF2-40B4-BE49-F238E27FC236}">
                <a16:creationId xmlns:a16="http://schemas.microsoft.com/office/drawing/2014/main" id="{CFA78D97-46C2-27C4-0A57-2C8FC890B36A}"/>
              </a:ext>
            </a:extLst>
          </p:cNvPr>
          <p:cNvSpPr txBox="1"/>
          <p:nvPr/>
        </p:nvSpPr>
        <p:spPr>
          <a:xfrm>
            <a:off x="2112738" y="3784924"/>
            <a:ext cx="1255776" cy="369332"/>
          </a:xfrm>
          <a:prstGeom prst="rect">
            <a:avLst/>
          </a:prstGeom>
          <a:noFill/>
        </p:spPr>
        <p:txBody>
          <a:bodyPr wrap="square" rtlCol="0">
            <a:spAutoFit/>
          </a:bodyPr>
          <a:lstStyle/>
          <a:p>
            <a:pPr algn="ctr"/>
            <a:r>
              <a:rPr kumimoji="1" lang="en-US" altLang="ja-JP" dirty="0"/>
              <a:t>Output0</a:t>
            </a:r>
            <a:endParaRPr kumimoji="1" lang="ja-JP" altLang="en-US" dirty="0"/>
          </a:p>
        </p:txBody>
      </p:sp>
      <p:sp>
        <p:nvSpPr>
          <p:cNvPr id="153" name="テキスト ボックス 152">
            <a:extLst>
              <a:ext uri="{FF2B5EF4-FFF2-40B4-BE49-F238E27FC236}">
                <a16:creationId xmlns:a16="http://schemas.microsoft.com/office/drawing/2014/main" id="{FEADD13E-574E-D08D-89F5-54B933495812}"/>
              </a:ext>
            </a:extLst>
          </p:cNvPr>
          <p:cNvSpPr txBox="1"/>
          <p:nvPr/>
        </p:nvSpPr>
        <p:spPr>
          <a:xfrm>
            <a:off x="2134674" y="5385989"/>
            <a:ext cx="1255776" cy="369332"/>
          </a:xfrm>
          <a:prstGeom prst="rect">
            <a:avLst/>
          </a:prstGeom>
          <a:noFill/>
        </p:spPr>
        <p:txBody>
          <a:bodyPr wrap="square" rtlCol="0">
            <a:spAutoFit/>
          </a:bodyPr>
          <a:lstStyle/>
          <a:p>
            <a:pPr algn="ctr"/>
            <a:r>
              <a:rPr kumimoji="1" lang="en-US" altLang="ja-JP" dirty="0"/>
              <a:t>Output1</a:t>
            </a:r>
            <a:endParaRPr kumimoji="1" lang="ja-JP" altLang="en-US" dirty="0"/>
          </a:p>
        </p:txBody>
      </p:sp>
    </p:spTree>
    <p:extLst>
      <p:ext uri="{BB962C8B-B14F-4D97-AF65-F5344CB8AC3E}">
        <p14:creationId xmlns:p14="http://schemas.microsoft.com/office/powerpoint/2010/main" val="11072893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C2C69F-F9BD-9ACB-C7B7-90AF1D9BE015}"/>
              </a:ext>
            </a:extLst>
          </p:cNvPr>
          <p:cNvSpPr>
            <a:spLocks noGrp="1"/>
          </p:cNvSpPr>
          <p:nvPr>
            <p:ph type="title"/>
          </p:nvPr>
        </p:nvSpPr>
        <p:spPr/>
        <p:txBody>
          <a:bodyPr/>
          <a:lstStyle/>
          <a:p>
            <a:r>
              <a:rPr kumimoji="1" lang="ja-JP" altLang="en-US" dirty="0"/>
              <a:t>パケットフォーマット</a:t>
            </a:r>
          </a:p>
        </p:txBody>
      </p:sp>
      <p:sp>
        <p:nvSpPr>
          <p:cNvPr id="3" name="コンテンツ プレースホルダー 2">
            <a:extLst>
              <a:ext uri="{FF2B5EF4-FFF2-40B4-BE49-F238E27FC236}">
                <a16:creationId xmlns:a16="http://schemas.microsoft.com/office/drawing/2014/main" id="{85E82473-2135-E6BE-7791-E06CC0434A97}"/>
              </a:ext>
            </a:extLst>
          </p:cNvPr>
          <p:cNvSpPr>
            <a:spLocks noGrp="1"/>
          </p:cNvSpPr>
          <p:nvPr>
            <p:ph idx="1"/>
          </p:nvPr>
        </p:nvSpPr>
        <p:spPr>
          <a:xfrm>
            <a:off x="341194" y="1050878"/>
            <a:ext cx="11518710" cy="476170"/>
          </a:xfrm>
        </p:spPr>
        <p:txBody>
          <a:bodyPr>
            <a:normAutofit lnSpcReduction="10000"/>
          </a:bodyPr>
          <a:lstStyle/>
          <a:p>
            <a:r>
              <a:rPr kumimoji="1" lang="ja-JP" altLang="en-US" dirty="0"/>
              <a:t>入力パケットフォーマット</a:t>
            </a:r>
          </a:p>
        </p:txBody>
      </p:sp>
      <p:sp>
        <p:nvSpPr>
          <p:cNvPr id="4" name="日付プレースホルダー 3">
            <a:extLst>
              <a:ext uri="{FF2B5EF4-FFF2-40B4-BE49-F238E27FC236}">
                <a16:creationId xmlns:a16="http://schemas.microsoft.com/office/drawing/2014/main" id="{BA742F75-A327-4A75-3C8F-6CCC4222AD6E}"/>
              </a:ext>
            </a:extLst>
          </p:cNvPr>
          <p:cNvSpPr>
            <a:spLocks noGrp="1"/>
          </p:cNvSpPr>
          <p:nvPr>
            <p:ph type="dt" sz="half" idx="10"/>
          </p:nvPr>
        </p:nvSpPr>
        <p:spPr/>
        <p:txBody>
          <a:bodyPr/>
          <a:lstStyle/>
          <a:p>
            <a:fld id="{C981106A-F328-46B0-AB11-CD980A6DFB99}"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EA9B1998-ECD9-FB9A-DBCF-9764682FD6A4}"/>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909F93E0-538B-0081-F93A-CD6DEC15A9E5}"/>
              </a:ext>
            </a:extLst>
          </p:cNvPr>
          <p:cNvSpPr>
            <a:spLocks noGrp="1"/>
          </p:cNvSpPr>
          <p:nvPr>
            <p:ph type="sldNum" sz="quarter" idx="12"/>
          </p:nvPr>
        </p:nvSpPr>
        <p:spPr/>
        <p:txBody>
          <a:bodyPr/>
          <a:lstStyle/>
          <a:p>
            <a:fld id="{273F27D2-06B6-4999-B31F-B875E94682A2}" type="slidenum">
              <a:rPr lang="ja-JP" altLang="en-US" smtClean="0"/>
              <a:pPr/>
              <a:t>39</a:t>
            </a:fld>
            <a:endParaRPr lang="ja-JP" altLang="en-US" dirty="0"/>
          </a:p>
        </p:txBody>
      </p:sp>
      <p:sp>
        <p:nvSpPr>
          <p:cNvPr id="9" name="テキスト ボックス 8">
            <a:extLst>
              <a:ext uri="{FF2B5EF4-FFF2-40B4-BE49-F238E27FC236}">
                <a16:creationId xmlns:a16="http://schemas.microsoft.com/office/drawing/2014/main" id="{65E6FE5F-B18F-BD17-62D1-EC6CBC39E810}"/>
              </a:ext>
            </a:extLst>
          </p:cNvPr>
          <p:cNvSpPr txBox="1"/>
          <p:nvPr/>
        </p:nvSpPr>
        <p:spPr>
          <a:xfrm>
            <a:off x="492607" y="2105394"/>
            <a:ext cx="507207" cy="400110"/>
          </a:xfrm>
          <a:prstGeom prst="rect">
            <a:avLst/>
          </a:prstGeom>
          <a:noFill/>
        </p:spPr>
        <p:txBody>
          <a:bodyPr wrap="square" rtlCol="0">
            <a:spAutoFit/>
          </a:bodyPr>
          <a:lstStyle/>
          <a:p>
            <a:pPr algn="ctr"/>
            <a:r>
              <a:rPr lang="en-US" altLang="ja-JP" sz="2000" dirty="0"/>
              <a:t>57</a:t>
            </a:r>
            <a:endParaRPr kumimoji="1" lang="ja-JP" altLang="en-US" sz="2000" dirty="0"/>
          </a:p>
        </p:txBody>
      </p:sp>
      <p:sp>
        <p:nvSpPr>
          <p:cNvPr id="10" name="テキスト ボックス 9">
            <a:extLst>
              <a:ext uri="{FF2B5EF4-FFF2-40B4-BE49-F238E27FC236}">
                <a16:creationId xmlns:a16="http://schemas.microsoft.com/office/drawing/2014/main" id="{E9A9C6C4-B59C-9223-0383-5E590641A7BF}"/>
              </a:ext>
            </a:extLst>
          </p:cNvPr>
          <p:cNvSpPr txBox="1"/>
          <p:nvPr/>
        </p:nvSpPr>
        <p:spPr>
          <a:xfrm>
            <a:off x="1486193" y="2105393"/>
            <a:ext cx="507207" cy="400110"/>
          </a:xfrm>
          <a:prstGeom prst="rect">
            <a:avLst/>
          </a:prstGeom>
          <a:noFill/>
        </p:spPr>
        <p:txBody>
          <a:bodyPr wrap="square" rtlCol="0">
            <a:spAutoFit/>
          </a:bodyPr>
          <a:lstStyle/>
          <a:p>
            <a:pPr algn="ctr"/>
            <a:r>
              <a:rPr kumimoji="1" lang="en-US" altLang="ja-JP" sz="2000" dirty="0"/>
              <a:t>54</a:t>
            </a:r>
            <a:endParaRPr kumimoji="1" lang="ja-JP" altLang="en-US" sz="2000" dirty="0"/>
          </a:p>
        </p:txBody>
      </p:sp>
      <p:sp>
        <p:nvSpPr>
          <p:cNvPr id="14" name="テキスト ボックス 13">
            <a:extLst>
              <a:ext uri="{FF2B5EF4-FFF2-40B4-BE49-F238E27FC236}">
                <a16:creationId xmlns:a16="http://schemas.microsoft.com/office/drawing/2014/main" id="{E69C87D4-CBF0-F283-4B20-58368D90A616}"/>
              </a:ext>
            </a:extLst>
          </p:cNvPr>
          <p:cNvSpPr txBox="1"/>
          <p:nvPr/>
        </p:nvSpPr>
        <p:spPr>
          <a:xfrm>
            <a:off x="1814854" y="2105393"/>
            <a:ext cx="507207" cy="400110"/>
          </a:xfrm>
          <a:prstGeom prst="rect">
            <a:avLst/>
          </a:prstGeom>
          <a:noFill/>
        </p:spPr>
        <p:txBody>
          <a:bodyPr wrap="square" rtlCol="0">
            <a:spAutoFit/>
          </a:bodyPr>
          <a:lstStyle/>
          <a:p>
            <a:pPr algn="ctr"/>
            <a:r>
              <a:rPr lang="en-US" altLang="ja-JP" sz="2000" dirty="0"/>
              <a:t>53</a:t>
            </a:r>
            <a:endParaRPr kumimoji="1" lang="ja-JP" altLang="en-US" sz="2000" dirty="0"/>
          </a:p>
        </p:txBody>
      </p:sp>
      <p:sp>
        <p:nvSpPr>
          <p:cNvPr id="29" name="コンテンツ プレースホルダー 2">
            <a:extLst>
              <a:ext uri="{FF2B5EF4-FFF2-40B4-BE49-F238E27FC236}">
                <a16:creationId xmlns:a16="http://schemas.microsoft.com/office/drawing/2014/main" id="{1E8D4CD1-7149-6AD7-8BF4-3A54A39D6775}"/>
              </a:ext>
            </a:extLst>
          </p:cNvPr>
          <p:cNvSpPr txBox="1">
            <a:spLocks/>
          </p:cNvSpPr>
          <p:nvPr/>
        </p:nvSpPr>
        <p:spPr>
          <a:xfrm>
            <a:off x="336645" y="2574355"/>
            <a:ext cx="11518710" cy="47617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ü"/>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err="1"/>
              <a:t>M_Stage</a:t>
            </a:r>
            <a:r>
              <a:rPr lang="ja-JP" altLang="en-US" dirty="0"/>
              <a:t>パケットフォーマット</a:t>
            </a:r>
          </a:p>
        </p:txBody>
      </p:sp>
      <p:grpSp>
        <p:nvGrpSpPr>
          <p:cNvPr id="39" name="グループ化 38">
            <a:extLst>
              <a:ext uri="{FF2B5EF4-FFF2-40B4-BE49-F238E27FC236}">
                <a16:creationId xmlns:a16="http://schemas.microsoft.com/office/drawing/2014/main" id="{D10B81B8-58CF-DF64-AED9-3499FEB2C71F}"/>
              </a:ext>
            </a:extLst>
          </p:cNvPr>
          <p:cNvGrpSpPr/>
          <p:nvPr/>
        </p:nvGrpSpPr>
        <p:grpSpPr>
          <a:xfrm>
            <a:off x="746211" y="1682942"/>
            <a:ext cx="10284857" cy="812007"/>
            <a:chOff x="746211" y="1682942"/>
            <a:chExt cx="10284857" cy="812007"/>
          </a:xfrm>
        </p:grpSpPr>
        <p:sp>
          <p:nvSpPr>
            <p:cNvPr id="21" name="正方形/長方形 20">
              <a:extLst>
                <a:ext uri="{FF2B5EF4-FFF2-40B4-BE49-F238E27FC236}">
                  <a16:creationId xmlns:a16="http://schemas.microsoft.com/office/drawing/2014/main" id="{1622258E-0C6C-3136-8EEC-0E1ED4CDD890}"/>
                </a:ext>
              </a:extLst>
            </p:cNvPr>
            <p:cNvSpPr/>
            <p:nvPr/>
          </p:nvSpPr>
          <p:spPr>
            <a:xfrm>
              <a:off x="746211" y="1682944"/>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color</a:t>
              </a:r>
              <a:endParaRPr kumimoji="1" lang="ja-JP" altLang="en-US" sz="2000" dirty="0">
                <a:solidFill>
                  <a:schemeClr val="tx1"/>
                </a:solidFill>
              </a:endParaRPr>
            </a:p>
          </p:txBody>
        </p:sp>
        <p:sp>
          <p:nvSpPr>
            <p:cNvPr id="22" name="正方形/長方形 21">
              <a:extLst>
                <a:ext uri="{FF2B5EF4-FFF2-40B4-BE49-F238E27FC236}">
                  <a16:creationId xmlns:a16="http://schemas.microsoft.com/office/drawing/2014/main" id="{6A8BC42B-259F-E170-E9B5-656D8CC48A11}"/>
                </a:ext>
              </a:extLst>
            </p:cNvPr>
            <p:cNvSpPr/>
            <p:nvPr/>
          </p:nvSpPr>
          <p:spPr>
            <a:xfrm>
              <a:off x="1897585" y="1682943"/>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gen</a:t>
              </a:r>
              <a:endParaRPr kumimoji="1" lang="ja-JP" altLang="en-US" sz="2000" dirty="0">
                <a:solidFill>
                  <a:schemeClr val="tx1"/>
                </a:solidFill>
              </a:endParaRPr>
            </a:p>
          </p:txBody>
        </p:sp>
        <p:sp>
          <p:nvSpPr>
            <p:cNvPr id="23" name="正方形/長方形 22">
              <a:extLst>
                <a:ext uri="{FF2B5EF4-FFF2-40B4-BE49-F238E27FC236}">
                  <a16:creationId xmlns:a16="http://schemas.microsoft.com/office/drawing/2014/main" id="{6090B19E-2BA6-AF33-5E09-3A8D09DE84E7}"/>
                </a:ext>
              </a:extLst>
            </p:cNvPr>
            <p:cNvSpPr/>
            <p:nvPr/>
          </p:nvSpPr>
          <p:spPr>
            <a:xfrm>
              <a:off x="3048959" y="1682943"/>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err="1">
                  <a:solidFill>
                    <a:schemeClr val="tx1"/>
                  </a:solidFill>
                </a:rPr>
                <a:t>dest</a:t>
              </a:r>
              <a:endParaRPr kumimoji="1" lang="ja-JP" altLang="en-US" sz="2000" dirty="0">
                <a:solidFill>
                  <a:schemeClr val="tx1"/>
                </a:solidFill>
              </a:endParaRPr>
            </a:p>
          </p:txBody>
        </p:sp>
        <p:sp>
          <p:nvSpPr>
            <p:cNvPr id="24" name="正方形/長方形 23">
              <a:extLst>
                <a:ext uri="{FF2B5EF4-FFF2-40B4-BE49-F238E27FC236}">
                  <a16:creationId xmlns:a16="http://schemas.microsoft.com/office/drawing/2014/main" id="{7FC2F8C9-5BF4-06AB-E7E0-8EFE66DA3C07}"/>
                </a:ext>
              </a:extLst>
            </p:cNvPr>
            <p:cNvSpPr/>
            <p:nvPr/>
          </p:nvSpPr>
          <p:spPr>
            <a:xfrm>
              <a:off x="4200333" y="1682943"/>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a:t>
              </a:r>
              <a:endParaRPr kumimoji="1" lang="ja-JP" altLang="en-US" sz="2000" dirty="0">
                <a:solidFill>
                  <a:schemeClr val="tx1"/>
                </a:solidFill>
              </a:endParaRPr>
            </a:p>
          </p:txBody>
        </p:sp>
        <p:sp>
          <p:nvSpPr>
            <p:cNvPr id="25" name="正方形/長方形 24">
              <a:extLst>
                <a:ext uri="{FF2B5EF4-FFF2-40B4-BE49-F238E27FC236}">
                  <a16:creationId xmlns:a16="http://schemas.microsoft.com/office/drawing/2014/main" id="{7568F79F-8EF7-FCCC-CF24-5EC7353CAE8E}"/>
                </a:ext>
              </a:extLst>
            </p:cNvPr>
            <p:cNvSpPr/>
            <p:nvPr/>
          </p:nvSpPr>
          <p:spPr>
            <a:xfrm>
              <a:off x="4737239" y="1682953"/>
              <a:ext cx="88975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MF</a:t>
              </a:r>
              <a:endParaRPr kumimoji="1" lang="ja-JP" altLang="en-US" sz="2000" dirty="0">
                <a:solidFill>
                  <a:schemeClr val="tx1"/>
                </a:solidFill>
              </a:endParaRPr>
            </a:p>
          </p:txBody>
        </p:sp>
        <p:sp>
          <p:nvSpPr>
            <p:cNvPr id="26" name="正方形/長方形 25">
              <a:extLst>
                <a:ext uri="{FF2B5EF4-FFF2-40B4-BE49-F238E27FC236}">
                  <a16:creationId xmlns:a16="http://schemas.microsoft.com/office/drawing/2014/main" id="{C5C88648-ED00-EC62-8A0B-AB8CBAC0DF97}"/>
                </a:ext>
              </a:extLst>
            </p:cNvPr>
            <p:cNvSpPr/>
            <p:nvPr/>
          </p:nvSpPr>
          <p:spPr>
            <a:xfrm>
              <a:off x="5624611" y="1682943"/>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C1</a:t>
              </a:r>
              <a:endParaRPr kumimoji="1" lang="ja-JP" altLang="en-US" sz="2000" dirty="0">
                <a:solidFill>
                  <a:schemeClr val="tx1"/>
                </a:solidFill>
              </a:endParaRPr>
            </a:p>
          </p:txBody>
        </p:sp>
        <p:sp>
          <p:nvSpPr>
            <p:cNvPr id="27" name="正方形/長方形 26">
              <a:extLst>
                <a:ext uri="{FF2B5EF4-FFF2-40B4-BE49-F238E27FC236}">
                  <a16:creationId xmlns:a16="http://schemas.microsoft.com/office/drawing/2014/main" id="{B7BBF3B8-CDCE-7447-709F-A918FCC81E70}"/>
                </a:ext>
              </a:extLst>
            </p:cNvPr>
            <p:cNvSpPr/>
            <p:nvPr/>
          </p:nvSpPr>
          <p:spPr>
            <a:xfrm>
              <a:off x="6163897" y="1682943"/>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C0</a:t>
              </a:r>
              <a:endParaRPr kumimoji="1" lang="ja-JP" altLang="en-US" sz="2000" dirty="0">
                <a:solidFill>
                  <a:schemeClr val="tx1"/>
                </a:solidFill>
              </a:endParaRPr>
            </a:p>
          </p:txBody>
        </p:sp>
        <p:sp>
          <p:nvSpPr>
            <p:cNvPr id="28" name="正方形/長方形 27">
              <a:extLst>
                <a:ext uri="{FF2B5EF4-FFF2-40B4-BE49-F238E27FC236}">
                  <a16:creationId xmlns:a16="http://schemas.microsoft.com/office/drawing/2014/main" id="{A3696C80-6158-BB79-5AD0-3B8358EA51B3}"/>
                </a:ext>
              </a:extLst>
            </p:cNvPr>
            <p:cNvSpPr/>
            <p:nvPr/>
          </p:nvSpPr>
          <p:spPr>
            <a:xfrm>
              <a:off x="7771143" y="1682943"/>
              <a:ext cx="150316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Data1</a:t>
              </a:r>
              <a:endParaRPr kumimoji="1" lang="ja-JP" altLang="en-US" sz="2000" dirty="0">
                <a:solidFill>
                  <a:schemeClr val="tx1"/>
                </a:solidFill>
              </a:endParaRPr>
            </a:p>
          </p:txBody>
        </p:sp>
        <p:sp>
          <p:nvSpPr>
            <p:cNvPr id="11" name="テキスト ボックス 10">
              <a:extLst>
                <a:ext uri="{FF2B5EF4-FFF2-40B4-BE49-F238E27FC236}">
                  <a16:creationId xmlns:a16="http://schemas.microsoft.com/office/drawing/2014/main" id="{0E3DAF1D-08A2-017C-B0F7-9C99C50CEA61}"/>
                </a:ext>
              </a:extLst>
            </p:cNvPr>
            <p:cNvSpPr txBox="1"/>
            <p:nvPr/>
          </p:nvSpPr>
          <p:spPr>
            <a:xfrm>
              <a:off x="2627187" y="2091583"/>
              <a:ext cx="507207" cy="400110"/>
            </a:xfrm>
            <a:prstGeom prst="rect">
              <a:avLst/>
            </a:prstGeom>
            <a:noFill/>
          </p:spPr>
          <p:txBody>
            <a:bodyPr wrap="square" rtlCol="0">
              <a:spAutoFit/>
            </a:bodyPr>
            <a:lstStyle/>
            <a:p>
              <a:pPr algn="ctr"/>
              <a:r>
                <a:rPr kumimoji="1" lang="en-US" altLang="ja-JP" sz="2000" dirty="0"/>
                <a:t>46</a:t>
              </a:r>
              <a:endParaRPr kumimoji="1" lang="ja-JP" altLang="en-US" sz="2000" dirty="0"/>
            </a:p>
          </p:txBody>
        </p:sp>
        <p:sp>
          <p:nvSpPr>
            <p:cNvPr id="12" name="テキスト ボックス 11">
              <a:extLst>
                <a:ext uri="{FF2B5EF4-FFF2-40B4-BE49-F238E27FC236}">
                  <a16:creationId xmlns:a16="http://schemas.microsoft.com/office/drawing/2014/main" id="{6626A03A-665A-975F-B1D0-0C989AAA4A2D}"/>
                </a:ext>
              </a:extLst>
            </p:cNvPr>
            <p:cNvSpPr txBox="1"/>
            <p:nvPr/>
          </p:nvSpPr>
          <p:spPr>
            <a:xfrm>
              <a:off x="3815956" y="2090035"/>
              <a:ext cx="507207" cy="400110"/>
            </a:xfrm>
            <a:prstGeom prst="rect">
              <a:avLst/>
            </a:prstGeom>
            <a:noFill/>
          </p:spPr>
          <p:txBody>
            <a:bodyPr wrap="square" rtlCol="0">
              <a:spAutoFit/>
            </a:bodyPr>
            <a:lstStyle/>
            <a:p>
              <a:pPr algn="ctr"/>
              <a:r>
                <a:rPr kumimoji="1" lang="en-US" altLang="ja-JP" sz="2000" dirty="0"/>
                <a:t>39</a:t>
              </a:r>
              <a:endParaRPr kumimoji="1" lang="ja-JP" altLang="en-US" sz="2000" dirty="0"/>
            </a:p>
          </p:txBody>
        </p:sp>
        <p:sp>
          <p:nvSpPr>
            <p:cNvPr id="13" name="テキスト ボックス 12">
              <a:extLst>
                <a:ext uri="{FF2B5EF4-FFF2-40B4-BE49-F238E27FC236}">
                  <a16:creationId xmlns:a16="http://schemas.microsoft.com/office/drawing/2014/main" id="{041C1370-6F8D-B494-5D6D-A7E070CE186B}"/>
                </a:ext>
              </a:extLst>
            </p:cNvPr>
            <p:cNvSpPr txBox="1"/>
            <p:nvPr/>
          </p:nvSpPr>
          <p:spPr>
            <a:xfrm>
              <a:off x="2967968" y="2090035"/>
              <a:ext cx="507207" cy="400110"/>
            </a:xfrm>
            <a:prstGeom prst="rect">
              <a:avLst/>
            </a:prstGeom>
            <a:noFill/>
          </p:spPr>
          <p:txBody>
            <a:bodyPr wrap="square" rtlCol="0">
              <a:spAutoFit/>
            </a:bodyPr>
            <a:lstStyle/>
            <a:p>
              <a:pPr algn="ctr"/>
              <a:r>
                <a:rPr kumimoji="1" lang="en-US" altLang="ja-JP" sz="2000" dirty="0"/>
                <a:t>45</a:t>
              </a:r>
              <a:endParaRPr kumimoji="1" lang="ja-JP" altLang="en-US" sz="2000" dirty="0"/>
            </a:p>
          </p:txBody>
        </p:sp>
        <p:sp>
          <p:nvSpPr>
            <p:cNvPr id="15" name="テキスト ボックス 14">
              <a:extLst>
                <a:ext uri="{FF2B5EF4-FFF2-40B4-BE49-F238E27FC236}">
                  <a16:creationId xmlns:a16="http://schemas.microsoft.com/office/drawing/2014/main" id="{C97033F7-D9A1-A3FF-B8BC-E9E5AE089B16}"/>
                </a:ext>
              </a:extLst>
            </p:cNvPr>
            <p:cNvSpPr txBox="1"/>
            <p:nvPr/>
          </p:nvSpPr>
          <p:spPr>
            <a:xfrm>
              <a:off x="4562703" y="2094839"/>
              <a:ext cx="507207" cy="400110"/>
            </a:xfrm>
            <a:prstGeom prst="rect">
              <a:avLst/>
            </a:prstGeom>
            <a:noFill/>
          </p:spPr>
          <p:txBody>
            <a:bodyPr wrap="square" rtlCol="0">
              <a:spAutoFit/>
            </a:bodyPr>
            <a:lstStyle/>
            <a:p>
              <a:pPr algn="ctr"/>
              <a:r>
                <a:rPr lang="en-US" altLang="ja-JP" sz="2000" dirty="0"/>
                <a:t>37</a:t>
              </a:r>
              <a:endParaRPr kumimoji="1" lang="ja-JP" altLang="en-US" sz="2000" dirty="0"/>
            </a:p>
          </p:txBody>
        </p:sp>
        <p:sp>
          <p:nvSpPr>
            <p:cNvPr id="16" name="テキスト ボックス 15">
              <a:extLst>
                <a:ext uri="{FF2B5EF4-FFF2-40B4-BE49-F238E27FC236}">
                  <a16:creationId xmlns:a16="http://schemas.microsoft.com/office/drawing/2014/main" id="{DF404515-3C95-9DFB-D3EA-0D5114D598BD}"/>
                </a:ext>
              </a:extLst>
            </p:cNvPr>
            <p:cNvSpPr txBox="1"/>
            <p:nvPr/>
          </p:nvSpPr>
          <p:spPr>
            <a:xfrm>
              <a:off x="5283850" y="2073574"/>
              <a:ext cx="507207" cy="400110"/>
            </a:xfrm>
            <a:prstGeom prst="rect">
              <a:avLst/>
            </a:prstGeom>
            <a:noFill/>
          </p:spPr>
          <p:txBody>
            <a:bodyPr wrap="square" rtlCol="0">
              <a:spAutoFit/>
            </a:bodyPr>
            <a:lstStyle/>
            <a:p>
              <a:pPr algn="ctr"/>
              <a:r>
                <a:rPr kumimoji="1" lang="en-US" altLang="ja-JP" sz="2000" dirty="0"/>
                <a:t>36</a:t>
              </a:r>
              <a:endParaRPr kumimoji="1" lang="ja-JP" altLang="en-US" sz="2000" dirty="0"/>
            </a:p>
          </p:txBody>
        </p:sp>
        <p:sp>
          <p:nvSpPr>
            <p:cNvPr id="17" name="テキスト ボックス 16">
              <a:extLst>
                <a:ext uri="{FF2B5EF4-FFF2-40B4-BE49-F238E27FC236}">
                  <a16:creationId xmlns:a16="http://schemas.microsoft.com/office/drawing/2014/main" id="{09AA44B5-6CE1-7BB7-0283-3F25B1AE6235}"/>
                </a:ext>
              </a:extLst>
            </p:cNvPr>
            <p:cNvSpPr txBox="1"/>
            <p:nvPr/>
          </p:nvSpPr>
          <p:spPr>
            <a:xfrm>
              <a:off x="5639704" y="2073574"/>
              <a:ext cx="507207" cy="400110"/>
            </a:xfrm>
            <a:prstGeom prst="rect">
              <a:avLst/>
            </a:prstGeom>
            <a:noFill/>
          </p:spPr>
          <p:txBody>
            <a:bodyPr wrap="square" rtlCol="0">
              <a:spAutoFit/>
            </a:bodyPr>
            <a:lstStyle/>
            <a:p>
              <a:pPr algn="ctr"/>
              <a:r>
                <a:rPr kumimoji="1" lang="en-US" altLang="ja-JP" sz="2000" dirty="0"/>
                <a:t>35</a:t>
              </a:r>
              <a:endParaRPr kumimoji="1" lang="ja-JP" altLang="en-US" sz="2000" dirty="0"/>
            </a:p>
          </p:txBody>
        </p:sp>
        <p:sp>
          <p:nvSpPr>
            <p:cNvPr id="18" name="テキスト ボックス 17">
              <a:extLst>
                <a:ext uri="{FF2B5EF4-FFF2-40B4-BE49-F238E27FC236}">
                  <a16:creationId xmlns:a16="http://schemas.microsoft.com/office/drawing/2014/main" id="{FF55E36F-3B3F-9FC2-9CD6-F78705E413D1}"/>
                </a:ext>
              </a:extLst>
            </p:cNvPr>
            <p:cNvSpPr txBox="1"/>
            <p:nvPr/>
          </p:nvSpPr>
          <p:spPr>
            <a:xfrm>
              <a:off x="6179936" y="2073574"/>
              <a:ext cx="507207" cy="400110"/>
            </a:xfrm>
            <a:prstGeom prst="rect">
              <a:avLst/>
            </a:prstGeom>
            <a:noFill/>
          </p:spPr>
          <p:txBody>
            <a:bodyPr wrap="square" rtlCol="0">
              <a:spAutoFit/>
            </a:bodyPr>
            <a:lstStyle/>
            <a:p>
              <a:pPr algn="ctr"/>
              <a:r>
                <a:rPr lang="en-US" altLang="ja-JP" sz="2000" dirty="0"/>
                <a:t>34</a:t>
              </a:r>
              <a:endParaRPr kumimoji="1" lang="ja-JP" altLang="en-US" sz="2000" dirty="0"/>
            </a:p>
          </p:txBody>
        </p:sp>
        <p:sp>
          <p:nvSpPr>
            <p:cNvPr id="19" name="テキスト ボックス 18">
              <a:extLst>
                <a:ext uri="{FF2B5EF4-FFF2-40B4-BE49-F238E27FC236}">
                  <a16:creationId xmlns:a16="http://schemas.microsoft.com/office/drawing/2014/main" id="{B5B2061C-650D-6418-1DBF-4DDEC2E04A08}"/>
                </a:ext>
              </a:extLst>
            </p:cNvPr>
            <p:cNvSpPr txBox="1"/>
            <p:nvPr/>
          </p:nvSpPr>
          <p:spPr>
            <a:xfrm>
              <a:off x="6716086" y="2073573"/>
              <a:ext cx="507207" cy="400110"/>
            </a:xfrm>
            <a:prstGeom prst="rect">
              <a:avLst/>
            </a:prstGeom>
            <a:noFill/>
          </p:spPr>
          <p:txBody>
            <a:bodyPr wrap="square" rtlCol="0">
              <a:spAutoFit/>
            </a:bodyPr>
            <a:lstStyle/>
            <a:p>
              <a:pPr algn="ctr"/>
              <a:r>
                <a:rPr lang="en-US" altLang="ja-JP" sz="2000" dirty="0"/>
                <a:t>33</a:t>
              </a:r>
              <a:endParaRPr kumimoji="1" lang="ja-JP" altLang="en-US" sz="2000" dirty="0"/>
            </a:p>
          </p:txBody>
        </p:sp>
        <p:sp>
          <p:nvSpPr>
            <p:cNvPr id="20" name="テキスト ボックス 19">
              <a:extLst>
                <a:ext uri="{FF2B5EF4-FFF2-40B4-BE49-F238E27FC236}">
                  <a16:creationId xmlns:a16="http://schemas.microsoft.com/office/drawing/2014/main" id="{D9D340F6-667E-6348-3093-059FFE4A3D7C}"/>
                </a:ext>
              </a:extLst>
            </p:cNvPr>
            <p:cNvSpPr txBox="1"/>
            <p:nvPr/>
          </p:nvSpPr>
          <p:spPr>
            <a:xfrm>
              <a:off x="10523861" y="2063102"/>
              <a:ext cx="507207" cy="400110"/>
            </a:xfrm>
            <a:prstGeom prst="rect">
              <a:avLst/>
            </a:prstGeom>
            <a:noFill/>
          </p:spPr>
          <p:txBody>
            <a:bodyPr wrap="square" rtlCol="0">
              <a:spAutoFit/>
            </a:bodyPr>
            <a:lstStyle/>
            <a:p>
              <a:pPr algn="ctr"/>
              <a:r>
                <a:rPr lang="en-US" altLang="ja-JP" sz="2000" dirty="0"/>
                <a:t>0</a:t>
              </a:r>
              <a:endParaRPr kumimoji="1" lang="ja-JP" altLang="en-US" sz="2000" dirty="0"/>
            </a:p>
          </p:txBody>
        </p:sp>
        <p:sp>
          <p:nvSpPr>
            <p:cNvPr id="30" name="テキスト ボックス 29">
              <a:extLst>
                <a:ext uri="{FF2B5EF4-FFF2-40B4-BE49-F238E27FC236}">
                  <a16:creationId xmlns:a16="http://schemas.microsoft.com/office/drawing/2014/main" id="{0FD181D5-BBC1-61F5-0944-2ACC3B49056E}"/>
                </a:ext>
              </a:extLst>
            </p:cNvPr>
            <p:cNvSpPr txBox="1"/>
            <p:nvPr/>
          </p:nvSpPr>
          <p:spPr>
            <a:xfrm>
              <a:off x="4221539" y="2088709"/>
              <a:ext cx="507207" cy="400110"/>
            </a:xfrm>
            <a:prstGeom prst="rect">
              <a:avLst/>
            </a:prstGeom>
            <a:noFill/>
          </p:spPr>
          <p:txBody>
            <a:bodyPr wrap="square" rtlCol="0">
              <a:spAutoFit/>
            </a:bodyPr>
            <a:lstStyle/>
            <a:p>
              <a:pPr algn="ctr"/>
              <a:r>
                <a:rPr lang="en-US" altLang="ja-JP" sz="2000" dirty="0"/>
                <a:t>38</a:t>
              </a:r>
              <a:endParaRPr kumimoji="1" lang="ja-JP" altLang="en-US" sz="2000" dirty="0"/>
            </a:p>
          </p:txBody>
        </p:sp>
        <p:sp>
          <p:nvSpPr>
            <p:cNvPr id="31" name="正方形/長方形 30">
              <a:extLst>
                <a:ext uri="{FF2B5EF4-FFF2-40B4-BE49-F238E27FC236}">
                  <a16:creationId xmlns:a16="http://schemas.microsoft.com/office/drawing/2014/main" id="{8D4919CD-3364-4B50-5922-7A0D3B4091A6}"/>
                </a:ext>
              </a:extLst>
            </p:cNvPr>
            <p:cNvSpPr/>
            <p:nvPr/>
          </p:nvSpPr>
          <p:spPr>
            <a:xfrm>
              <a:off x="9274303" y="1682942"/>
              <a:ext cx="150316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Data0</a:t>
              </a:r>
              <a:endParaRPr kumimoji="1" lang="ja-JP" altLang="en-US" sz="2000" dirty="0">
                <a:solidFill>
                  <a:schemeClr val="tx1"/>
                </a:solidFill>
              </a:endParaRPr>
            </a:p>
          </p:txBody>
        </p:sp>
        <p:sp>
          <p:nvSpPr>
            <p:cNvPr id="32" name="正方形/長方形 31">
              <a:extLst>
                <a:ext uri="{FF2B5EF4-FFF2-40B4-BE49-F238E27FC236}">
                  <a16:creationId xmlns:a16="http://schemas.microsoft.com/office/drawing/2014/main" id="{0C612434-6326-3DB3-EA49-6BB9BDCE6E93}"/>
                </a:ext>
              </a:extLst>
            </p:cNvPr>
            <p:cNvSpPr/>
            <p:nvPr/>
          </p:nvSpPr>
          <p:spPr>
            <a:xfrm>
              <a:off x="6697877" y="1682943"/>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Z1</a:t>
              </a:r>
              <a:endParaRPr kumimoji="1" lang="ja-JP" altLang="en-US" sz="2000" dirty="0">
                <a:solidFill>
                  <a:schemeClr val="tx1"/>
                </a:solidFill>
              </a:endParaRPr>
            </a:p>
          </p:txBody>
        </p:sp>
        <p:sp>
          <p:nvSpPr>
            <p:cNvPr id="33" name="正方形/長方形 32">
              <a:extLst>
                <a:ext uri="{FF2B5EF4-FFF2-40B4-BE49-F238E27FC236}">
                  <a16:creationId xmlns:a16="http://schemas.microsoft.com/office/drawing/2014/main" id="{DAE72B31-083C-A65F-F357-7B6FC03B68BB}"/>
                </a:ext>
              </a:extLst>
            </p:cNvPr>
            <p:cNvSpPr/>
            <p:nvPr/>
          </p:nvSpPr>
          <p:spPr>
            <a:xfrm>
              <a:off x="7237163" y="1682943"/>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Z0</a:t>
              </a:r>
              <a:endParaRPr kumimoji="1" lang="ja-JP" altLang="en-US" sz="2000" dirty="0">
                <a:solidFill>
                  <a:schemeClr val="tx1"/>
                </a:solidFill>
              </a:endParaRPr>
            </a:p>
          </p:txBody>
        </p:sp>
        <p:sp>
          <p:nvSpPr>
            <p:cNvPr id="35" name="テキスト ボックス 34">
              <a:extLst>
                <a:ext uri="{FF2B5EF4-FFF2-40B4-BE49-F238E27FC236}">
                  <a16:creationId xmlns:a16="http://schemas.microsoft.com/office/drawing/2014/main" id="{4412FAB5-FB7B-8FCF-6A03-6BB1F41D0B74}"/>
                </a:ext>
              </a:extLst>
            </p:cNvPr>
            <p:cNvSpPr txBox="1"/>
            <p:nvPr/>
          </p:nvSpPr>
          <p:spPr>
            <a:xfrm>
              <a:off x="7253202" y="2073574"/>
              <a:ext cx="507207" cy="400110"/>
            </a:xfrm>
            <a:prstGeom prst="rect">
              <a:avLst/>
            </a:prstGeom>
            <a:noFill/>
          </p:spPr>
          <p:txBody>
            <a:bodyPr wrap="square" rtlCol="0">
              <a:spAutoFit/>
            </a:bodyPr>
            <a:lstStyle/>
            <a:p>
              <a:pPr algn="ctr"/>
              <a:r>
                <a:rPr lang="en-US" altLang="ja-JP" sz="2000" dirty="0"/>
                <a:t>32</a:t>
              </a:r>
              <a:endParaRPr kumimoji="1" lang="ja-JP" altLang="en-US" sz="2000" dirty="0"/>
            </a:p>
          </p:txBody>
        </p:sp>
        <p:sp>
          <p:nvSpPr>
            <p:cNvPr id="36" name="テキスト ボックス 35">
              <a:extLst>
                <a:ext uri="{FF2B5EF4-FFF2-40B4-BE49-F238E27FC236}">
                  <a16:creationId xmlns:a16="http://schemas.microsoft.com/office/drawing/2014/main" id="{A5312FC0-7852-4AAB-7E80-5BFA1EE22AC6}"/>
                </a:ext>
              </a:extLst>
            </p:cNvPr>
            <p:cNvSpPr txBox="1"/>
            <p:nvPr/>
          </p:nvSpPr>
          <p:spPr>
            <a:xfrm>
              <a:off x="9187181" y="2083595"/>
              <a:ext cx="507207" cy="400110"/>
            </a:xfrm>
            <a:prstGeom prst="rect">
              <a:avLst/>
            </a:prstGeom>
            <a:noFill/>
          </p:spPr>
          <p:txBody>
            <a:bodyPr wrap="square" rtlCol="0">
              <a:spAutoFit/>
            </a:bodyPr>
            <a:lstStyle/>
            <a:p>
              <a:pPr algn="ctr"/>
              <a:r>
                <a:rPr lang="en-US" altLang="ja-JP" sz="2000" dirty="0"/>
                <a:t>15</a:t>
              </a:r>
              <a:endParaRPr kumimoji="1" lang="ja-JP" altLang="en-US" sz="2000" dirty="0"/>
            </a:p>
          </p:txBody>
        </p:sp>
        <p:sp>
          <p:nvSpPr>
            <p:cNvPr id="37" name="テキスト ボックス 36">
              <a:extLst>
                <a:ext uri="{FF2B5EF4-FFF2-40B4-BE49-F238E27FC236}">
                  <a16:creationId xmlns:a16="http://schemas.microsoft.com/office/drawing/2014/main" id="{C153AB06-5B2D-A81C-B666-8F2574552F68}"/>
                </a:ext>
              </a:extLst>
            </p:cNvPr>
            <p:cNvSpPr txBox="1"/>
            <p:nvPr/>
          </p:nvSpPr>
          <p:spPr>
            <a:xfrm>
              <a:off x="8865541" y="2083595"/>
              <a:ext cx="507207" cy="400110"/>
            </a:xfrm>
            <a:prstGeom prst="rect">
              <a:avLst/>
            </a:prstGeom>
            <a:noFill/>
          </p:spPr>
          <p:txBody>
            <a:bodyPr wrap="square" rtlCol="0">
              <a:spAutoFit/>
            </a:bodyPr>
            <a:lstStyle/>
            <a:p>
              <a:pPr algn="ctr"/>
              <a:r>
                <a:rPr kumimoji="1" lang="en-US" altLang="ja-JP" sz="2000" dirty="0"/>
                <a:t>1</a:t>
              </a:r>
              <a:r>
                <a:rPr lang="en-US" altLang="ja-JP" sz="2000" dirty="0"/>
                <a:t>6</a:t>
              </a:r>
              <a:endParaRPr kumimoji="1" lang="ja-JP" altLang="en-US" sz="2000" dirty="0"/>
            </a:p>
          </p:txBody>
        </p:sp>
        <p:sp>
          <p:nvSpPr>
            <p:cNvPr id="38" name="テキスト ボックス 37">
              <a:extLst>
                <a:ext uri="{FF2B5EF4-FFF2-40B4-BE49-F238E27FC236}">
                  <a16:creationId xmlns:a16="http://schemas.microsoft.com/office/drawing/2014/main" id="{A2CA6408-92AF-7AC2-93D7-D262D7733E38}"/>
                </a:ext>
              </a:extLst>
            </p:cNvPr>
            <p:cNvSpPr txBox="1"/>
            <p:nvPr/>
          </p:nvSpPr>
          <p:spPr>
            <a:xfrm>
              <a:off x="7686909" y="2083596"/>
              <a:ext cx="507207" cy="400110"/>
            </a:xfrm>
            <a:prstGeom prst="rect">
              <a:avLst/>
            </a:prstGeom>
            <a:noFill/>
          </p:spPr>
          <p:txBody>
            <a:bodyPr wrap="square" rtlCol="0">
              <a:spAutoFit/>
            </a:bodyPr>
            <a:lstStyle/>
            <a:p>
              <a:pPr algn="ctr"/>
              <a:r>
                <a:rPr lang="en-US" altLang="ja-JP" sz="2000" dirty="0"/>
                <a:t>31</a:t>
              </a:r>
              <a:endParaRPr kumimoji="1" lang="ja-JP" altLang="en-US" sz="2000" dirty="0"/>
            </a:p>
          </p:txBody>
        </p:sp>
      </p:grpSp>
      <p:sp>
        <p:nvSpPr>
          <p:cNvPr id="66" name="コンテンツ プレースホルダー 2">
            <a:extLst>
              <a:ext uri="{FF2B5EF4-FFF2-40B4-BE49-F238E27FC236}">
                <a16:creationId xmlns:a16="http://schemas.microsoft.com/office/drawing/2014/main" id="{F5F0708F-FF56-F201-F4E9-30D17940FEA0}"/>
              </a:ext>
            </a:extLst>
          </p:cNvPr>
          <p:cNvSpPr txBox="1">
            <a:spLocks/>
          </p:cNvSpPr>
          <p:nvPr/>
        </p:nvSpPr>
        <p:spPr>
          <a:xfrm>
            <a:off x="336645" y="3912397"/>
            <a:ext cx="11518710" cy="47617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ü"/>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MMCAM</a:t>
            </a:r>
            <a:r>
              <a:rPr lang="ja-JP" altLang="en-US" dirty="0"/>
              <a:t>パケットフォーマット</a:t>
            </a:r>
          </a:p>
        </p:txBody>
      </p:sp>
      <p:grpSp>
        <p:nvGrpSpPr>
          <p:cNvPr id="67" name="グループ化 66">
            <a:extLst>
              <a:ext uri="{FF2B5EF4-FFF2-40B4-BE49-F238E27FC236}">
                <a16:creationId xmlns:a16="http://schemas.microsoft.com/office/drawing/2014/main" id="{8810CB5D-4395-FDB2-AE58-65167AE4CEE3}"/>
              </a:ext>
            </a:extLst>
          </p:cNvPr>
          <p:cNvGrpSpPr/>
          <p:nvPr/>
        </p:nvGrpSpPr>
        <p:grpSpPr>
          <a:xfrm>
            <a:off x="521946" y="3151196"/>
            <a:ext cx="10509121" cy="812007"/>
            <a:chOff x="521946" y="3151196"/>
            <a:chExt cx="10509121" cy="812007"/>
          </a:xfrm>
        </p:grpSpPr>
        <p:grpSp>
          <p:nvGrpSpPr>
            <p:cNvPr id="40" name="グループ化 39">
              <a:extLst>
                <a:ext uri="{FF2B5EF4-FFF2-40B4-BE49-F238E27FC236}">
                  <a16:creationId xmlns:a16="http://schemas.microsoft.com/office/drawing/2014/main" id="{E9D80789-29F4-D608-14BD-F8C80823FA23}"/>
                </a:ext>
              </a:extLst>
            </p:cNvPr>
            <p:cNvGrpSpPr/>
            <p:nvPr/>
          </p:nvGrpSpPr>
          <p:grpSpPr>
            <a:xfrm>
              <a:off x="746210" y="3151196"/>
              <a:ext cx="10284857" cy="812007"/>
              <a:chOff x="746211" y="1682942"/>
              <a:chExt cx="10284857" cy="812007"/>
            </a:xfrm>
          </p:grpSpPr>
          <p:sp>
            <p:nvSpPr>
              <p:cNvPr id="41" name="正方形/長方形 40">
                <a:extLst>
                  <a:ext uri="{FF2B5EF4-FFF2-40B4-BE49-F238E27FC236}">
                    <a16:creationId xmlns:a16="http://schemas.microsoft.com/office/drawing/2014/main" id="{D437D2DD-B06F-C07C-D295-2303A48ED031}"/>
                  </a:ext>
                </a:extLst>
              </p:cNvPr>
              <p:cNvSpPr/>
              <p:nvPr/>
            </p:nvSpPr>
            <p:spPr>
              <a:xfrm>
                <a:off x="746211" y="1682944"/>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color</a:t>
                </a:r>
                <a:endParaRPr kumimoji="1" lang="ja-JP" altLang="en-US" sz="2000" dirty="0">
                  <a:solidFill>
                    <a:schemeClr val="tx1"/>
                  </a:solidFill>
                </a:endParaRPr>
              </a:p>
            </p:txBody>
          </p:sp>
          <p:sp>
            <p:nvSpPr>
              <p:cNvPr id="42" name="正方形/長方形 41">
                <a:extLst>
                  <a:ext uri="{FF2B5EF4-FFF2-40B4-BE49-F238E27FC236}">
                    <a16:creationId xmlns:a16="http://schemas.microsoft.com/office/drawing/2014/main" id="{558308A0-DAF9-48BE-DDB1-298DF1D6297C}"/>
                  </a:ext>
                </a:extLst>
              </p:cNvPr>
              <p:cNvSpPr/>
              <p:nvPr/>
            </p:nvSpPr>
            <p:spPr>
              <a:xfrm>
                <a:off x="1897585" y="1682943"/>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gen</a:t>
                </a:r>
                <a:endParaRPr kumimoji="1" lang="ja-JP" altLang="en-US" sz="2000" dirty="0">
                  <a:solidFill>
                    <a:schemeClr val="tx1"/>
                  </a:solidFill>
                </a:endParaRPr>
              </a:p>
            </p:txBody>
          </p:sp>
          <p:sp>
            <p:nvSpPr>
              <p:cNvPr id="43" name="正方形/長方形 42">
                <a:extLst>
                  <a:ext uri="{FF2B5EF4-FFF2-40B4-BE49-F238E27FC236}">
                    <a16:creationId xmlns:a16="http://schemas.microsoft.com/office/drawing/2014/main" id="{B38AAE69-B5E7-6ED2-8A26-BBFC4F183FDD}"/>
                  </a:ext>
                </a:extLst>
              </p:cNvPr>
              <p:cNvSpPr/>
              <p:nvPr/>
            </p:nvSpPr>
            <p:spPr>
              <a:xfrm>
                <a:off x="3048959" y="1682943"/>
                <a:ext cx="115137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err="1">
                    <a:solidFill>
                      <a:schemeClr val="tx1"/>
                    </a:solidFill>
                  </a:rPr>
                  <a:t>dest</a:t>
                </a:r>
                <a:endParaRPr kumimoji="1" lang="ja-JP" altLang="en-US" sz="2000" dirty="0">
                  <a:solidFill>
                    <a:schemeClr val="tx1"/>
                  </a:solidFill>
                </a:endParaRPr>
              </a:p>
            </p:txBody>
          </p:sp>
          <p:sp>
            <p:nvSpPr>
              <p:cNvPr id="44" name="正方形/長方形 43">
                <a:extLst>
                  <a:ext uri="{FF2B5EF4-FFF2-40B4-BE49-F238E27FC236}">
                    <a16:creationId xmlns:a16="http://schemas.microsoft.com/office/drawing/2014/main" id="{BB85AC87-E8A6-7ED1-2A9A-7875EC0B731C}"/>
                  </a:ext>
                </a:extLst>
              </p:cNvPr>
              <p:cNvSpPr/>
              <p:nvPr/>
            </p:nvSpPr>
            <p:spPr>
              <a:xfrm>
                <a:off x="4200333" y="1682943"/>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LR</a:t>
                </a:r>
                <a:endParaRPr kumimoji="1" lang="ja-JP" altLang="en-US" sz="2000" dirty="0">
                  <a:solidFill>
                    <a:schemeClr val="tx1"/>
                  </a:solidFill>
                </a:endParaRPr>
              </a:p>
            </p:txBody>
          </p:sp>
          <p:sp>
            <p:nvSpPr>
              <p:cNvPr id="45" name="正方形/長方形 44">
                <a:extLst>
                  <a:ext uri="{FF2B5EF4-FFF2-40B4-BE49-F238E27FC236}">
                    <a16:creationId xmlns:a16="http://schemas.microsoft.com/office/drawing/2014/main" id="{2C7C9B9E-71A6-B3DE-EBE9-67C6005BB942}"/>
                  </a:ext>
                </a:extLst>
              </p:cNvPr>
              <p:cNvSpPr/>
              <p:nvPr/>
            </p:nvSpPr>
            <p:spPr>
              <a:xfrm>
                <a:off x="4737239" y="1682953"/>
                <a:ext cx="889754"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MF</a:t>
                </a:r>
                <a:endParaRPr kumimoji="1" lang="ja-JP" altLang="en-US" sz="2000" dirty="0">
                  <a:solidFill>
                    <a:schemeClr val="tx1"/>
                  </a:solidFill>
                </a:endParaRPr>
              </a:p>
            </p:txBody>
          </p:sp>
          <p:sp>
            <p:nvSpPr>
              <p:cNvPr id="46" name="正方形/長方形 45">
                <a:extLst>
                  <a:ext uri="{FF2B5EF4-FFF2-40B4-BE49-F238E27FC236}">
                    <a16:creationId xmlns:a16="http://schemas.microsoft.com/office/drawing/2014/main" id="{E7CF9720-F45B-6DA9-24C8-97FFAF67716C}"/>
                  </a:ext>
                </a:extLst>
              </p:cNvPr>
              <p:cNvSpPr/>
              <p:nvPr/>
            </p:nvSpPr>
            <p:spPr>
              <a:xfrm>
                <a:off x="5624611" y="1682943"/>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C1</a:t>
                </a:r>
                <a:endParaRPr kumimoji="1" lang="ja-JP" altLang="en-US" sz="2000" dirty="0">
                  <a:solidFill>
                    <a:schemeClr val="tx1"/>
                  </a:solidFill>
                </a:endParaRPr>
              </a:p>
            </p:txBody>
          </p:sp>
          <p:sp>
            <p:nvSpPr>
              <p:cNvPr id="47" name="正方形/長方形 46">
                <a:extLst>
                  <a:ext uri="{FF2B5EF4-FFF2-40B4-BE49-F238E27FC236}">
                    <a16:creationId xmlns:a16="http://schemas.microsoft.com/office/drawing/2014/main" id="{534F2EEA-C6A8-6DE9-5C25-C7E9F6FFCF60}"/>
                  </a:ext>
                </a:extLst>
              </p:cNvPr>
              <p:cNvSpPr/>
              <p:nvPr/>
            </p:nvSpPr>
            <p:spPr>
              <a:xfrm>
                <a:off x="6163897" y="1682943"/>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C0</a:t>
                </a:r>
                <a:endParaRPr kumimoji="1" lang="ja-JP" altLang="en-US" sz="2000" dirty="0">
                  <a:solidFill>
                    <a:schemeClr val="tx1"/>
                  </a:solidFill>
                </a:endParaRPr>
              </a:p>
            </p:txBody>
          </p:sp>
          <p:sp>
            <p:nvSpPr>
              <p:cNvPr id="48" name="正方形/長方形 47">
                <a:extLst>
                  <a:ext uri="{FF2B5EF4-FFF2-40B4-BE49-F238E27FC236}">
                    <a16:creationId xmlns:a16="http://schemas.microsoft.com/office/drawing/2014/main" id="{56B23D84-1CDD-165C-2251-33FB8FBAA80D}"/>
                  </a:ext>
                </a:extLst>
              </p:cNvPr>
              <p:cNvSpPr/>
              <p:nvPr/>
            </p:nvSpPr>
            <p:spPr>
              <a:xfrm>
                <a:off x="7771143" y="1682943"/>
                <a:ext cx="150316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Data1</a:t>
                </a:r>
                <a:endParaRPr kumimoji="1" lang="ja-JP" altLang="en-US" sz="2000" dirty="0">
                  <a:solidFill>
                    <a:schemeClr val="tx1"/>
                  </a:solidFill>
                </a:endParaRPr>
              </a:p>
            </p:txBody>
          </p:sp>
          <p:sp>
            <p:nvSpPr>
              <p:cNvPr id="49" name="テキスト ボックス 48">
                <a:extLst>
                  <a:ext uri="{FF2B5EF4-FFF2-40B4-BE49-F238E27FC236}">
                    <a16:creationId xmlns:a16="http://schemas.microsoft.com/office/drawing/2014/main" id="{7EBDCED6-B3B3-6FE5-F961-A98B30F3210D}"/>
                  </a:ext>
                </a:extLst>
              </p:cNvPr>
              <p:cNvSpPr txBox="1"/>
              <p:nvPr/>
            </p:nvSpPr>
            <p:spPr>
              <a:xfrm>
                <a:off x="2656221" y="2090055"/>
                <a:ext cx="507207" cy="400110"/>
              </a:xfrm>
              <a:prstGeom prst="rect">
                <a:avLst/>
              </a:prstGeom>
              <a:noFill/>
            </p:spPr>
            <p:txBody>
              <a:bodyPr wrap="square" rtlCol="0">
                <a:spAutoFit/>
              </a:bodyPr>
              <a:lstStyle/>
              <a:p>
                <a:pPr algn="ctr"/>
                <a:r>
                  <a:rPr kumimoji="1" lang="en-US" altLang="ja-JP" sz="2000" dirty="0"/>
                  <a:t>46</a:t>
                </a:r>
                <a:endParaRPr kumimoji="1" lang="ja-JP" altLang="en-US" sz="2000" dirty="0"/>
              </a:p>
            </p:txBody>
          </p:sp>
          <p:sp>
            <p:nvSpPr>
              <p:cNvPr id="50" name="テキスト ボックス 49">
                <a:extLst>
                  <a:ext uri="{FF2B5EF4-FFF2-40B4-BE49-F238E27FC236}">
                    <a16:creationId xmlns:a16="http://schemas.microsoft.com/office/drawing/2014/main" id="{1DDA18A5-4161-8A83-A68A-E6940B96C280}"/>
                  </a:ext>
                </a:extLst>
              </p:cNvPr>
              <p:cNvSpPr txBox="1"/>
              <p:nvPr/>
            </p:nvSpPr>
            <p:spPr>
              <a:xfrm>
                <a:off x="3815956" y="2090035"/>
                <a:ext cx="507207" cy="400110"/>
              </a:xfrm>
              <a:prstGeom prst="rect">
                <a:avLst/>
              </a:prstGeom>
              <a:noFill/>
            </p:spPr>
            <p:txBody>
              <a:bodyPr wrap="square" rtlCol="0">
                <a:spAutoFit/>
              </a:bodyPr>
              <a:lstStyle/>
              <a:p>
                <a:pPr algn="ctr"/>
                <a:r>
                  <a:rPr kumimoji="1" lang="en-US" altLang="ja-JP" sz="2000" dirty="0"/>
                  <a:t>39</a:t>
                </a:r>
                <a:endParaRPr kumimoji="1" lang="ja-JP" altLang="en-US" sz="2000" dirty="0"/>
              </a:p>
            </p:txBody>
          </p:sp>
          <p:sp>
            <p:nvSpPr>
              <p:cNvPr id="51" name="テキスト ボックス 50">
                <a:extLst>
                  <a:ext uri="{FF2B5EF4-FFF2-40B4-BE49-F238E27FC236}">
                    <a16:creationId xmlns:a16="http://schemas.microsoft.com/office/drawing/2014/main" id="{A9CA4622-A526-D087-4834-AEEB253240CF}"/>
                  </a:ext>
                </a:extLst>
              </p:cNvPr>
              <p:cNvSpPr txBox="1"/>
              <p:nvPr/>
            </p:nvSpPr>
            <p:spPr>
              <a:xfrm>
                <a:off x="2967968" y="2090035"/>
                <a:ext cx="507207" cy="400110"/>
              </a:xfrm>
              <a:prstGeom prst="rect">
                <a:avLst/>
              </a:prstGeom>
              <a:noFill/>
            </p:spPr>
            <p:txBody>
              <a:bodyPr wrap="square" rtlCol="0">
                <a:spAutoFit/>
              </a:bodyPr>
              <a:lstStyle/>
              <a:p>
                <a:pPr algn="ctr"/>
                <a:r>
                  <a:rPr kumimoji="1" lang="en-US" altLang="ja-JP" sz="2000" dirty="0"/>
                  <a:t>45</a:t>
                </a:r>
                <a:endParaRPr kumimoji="1" lang="ja-JP" altLang="en-US" sz="2000" dirty="0"/>
              </a:p>
            </p:txBody>
          </p:sp>
          <p:sp>
            <p:nvSpPr>
              <p:cNvPr id="52" name="テキスト ボックス 51">
                <a:extLst>
                  <a:ext uri="{FF2B5EF4-FFF2-40B4-BE49-F238E27FC236}">
                    <a16:creationId xmlns:a16="http://schemas.microsoft.com/office/drawing/2014/main" id="{6D4FFA51-517F-46CB-5ED3-A600EAF407DA}"/>
                  </a:ext>
                </a:extLst>
              </p:cNvPr>
              <p:cNvSpPr txBox="1"/>
              <p:nvPr/>
            </p:nvSpPr>
            <p:spPr>
              <a:xfrm>
                <a:off x="4562703" y="2094839"/>
                <a:ext cx="507207" cy="400110"/>
              </a:xfrm>
              <a:prstGeom prst="rect">
                <a:avLst/>
              </a:prstGeom>
              <a:noFill/>
            </p:spPr>
            <p:txBody>
              <a:bodyPr wrap="square" rtlCol="0">
                <a:spAutoFit/>
              </a:bodyPr>
              <a:lstStyle/>
              <a:p>
                <a:pPr algn="ctr"/>
                <a:r>
                  <a:rPr lang="en-US" altLang="ja-JP" sz="2000" dirty="0"/>
                  <a:t>37</a:t>
                </a:r>
                <a:endParaRPr kumimoji="1" lang="ja-JP" altLang="en-US" sz="2000" dirty="0"/>
              </a:p>
            </p:txBody>
          </p:sp>
          <p:sp>
            <p:nvSpPr>
              <p:cNvPr id="53" name="テキスト ボックス 52">
                <a:extLst>
                  <a:ext uri="{FF2B5EF4-FFF2-40B4-BE49-F238E27FC236}">
                    <a16:creationId xmlns:a16="http://schemas.microsoft.com/office/drawing/2014/main" id="{2EC976F9-04AF-8CE7-65E6-DD9B61A6F42B}"/>
                  </a:ext>
                </a:extLst>
              </p:cNvPr>
              <p:cNvSpPr txBox="1"/>
              <p:nvPr/>
            </p:nvSpPr>
            <p:spPr>
              <a:xfrm>
                <a:off x="5283850" y="2073574"/>
                <a:ext cx="507207" cy="400110"/>
              </a:xfrm>
              <a:prstGeom prst="rect">
                <a:avLst/>
              </a:prstGeom>
              <a:noFill/>
            </p:spPr>
            <p:txBody>
              <a:bodyPr wrap="square" rtlCol="0">
                <a:spAutoFit/>
              </a:bodyPr>
              <a:lstStyle/>
              <a:p>
                <a:pPr algn="ctr"/>
                <a:r>
                  <a:rPr kumimoji="1" lang="en-US" altLang="ja-JP" sz="2000" dirty="0"/>
                  <a:t>36</a:t>
                </a:r>
                <a:endParaRPr kumimoji="1" lang="ja-JP" altLang="en-US" sz="2000" dirty="0"/>
              </a:p>
            </p:txBody>
          </p:sp>
          <p:sp>
            <p:nvSpPr>
              <p:cNvPr id="54" name="テキスト ボックス 53">
                <a:extLst>
                  <a:ext uri="{FF2B5EF4-FFF2-40B4-BE49-F238E27FC236}">
                    <a16:creationId xmlns:a16="http://schemas.microsoft.com/office/drawing/2014/main" id="{6A85009D-E75C-A463-553A-C5D37725EB09}"/>
                  </a:ext>
                </a:extLst>
              </p:cNvPr>
              <p:cNvSpPr txBox="1"/>
              <p:nvPr/>
            </p:nvSpPr>
            <p:spPr>
              <a:xfrm>
                <a:off x="5639704" y="2073574"/>
                <a:ext cx="507207" cy="400110"/>
              </a:xfrm>
              <a:prstGeom prst="rect">
                <a:avLst/>
              </a:prstGeom>
              <a:noFill/>
            </p:spPr>
            <p:txBody>
              <a:bodyPr wrap="square" rtlCol="0">
                <a:spAutoFit/>
              </a:bodyPr>
              <a:lstStyle/>
              <a:p>
                <a:pPr algn="ctr"/>
                <a:r>
                  <a:rPr kumimoji="1" lang="en-US" altLang="ja-JP" sz="2000" dirty="0"/>
                  <a:t>35</a:t>
                </a:r>
                <a:endParaRPr kumimoji="1" lang="ja-JP" altLang="en-US" sz="2000" dirty="0"/>
              </a:p>
            </p:txBody>
          </p:sp>
          <p:sp>
            <p:nvSpPr>
              <p:cNvPr id="55" name="テキスト ボックス 54">
                <a:extLst>
                  <a:ext uri="{FF2B5EF4-FFF2-40B4-BE49-F238E27FC236}">
                    <a16:creationId xmlns:a16="http://schemas.microsoft.com/office/drawing/2014/main" id="{9B8D5389-BB4F-7D0A-9E73-14BF28DB3E09}"/>
                  </a:ext>
                </a:extLst>
              </p:cNvPr>
              <p:cNvSpPr txBox="1"/>
              <p:nvPr/>
            </p:nvSpPr>
            <p:spPr>
              <a:xfrm>
                <a:off x="6179936" y="2073574"/>
                <a:ext cx="507207" cy="400110"/>
              </a:xfrm>
              <a:prstGeom prst="rect">
                <a:avLst/>
              </a:prstGeom>
              <a:noFill/>
            </p:spPr>
            <p:txBody>
              <a:bodyPr wrap="square" rtlCol="0">
                <a:spAutoFit/>
              </a:bodyPr>
              <a:lstStyle/>
              <a:p>
                <a:pPr algn="ctr"/>
                <a:r>
                  <a:rPr lang="en-US" altLang="ja-JP" sz="2000" dirty="0"/>
                  <a:t>34</a:t>
                </a:r>
                <a:endParaRPr kumimoji="1" lang="ja-JP" altLang="en-US" sz="2000" dirty="0"/>
              </a:p>
            </p:txBody>
          </p:sp>
          <p:sp>
            <p:nvSpPr>
              <p:cNvPr id="56" name="テキスト ボックス 55">
                <a:extLst>
                  <a:ext uri="{FF2B5EF4-FFF2-40B4-BE49-F238E27FC236}">
                    <a16:creationId xmlns:a16="http://schemas.microsoft.com/office/drawing/2014/main" id="{80F49AF5-4A96-4AC7-71F0-FB1D945A0D53}"/>
                  </a:ext>
                </a:extLst>
              </p:cNvPr>
              <p:cNvSpPr txBox="1"/>
              <p:nvPr/>
            </p:nvSpPr>
            <p:spPr>
              <a:xfrm>
                <a:off x="6716086" y="2073573"/>
                <a:ext cx="507207" cy="400110"/>
              </a:xfrm>
              <a:prstGeom prst="rect">
                <a:avLst/>
              </a:prstGeom>
              <a:noFill/>
            </p:spPr>
            <p:txBody>
              <a:bodyPr wrap="square" rtlCol="0">
                <a:spAutoFit/>
              </a:bodyPr>
              <a:lstStyle/>
              <a:p>
                <a:pPr algn="ctr"/>
                <a:r>
                  <a:rPr lang="en-US" altLang="ja-JP" sz="2000" dirty="0"/>
                  <a:t>33</a:t>
                </a:r>
                <a:endParaRPr kumimoji="1" lang="ja-JP" altLang="en-US" sz="2000" dirty="0"/>
              </a:p>
            </p:txBody>
          </p:sp>
          <p:sp>
            <p:nvSpPr>
              <p:cNvPr id="57" name="テキスト ボックス 56">
                <a:extLst>
                  <a:ext uri="{FF2B5EF4-FFF2-40B4-BE49-F238E27FC236}">
                    <a16:creationId xmlns:a16="http://schemas.microsoft.com/office/drawing/2014/main" id="{1DBF267C-76FF-199C-646A-57CC600CC40C}"/>
                  </a:ext>
                </a:extLst>
              </p:cNvPr>
              <p:cNvSpPr txBox="1"/>
              <p:nvPr/>
            </p:nvSpPr>
            <p:spPr>
              <a:xfrm>
                <a:off x="10523861" y="2063102"/>
                <a:ext cx="507207" cy="400110"/>
              </a:xfrm>
              <a:prstGeom prst="rect">
                <a:avLst/>
              </a:prstGeom>
              <a:noFill/>
            </p:spPr>
            <p:txBody>
              <a:bodyPr wrap="square" rtlCol="0">
                <a:spAutoFit/>
              </a:bodyPr>
              <a:lstStyle/>
              <a:p>
                <a:pPr algn="ctr"/>
                <a:r>
                  <a:rPr lang="en-US" altLang="ja-JP" sz="2000" dirty="0"/>
                  <a:t>0</a:t>
                </a:r>
                <a:endParaRPr kumimoji="1" lang="ja-JP" altLang="en-US" sz="2000" dirty="0"/>
              </a:p>
            </p:txBody>
          </p:sp>
          <p:sp>
            <p:nvSpPr>
              <p:cNvPr id="58" name="テキスト ボックス 57">
                <a:extLst>
                  <a:ext uri="{FF2B5EF4-FFF2-40B4-BE49-F238E27FC236}">
                    <a16:creationId xmlns:a16="http://schemas.microsoft.com/office/drawing/2014/main" id="{CF1A047D-5273-96D6-402B-EC66375E9795}"/>
                  </a:ext>
                </a:extLst>
              </p:cNvPr>
              <p:cNvSpPr txBox="1"/>
              <p:nvPr/>
            </p:nvSpPr>
            <p:spPr>
              <a:xfrm>
                <a:off x="4221539" y="2088709"/>
                <a:ext cx="507207" cy="400110"/>
              </a:xfrm>
              <a:prstGeom prst="rect">
                <a:avLst/>
              </a:prstGeom>
              <a:noFill/>
            </p:spPr>
            <p:txBody>
              <a:bodyPr wrap="square" rtlCol="0">
                <a:spAutoFit/>
              </a:bodyPr>
              <a:lstStyle/>
              <a:p>
                <a:pPr algn="ctr"/>
                <a:r>
                  <a:rPr lang="en-US" altLang="ja-JP" sz="2000" dirty="0"/>
                  <a:t>38</a:t>
                </a:r>
                <a:endParaRPr kumimoji="1" lang="ja-JP" altLang="en-US" sz="2000" dirty="0"/>
              </a:p>
            </p:txBody>
          </p:sp>
          <p:sp>
            <p:nvSpPr>
              <p:cNvPr id="59" name="正方形/長方形 58">
                <a:extLst>
                  <a:ext uri="{FF2B5EF4-FFF2-40B4-BE49-F238E27FC236}">
                    <a16:creationId xmlns:a16="http://schemas.microsoft.com/office/drawing/2014/main" id="{D649677A-5A1B-1E31-1FB8-4B538FFC8CD8}"/>
                  </a:ext>
                </a:extLst>
              </p:cNvPr>
              <p:cNvSpPr/>
              <p:nvPr/>
            </p:nvSpPr>
            <p:spPr>
              <a:xfrm>
                <a:off x="9274303" y="1682942"/>
                <a:ext cx="1503161"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000" dirty="0">
                    <a:solidFill>
                      <a:schemeClr val="tx1"/>
                    </a:solidFill>
                  </a:rPr>
                  <a:t>Data0</a:t>
                </a:r>
                <a:endParaRPr kumimoji="1" lang="ja-JP" altLang="en-US" sz="2000" dirty="0">
                  <a:solidFill>
                    <a:schemeClr val="tx1"/>
                  </a:solidFill>
                </a:endParaRPr>
              </a:p>
            </p:txBody>
          </p:sp>
          <p:sp>
            <p:nvSpPr>
              <p:cNvPr id="60" name="正方形/長方形 59">
                <a:extLst>
                  <a:ext uri="{FF2B5EF4-FFF2-40B4-BE49-F238E27FC236}">
                    <a16:creationId xmlns:a16="http://schemas.microsoft.com/office/drawing/2014/main" id="{481C8996-0D11-F1FC-0CB0-5638BEB663EC}"/>
                  </a:ext>
                </a:extLst>
              </p:cNvPr>
              <p:cNvSpPr/>
              <p:nvPr/>
            </p:nvSpPr>
            <p:spPr>
              <a:xfrm>
                <a:off x="6697877" y="1682943"/>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Z1</a:t>
                </a:r>
                <a:endParaRPr kumimoji="1" lang="ja-JP" altLang="en-US" sz="2000" dirty="0">
                  <a:solidFill>
                    <a:schemeClr val="tx1"/>
                  </a:solidFill>
                </a:endParaRPr>
              </a:p>
            </p:txBody>
          </p:sp>
          <p:sp>
            <p:nvSpPr>
              <p:cNvPr id="61" name="正方形/長方形 60">
                <a:extLst>
                  <a:ext uri="{FF2B5EF4-FFF2-40B4-BE49-F238E27FC236}">
                    <a16:creationId xmlns:a16="http://schemas.microsoft.com/office/drawing/2014/main" id="{91D2632B-11F9-69CC-9D6E-AF4A784D312A}"/>
                  </a:ext>
                </a:extLst>
              </p:cNvPr>
              <p:cNvSpPr/>
              <p:nvPr/>
            </p:nvSpPr>
            <p:spPr>
              <a:xfrm>
                <a:off x="7237163" y="1682943"/>
                <a:ext cx="539286" cy="39063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chemeClr val="tx1"/>
                    </a:solidFill>
                  </a:rPr>
                  <a:t>Z0</a:t>
                </a:r>
                <a:endParaRPr kumimoji="1" lang="ja-JP" altLang="en-US" sz="2000" dirty="0">
                  <a:solidFill>
                    <a:schemeClr val="tx1"/>
                  </a:solidFill>
                </a:endParaRPr>
              </a:p>
            </p:txBody>
          </p:sp>
          <p:sp>
            <p:nvSpPr>
              <p:cNvPr id="62" name="テキスト ボックス 61">
                <a:extLst>
                  <a:ext uri="{FF2B5EF4-FFF2-40B4-BE49-F238E27FC236}">
                    <a16:creationId xmlns:a16="http://schemas.microsoft.com/office/drawing/2014/main" id="{60CD410F-2A3A-4BA7-AF61-25411C468F72}"/>
                  </a:ext>
                </a:extLst>
              </p:cNvPr>
              <p:cNvSpPr txBox="1"/>
              <p:nvPr/>
            </p:nvSpPr>
            <p:spPr>
              <a:xfrm>
                <a:off x="7253202" y="2073574"/>
                <a:ext cx="507207" cy="400110"/>
              </a:xfrm>
              <a:prstGeom prst="rect">
                <a:avLst/>
              </a:prstGeom>
              <a:noFill/>
            </p:spPr>
            <p:txBody>
              <a:bodyPr wrap="square" rtlCol="0">
                <a:spAutoFit/>
              </a:bodyPr>
              <a:lstStyle/>
              <a:p>
                <a:pPr algn="ctr"/>
                <a:r>
                  <a:rPr lang="en-US" altLang="ja-JP" sz="2000" dirty="0"/>
                  <a:t>32</a:t>
                </a:r>
                <a:endParaRPr kumimoji="1" lang="ja-JP" altLang="en-US" sz="2000" dirty="0"/>
              </a:p>
            </p:txBody>
          </p:sp>
          <p:sp>
            <p:nvSpPr>
              <p:cNvPr id="63" name="テキスト ボックス 62">
                <a:extLst>
                  <a:ext uri="{FF2B5EF4-FFF2-40B4-BE49-F238E27FC236}">
                    <a16:creationId xmlns:a16="http://schemas.microsoft.com/office/drawing/2014/main" id="{098CA757-DF13-7B02-4223-81022239B9E3}"/>
                  </a:ext>
                </a:extLst>
              </p:cNvPr>
              <p:cNvSpPr txBox="1"/>
              <p:nvPr/>
            </p:nvSpPr>
            <p:spPr>
              <a:xfrm>
                <a:off x="9187181" y="2083595"/>
                <a:ext cx="507207" cy="400110"/>
              </a:xfrm>
              <a:prstGeom prst="rect">
                <a:avLst/>
              </a:prstGeom>
              <a:noFill/>
            </p:spPr>
            <p:txBody>
              <a:bodyPr wrap="square" rtlCol="0">
                <a:spAutoFit/>
              </a:bodyPr>
              <a:lstStyle/>
              <a:p>
                <a:pPr algn="ctr"/>
                <a:r>
                  <a:rPr lang="en-US" altLang="ja-JP" sz="2000" dirty="0"/>
                  <a:t>15</a:t>
                </a:r>
                <a:endParaRPr kumimoji="1" lang="ja-JP" altLang="en-US" sz="2000" dirty="0"/>
              </a:p>
            </p:txBody>
          </p:sp>
          <p:sp>
            <p:nvSpPr>
              <p:cNvPr id="64" name="テキスト ボックス 63">
                <a:extLst>
                  <a:ext uri="{FF2B5EF4-FFF2-40B4-BE49-F238E27FC236}">
                    <a16:creationId xmlns:a16="http://schemas.microsoft.com/office/drawing/2014/main" id="{4019050D-CDF6-CEC5-53E7-1B3F8945FF12}"/>
                  </a:ext>
                </a:extLst>
              </p:cNvPr>
              <p:cNvSpPr txBox="1"/>
              <p:nvPr/>
            </p:nvSpPr>
            <p:spPr>
              <a:xfrm>
                <a:off x="8865541" y="2083595"/>
                <a:ext cx="507207" cy="400110"/>
              </a:xfrm>
              <a:prstGeom prst="rect">
                <a:avLst/>
              </a:prstGeom>
              <a:noFill/>
            </p:spPr>
            <p:txBody>
              <a:bodyPr wrap="square" rtlCol="0">
                <a:spAutoFit/>
              </a:bodyPr>
              <a:lstStyle/>
              <a:p>
                <a:pPr algn="ctr"/>
                <a:r>
                  <a:rPr kumimoji="1" lang="en-US" altLang="ja-JP" sz="2000" dirty="0"/>
                  <a:t>1</a:t>
                </a:r>
                <a:r>
                  <a:rPr lang="en-US" altLang="ja-JP" sz="2000" dirty="0"/>
                  <a:t>6</a:t>
                </a:r>
                <a:endParaRPr kumimoji="1" lang="ja-JP" altLang="en-US" sz="2000" dirty="0"/>
              </a:p>
            </p:txBody>
          </p:sp>
          <p:sp>
            <p:nvSpPr>
              <p:cNvPr id="65" name="テキスト ボックス 64">
                <a:extLst>
                  <a:ext uri="{FF2B5EF4-FFF2-40B4-BE49-F238E27FC236}">
                    <a16:creationId xmlns:a16="http://schemas.microsoft.com/office/drawing/2014/main" id="{8DD73564-E0FF-88DD-B8B6-93238411566A}"/>
                  </a:ext>
                </a:extLst>
              </p:cNvPr>
              <p:cNvSpPr txBox="1"/>
              <p:nvPr/>
            </p:nvSpPr>
            <p:spPr>
              <a:xfrm>
                <a:off x="7686909" y="2083596"/>
                <a:ext cx="507207" cy="400110"/>
              </a:xfrm>
              <a:prstGeom prst="rect">
                <a:avLst/>
              </a:prstGeom>
              <a:noFill/>
            </p:spPr>
            <p:txBody>
              <a:bodyPr wrap="square" rtlCol="0">
                <a:spAutoFit/>
              </a:bodyPr>
              <a:lstStyle/>
              <a:p>
                <a:pPr algn="ctr"/>
                <a:r>
                  <a:rPr lang="en-US" altLang="ja-JP" sz="2000" dirty="0"/>
                  <a:t>31</a:t>
                </a:r>
                <a:endParaRPr kumimoji="1" lang="ja-JP" altLang="en-US" sz="2000" dirty="0"/>
              </a:p>
            </p:txBody>
          </p:sp>
        </p:grpSp>
        <p:sp>
          <p:nvSpPr>
            <p:cNvPr id="7" name="テキスト ボックス 6">
              <a:extLst>
                <a:ext uri="{FF2B5EF4-FFF2-40B4-BE49-F238E27FC236}">
                  <a16:creationId xmlns:a16="http://schemas.microsoft.com/office/drawing/2014/main" id="{43067BF3-8DB9-456B-A4E2-89BD6C27B50E}"/>
                </a:ext>
              </a:extLst>
            </p:cNvPr>
            <p:cNvSpPr txBox="1"/>
            <p:nvPr/>
          </p:nvSpPr>
          <p:spPr>
            <a:xfrm>
              <a:off x="521946" y="3541828"/>
              <a:ext cx="507207" cy="400110"/>
            </a:xfrm>
            <a:prstGeom prst="rect">
              <a:avLst/>
            </a:prstGeom>
            <a:noFill/>
          </p:spPr>
          <p:txBody>
            <a:bodyPr wrap="square" rtlCol="0">
              <a:spAutoFit/>
            </a:bodyPr>
            <a:lstStyle/>
            <a:p>
              <a:pPr algn="ctr"/>
              <a:r>
                <a:rPr lang="en-US" altLang="ja-JP" sz="2000" dirty="0"/>
                <a:t>57</a:t>
              </a:r>
              <a:endParaRPr kumimoji="1" lang="ja-JP" altLang="en-US" sz="2000" dirty="0"/>
            </a:p>
          </p:txBody>
        </p:sp>
        <p:sp>
          <p:nvSpPr>
            <p:cNvPr id="8" name="テキスト ボックス 7">
              <a:extLst>
                <a:ext uri="{FF2B5EF4-FFF2-40B4-BE49-F238E27FC236}">
                  <a16:creationId xmlns:a16="http://schemas.microsoft.com/office/drawing/2014/main" id="{0CF282DC-456B-F902-3298-6A7768807F05}"/>
                </a:ext>
              </a:extLst>
            </p:cNvPr>
            <p:cNvSpPr txBox="1"/>
            <p:nvPr/>
          </p:nvSpPr>
          <p:spPr>
            <a:xfrm>
              <a:off x="1515532" y="3541827"/>
              <a:ext cx="507207" cy="400110"/>
            </a:xfrm>
            <a:prstGeom prst="rect">
              <a:avLst/>
            </a:prstGeom>
            <a:noFill/>
          </p:spPr>
          <p:txBody>
            <a:bodyPr wrap="square" rtlCol="0">
              <a:spAutoFit/>
            </a:bodyPr>
            <a:lstStyle/>
            <a:p>
              <a:pPr algn="ctr"/>
              <a:r>
                <a:rPr kumimoji="1" lang="en-US" altLang="ja-JP" sz="2000" dirty="0"/>
                <a:t>54</a:t>
              </a:r>
              <a:endParaRPr kumimoji="1" lang="ja-JP" altLang="en-US" sz="2000" dirty="0"/>
            </a:p>
          </p:txBody>
        </p:sp>
        <p:sp>
          <p:nvSpPr>
            <p:cNvPr id="34" name="テキスト ボックス 33">
              <a:extLst>
                <a:ext uri="{FF2B5EF4-FFF2-40B4-BE49-F238E27FC236}">
                  <a16:creationId xmlns:a16="http://schemas.microsoft.com/office/drawing/2014/main" id="{CE0CC80C-327F-1C87-794F-37CD400235A3}"/>
                </a:ext>
              </a:extLst>
            </p:cNvPr>
            <p:cNvSpPr txBox="1"/>
            <p:nvPr/>
          </p:nvSpPr>
          <p:spPr>
            <a:xfrm>
              <a:off x="1844193" y="3541827"/>
              <a:ext cx="507207" cy="400110"/>
            </a:xfrm>
            <a:prstGeom prst="rect">
              <a:avLst/>
            </a:prstGeom>
            <a:noFill/>
          </p:spPr>
          <p:txBody>
            <a:bodyPr wrap="square" rtlCol="0">
              <a:spAutoFit/>
            </a:bodyPr>
            <a:lstStyle/>
            <a:p>
              <a:pPr algn="ctr"/>
              <a:r>
                <a:rPr lang="en-US" altLang="ja-JP" sz="2000" dirty="0"/>
                <a:t>53</a:t>
              </a:r>
              <a:endParaRPr kumimoji="1" lang="ja-JP" altLang="en-US" sz="2000" dirty="0"/>
            </a:p>
          </p:txBody>
        </p:sp>
      </p:grpSp>
    </p:spTree>
    <p:extLst>
      <p:ext uri="{BB962C8B-B14F-4D97-AF65-F5344CB8AC3E}">
        <p14:creationId xmlns:p14="http://schemas.microsoft.com/office/powerpoint/2010/main" val="38533916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A74DED-2259-E3C6-1D37-BD55913AC489}"/>
              </a:ext>
            </a:extLst>
          </p:cNvPr>
          <p:cNvSpPr>
            <a:spLocks noGrp="1"/>
          </p:cNvSpPr>
          <p:nvPr>
            <p:ph type="title"/>
          </p:nvPr>
        </p:nvSpPr>
        <p:spPr/>
        <p:txBody>
          <a:bodyPr>
            <a:normAutofit/>
          </a:bodyPr>
          <a:lstStyle/>
          <a:p>
            <a:r>
              <a:rPr kumimoji="1" lang="en-US" altLang="ja-JP" dirty="0"/>
              <a:t>MMCAM</a:t>
            </a:r>
            <a:endParaRPr kumimoji="1" lang="ja-JP" altLang="en-US" dirty="0"/>
          </a:p>
        </p:txBody>
      </p:sp>
      <p:sp>
        <p:nvSpPr>
          <p:cNvPr id="4" name="日付プレースホルダー 3">
            <a:extLst>
              <a:ext uri="{FF2B5EF4-FFF2-40B4-BE49-F238E27FC236}">
                <a16:creationId xmlns:a16="http://schemas.microsoft.com/office/drawing/2014/main" id="{F5045A5A-C644-3977-BE03-B74A528EA54D}"/>
              </a:ext>
            </a:extLst>
          </p:cNvPr>
          <p:cNvSpPr>
            <a:spLocks noGrp="1"/>
          </p:cNvSpPr>
          <p:nvPr>
            <p:ph type="dt" sz="half" idx="10"/>
          </p:nvPr>
        </p:nvSpPr>
        <p:spPr/>
        <p:txBody>
          <a:bodyPr/>
          <a:lstStyle/>
          <a:p>
            <a:fld id="{C981106A-F328-46B0-AB11-CD980A6DFB99}"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B93A5B76-C07C-F81A-7224-F65FCB82AA68}"/>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9BF194B9-069E-CDD9-AB4A-5FB8197CBF31}"/>
              </a:ext>
            </a:extLst>
          </p:cNvPr>
          <p:cNvSpPr>
            <a:spLocks noGrp="1"/>
          </p:cNvSpPr>
          <p:nvPr>
            <p:ph type="sldNum" sz="quarter" idx="12"/>
          </p:nvPr>
        </p:nvSpPr>
        <p:spPr>
          <a:xfrm>
            <a:off x="8580501" y="6356350"/>
            <a:ext cx="2743200" cy="365125"/>
          </a:xfrm>
        </p:spPr>
        <p:txBody>
          <a:bodyPr/>
          <a:lstStyle/>
          <a:p>
            <a:fld id="{273F27D2-06B6-4999-B31F-B875E94682A2}" type="slidenum">
              <a:rPr lang="ja-JP" altLang="en-US" smtClean="0"/>
              <a:pPr/>
              <a:t>40</a:t>
            </a:fld>
            <a:endParaRPr lang="ja-JP" altLang="en-US" dirty="0"/>
          </a:p>
        </p:txBody>
      </p:sp>
      <p:grpSp>
        <p:nvGrpSpPr>
          <p:cNvPr id="52" name="グループ化 51">
            <a:extLst>
              <a:ext uri="{FF2B5EF4-FFF2-40B4-BE49-F238E27FC236}">
                <a16:creationId xmlns:a16="http://schemas.microsoft.com/office/drawing/2014/main" id="{A220E2F5-A4BF-08A5-8CDD-F07E13241036}"/>
              </a:ext>
            </a:extLst>
          </p:cNvPr>
          <p:cNvGrpSpPr/>
          <p:nvPr/>
        </p:nvGrpSpPr>
        <p:grpSpPr>
          <a:xfrm>
            <a:off x="1411224" y="1360709"/>
            <a:ext cx="9369552" cy="1284938"/>
            <a:chOff x="612648" y="1446434"/>
            <a:chExt cx="9369552" cy="1284938"/>
          </a:xfrm>
        </p:grpSpPr>
        <p:sp>
          <p:nvSpPr>
            <p:cNvPr id="7" name="正方形/長方形 6">
              <a:extLst>
                <a:ext uri="{FF2B5EF4-FFF2-40B4-BE49-F238E27FC236}">
                  <a16:creationId xmlns:a16="http://schemas.microsoft.com/office/drawing/2014/main" id="{EA1D41B1-A51D-651F-7581-13BEE77CCE3A}"/>
                </a:ext>
              </a:extLst>
            </p:cNvPr>
            <p:cNvSpPr/>
            <p:nvPr/>
          </p:nvSpPr>
          <p:spPr>
            <a:xfrm>
              <a:off x="1405128" y="2263298"/>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ENTRY</a:t>
              </a:r>
              <a:endParaRPr kumimoji="1" lang="ja-JP" altLang="en-US" dirty="0">
                <a:solidFill>
                  <a:schemeClr val="tx1"/>
                </a:solidFill>
              </a:endParaRPr>
            </a:p>
          </p:txBody>
        </p:sp>
        <p:sp>
          <p:nvSpPr>
            <p:cNvPr id="8" name="正方形/長方形 7">
              <a:extLst>
                <a:ext uri="{FF2B5EF4-FFF2-40B4-BE49-F238E27FC236}">
                  <a16:creationId xmlns:a16="http://schemas.microsoft.com/office/drawing/2014/main" id="{EE8C0F94-ACBD-8330-97D7-161221B78E33}"/>
                </a:ext>
              </a:extLst>
            </p:cNvPr>
            <p:cNvSpPr/>
            <p:nvPr/>
          </p:nvSpPr>
          <p:spPr>
            <a:xfrm>
              <a:off x="4605528" y="2263298"/>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FD</a:t>
              </a:r>
              <a:endParaRPr kumimoji="1" lang="ja-JP" altLang="en-US" dirty="0">
                <a:solidFill>
                  <a:schemeClr val="tx1"/>
                </a:solidFill>
              </a:endParaRPr>
            </a:p>
          </p:txBody>
        </p:sp>
        <p:sp>
          <p:nvSpPr>
            <p:cNvPr id="9" name="正方形/長方形 8">
              <a:extLst>
                <a:ext uri="{FF2B5EF4-FFF2-40B4-BE49-F238E27FC236}">
                  <a16:creationId xmlns:a16="http://schemas.microsoft.com/office/drawing/2014/main" id="{B1411E44-8E86-00B0-E2D1-1A6C4DD06F6A}"/>
                </a:ext>
              </a:extLst>
            </p:cNvPr>
            <p:cNvSpPr/>
            <p:nvPr/>
          </p:nvSpPr>
          <p:spPr>
            <a:xfrm>
              <a:off x="6294120" y="2263298"/>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OR</a:t>
              </a:r>
              <a:endParaRPr kumimoji="1" lang="ja-JP" altLang="en-US" dirty="0">
                <a:solidFill>
                  <a:schemeClr val="tx1"/>
                </a:solidFill>
              </a:endParaRPr>
            </a:p>
          </p:txBody>
        </p:sp>
        <p:sp>
          <p:nvSpPr>
            <p:cNvPr id="10" name="正方形/長方形 9">
              <a:extLst>
                <a:ext uri="{FF2B5EF4-FFF2-40B4-BE49-F238E27FC236}">
                  <a16:creationId xmlns:a16="http://schemas.microsoft.com/office/drawing/2014/main" id="{0BBF6997-6953-5FA8-6769-8FA04FCE2F55}"/>
                </a:ext>
              </a:extLst>
            </p:cNvPr>
            <p:cNvSpPr/>
            <p:nvPr/>
          </p:nvSpPr>
          <p:spPr>
            <a:xfrm>
              <a:off x="7982712" y="2263298"/>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MA</a:t>
              </a:r>
            </a:p>
          </p:txBody>
        </p:sp>
        <p:sp>
          <p:nvSpPr>
            <p:cNvPr id="14" name="正方形/長方形 13">
              <a:extLst>
                <a:ext uri="{FF2B5EF4-FFF2-40B4-BE49-F238E27FC236}">
                  <a16:creationId xmlns:a16="http://schemas.microsoft.com/office/drawing/2014/main" id="{2CBE05A6-5E3C-39EA-5744-5971D02DB288}"/>
                </a:ext>
              </a:extLst>
            </p:cNvPr>
            <p:cNvSpPr/>
            <p:nvPr/>
          </p:nvSpPr>
          <p:spPr>
            <a:xfrm>
              <a:off x="3005328" y="2263298"/>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A</a:t>
              </a:r>
              <a:r>
                <a:rPr lang="en-US" altLang="ja-JP" dirty="0">
                  <a:solidFill>
                    <a:schemeClr val="tx1"/>
                  </a:solidFill>
                </a:rPr>
                <a:t>C</a:t>
              </a:r>
              <a:endParaRPr kumimoji="1" lang="ja-JP" altLang="en-US" dirty="0">
                <a:solidFill>
                  <a:schemeClr val="tx1"/>
                </a:solidFill>
              </a:endParaRPr>
            </a:p>
          </p:txBody>
        </p:sp>
        <p:sp>
          <p:nvSpPr>
            <p:cNvPr id="15" name="正方形/長方形 14">
              <a:extLst>
                <a:ext uri="{FF2B5EF4-FFF2-40B4-BE49-F238E27FC236}">
                  <a16:creationId xmlns:a16="http://schemas.microsoft.com/office/drawing/2014/main" id="{99518F2C-074F-F658-FDBB-617F7C6C554B}"/>
                </a:ext>
              </a:extLst>
            </p:cNvPr>
            <p:cNvSpPr/>
            <p:nvPr/>
          </p:nvSpPr>
          <p:spPr>
            <a:xfrm>
              <a:off x="6297170" y="1446434"/>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AM</a:t>
              </a:r>
              <a:endParaRPr kumimoji="1" lang="ja-JP" altLang="en-US" dirty="0">
                <a:solidFill>
                  <a:schemeClr val="tx1"/>
                </a:solidFill>
              </a:endParaRPr>
            </a:p>
          </p:txBody>
        </p:sp>
        <p:sp>
          <p:nvSpPr>
            <p:cNvPr id="16" name="正方形/長方形 15">
              <a:extLst>
                <a:ext uri="{FF2B5EF4-FFF2-40B4-BE49-F238E27FC236}">
                  <a16:creationId xmlns:a16="http://schemas.microsoft.com/office/drawing/2014/main" id="{8040EA7F-421C-03D9-1C34-9F81A8682BBC}"/>
                </a:ext>
              </a:extLst>
            </p:cNvPr>
            <p:cNvSpPr/>
            <p:nvPr/>
          </p:nvSpPr>
          <p:spPr>
            <a:xfrm>
              <a:off x="4599431" y="1446434"/>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SS</a:t>
              </a:r>
              <a:endParaRPr kumimoji="1" lang="ja-JP" altLang="en-US" dirty="0">
                <a:solidFill>
                  <a:schemeClr val="tx1"/>
                </a:solidFill>
              </a:endParaRPr>
            </a:p>
          </p:txBody>
        </p:sp>
        <p:cxnSp>
          <p:nvCxnSpPr>
            <p:cNvPr id="18" name="直線矢印コネクタ 17">
              <a:extLst>
                <a:ext uri="{FF2B5EF4-FFF2-40B4-BE49-F238E27FC236}">
                  <a16:creationId xmlns:a16="http://schemas.microsoft.com/office/drawing/2014/main" id="{6D29F48A-C098-FA3C-9869-6D391E0C8029}"/>
                </a:ext>
              </a:extLst>
            </p:cNvPr>
            <p:cNvCxnSpPr>
              <a:cxnSpLocks/>
              <a:endCxn id="7" idx="1"/>
            </p:cNvCxnSpPr>
            <p:nvPr/>
          </p:nvCxnSpPr>
          <p:spPr>
            <a:xfrm>
              <a:off x="612648" y="2497335"/>
              <a:ext cx="79248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0" name="直線矢印コネクタ 19">
              <a:extLst>
                <a:ext uri="{FF2B5EF4-FFF2-40B4-BE49-F238E27FC236}">
                  <a16:creationId xmlns:a16="http://schemas.microsoft.com/office/drawing/2014/main" id="{5DA9C9F4-CDC4-DC44-8637-71D1239D37F2}"/>
                </a:ext>
              </a:extLst>
            </p:cNvPr>
            <p:cNvCxnSpPr>
              <a:cxnSpLocks/>
              <a:stCxn id="7" idx="3"/>
              <a:endCxn id="14" idx="1"/>
            </p:cNvCxnSpPr>
            <p:nvPr/>
          </p:nvCxnSpPr>
          <p:spPr>
            <a:xfrm>
              <a:off x="2660904" y="2497335"/>
              <a:ext cx="34442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DD9C5DFC-F1DA-614C-6AB8-51919AECBAAF}"/>
                </a:ext>
              </a:extLst>
            </p:cNvPr>
            <p:cNvCxnSpPr>
              <a:cxnSpLocks/>
              <a:stCxn id="14" idx="3"/>
              <a:endCxn id="8" idx="1"/>
            </p:cNvCxnSpPr>
            <p:nvPr/>
          </p:nvCxnSpPr>
          <p:spPr>
            <a:xfrm>
              <a:off x="4261104" y="2497335"/>
              <a:ext cx="34442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A62A79CD-BBCD-D383-F78F-A83EB1C05A24}"/>
                </a:ext>
              </a:extLst>
            </p:cNvPr>
            <p:cNvCxnSpPr>
              <a:cxnSpLocks/>
              <a:stCxn id="8" idx="3"/>
              <a:endCxn id="9" idx="1"/>
            </p:cNvCxnSpPr>
            <p:nvPr/>
          </p:nvCxnSpPr>
          <p:spPr>
            <a:xfrm>
              <a:off x="5861304" y="2497335"/>
              <a:ext cx="432816"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9" name="直線矢印コネクタ 28">
              <a:extLst>
                <a:ext uri="{FF2B5EF4-FFF2-40B4-BE49-F238E27FC236}">
                  <a16:creationId xmlns:a16="http://schemas.microsoft.com/office/drawing/2014/main" id="{416F374B-83A8-95FD-7216-A3CA99057730}"/>
                </a:ext>
              </a:extLst>
            </p:cNvPr>
            <p:cNvCxnSpPr>
              <a:cxnSpLocks/>
              <a:stCxn id="9" idx="3"/>
              <a:endCxn id="10" idx="1"/>
            </p:cNvCxnSpPr>
            <p:nvPr/>
          </p:nvCxnSpPr>
          <p:spPr>
            <a:xfrm>
              <a:off x="7549896" y="2497335"/>
              <a:ext cx="432816"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2" name="直線矢印コネクタ 31">
              <a:extLst>
                <a:ext uri="{FF2B5EF4-FFF2-40B4-BE49-F238E27FC236}">
                  <a16:creationId xmlns:a16="http://schemas.microsoft.com/office/drawing/2014/main" id="{BC190598-91D4-949D-9D14-C5ECA0D9C8C6}"/>
                </a:ext>
              </a:extLst>
            </p:cNvPr>
            <p:cNvCxnSpPr>
              <a:cxnSpLocks/>
              <a:stCxn id="15" idx="3"/>
              <a:endCxn id="10" idx="0"/>
            </p:cNvCxnSpPr>
            <p:nvPr/>
          </p:nvCxnSpPr>
          <p:spPr>
            <a:xfrm>
              <a:off x="7552946" y="1680471"/>
              <a:ext cx="1057654" cy="58282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5" name="直線矢印コネクタ 34">
              <a:extLst>
                <a:ext uri="{FF2B5EF4-FFF2-40B4-BE49-F238E27FC236}">
                  <a16:creationId xmlns:a16="http://schemas.microsoft.com/office/drawing/2014/main" id="{D3F4C7A4-0F89-E5D6-F417-400B15032396}"/>
                </a:ext>
              </a:extLst>
            </p:cNvPr>
            <p:cNvCxnSpPr>
              <a:cxnSpLocks/>
              <a:stCxn id="16" idx="3"/>
              <a:endCxn id="15" idx="1"/>
            </p:cNvCxnSpPr>
            <p:nvPr/>
          </p:nvCxnSpPr>
          <p:spPr>
            <a:xfrm>
              <a:off x="5855207" y="1680471"/>
              <a:ext cx="441963"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8" name="直線矢印コネクタ 37">
              <a:extLst>
                <a:ext uri="{FF2B5EF4-FFF2-40B4-BE49-F238E27FC236}">
                  <a16:creationId xmlns:a16="http://schemas.microsoft.com/office/drawing/2014/main" id="{14E32ADF-BB6A-A4F8-FA87-2B490DDD1CC5}"/>
                </a:ext>
              </a:extLst>
            </p:cNvPr>
            <p:cNvCxnSpPr>
              <a:cxnSpLocks/>
              <a:stCxn id="8" idx="0"/>
              <a:endCxn id="16" idx="2"/>
            </p:cNvCxnSpPr>
            <p:nvPr/>
          </p:nvCxnSpPr>
          <p:spPr>
            <a:xfrm flipH="1" flipV="1">
              <a:off x="5227319" y="1914508"/>
              <a:ext cx="6097" cy="34879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4" name="直線矢印コネクタ 43">
              <a:extLst>
                <a:ext uri="{FF2B5EF4-FFF2-40B4-BE49-F238E27FC236}">
                  <a16:creationId xmlns:a16="http://schemas.microsoft.com/office/drawing/2014/main" id="{CEBAB003-BDE5-43B8-BFA6-F81FE265EBBF}"/>
                </a:ext>
              </a:extLst>
            </p:cNvPr>
            <p:cNvCxnSpPr>
              <a:cxnSpLocks/>
              <a:stCxn id="8" idx="0"/>
              <a:endCxn id="15" idx="2"/>
            </p:cNvCxnSpPr>
            <p:nvPr/>
          </p:nvCxnSpPr>
          <p:spPr>
            <a:xfrm rot="5400000" flipH="1" flipV="1">
              <a:off x="5904842" y="1243082"/>
              <a:ext cx="348790" cy="169164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3570D79B-DE12-4810-13D1-24C14D9552E3}"/>
                </a:ext>
              </a:extLst>
            </p:cNvPr>
            <p:cNvCxnSpPr>
              <a:cxnSpLocks/>
              <a:stCxn id="10" idx="3"/>
            </p:cNvCxnSpPr>
            <p:nvPr/>
          </p:nvCxnSpPr>
          <p:spPr>
            <a:xfrm>
              <a:off x="9238488" y="2497335"/>
              <a:ext cx="743712"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sp>
        <p:nvSpPr>
          <p:cNvPr id="53" name="正方形/長方形 52">
            <a:extLst>
              <a:ext uri="{FF2B5EF4-FFF2-40B4-BE49-F238E27FC236}">
                <a16:creationId xmlns:a16="http://schemas.microsoft.com/office/drawing/2014/main" id="{FAF7BCAD-7702-5168-029D-A443E6A614D9}"/>
              </a:ext>
            </a:extLst>
          </p:cNvPr>
          <p:cNvSpPr/>
          <p:nvPr/>
        </p:nvSpPr>
        <p:spPr>
          <a:xfrm>
            <a:off x="762000" y="1123950"/>
            <a:ext cx="10668000" cy="1752600"/>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テキスト ボックス 72">
            <a:extLst>
              <a:ext uri="{FF2B5EF4-FFF2-40B4-BE49-F238E27FC236}">
                <a16:creationId xmlns:a16="http://schemas.microsoft.com/office/drawing/2014/main" id="{CD18035A-0D34-3766-0D3A-DAFA33FBD910}"/>
              </a:ext>
            </a:extLst>
          </p:cNvPr>
          <p:cNvSpPr txBox="1"/>
          <p:nvPr/>
        </p:nvSpPr>
        <p:spPr>
          <a:xfrm>
            <a:off x="749681" y="1214800"/>
            <a:ext cx="2080386" cy="369332"/>
          </a:xfrm>
          <a:prstGeom prst="rect">
            <a:avLst/>
          </a:prstGeom>
          <a:noFill/>
        </p:spPr>
        <p:txBody>
          <a:bodyPr wrap="square" rtlCol="0">
            <a:spAutoFit/>
          </a:bodyPr>
          <a:lstStyle/>
          <a:p>
            <a:r>
              <a:rPr lang="ja-JP" altLang="en-US" dirty="0"/>
              <a:t>現行</a:t>
            </a:r>
            <a:r>
              <a:rPr lang="en-US" altLang="ja-JP" dirty="0" err="1"/>
              <a:t>Block_RAM</a:t>
            </a:r>
            <a:r>
              <a:rPr lang="ja-JP" altLang="en-US" dirty="0"/>
              <a:t>版</a:t>
            </a:r>
            <a:endParaRPr kumimoji="1" lang="ja-JP" altLang="en-US" dirty="0"/>
          </a:p>
        </p:txBody>
      </p:sp>
      <p:grpSp>
        <p:nvGrpSpPr>
          <p:cNvPr id="138" name="グループ化 137">
            <a:extLst>
              <a:ext uri="{FF2B5EF4-FFF2-40B4-BE49-F238E27FC236}">
                <a16:creationId xmlns:a16="http://schemas.microsoft.com/office/drawing/2014/main" id="{F887068E-844B-167E-9A18-4A0FC4B0CBBF}"/>
              </a:ext>
            </a:extLst>
          </p:cNvPr>
          <p:cNvGrpSpPr/>
          <p:nvPr/>
        </p:nvGrpSpPr>
        <p:grpSpPr>
          <a:xfrm>
            <a:off x="336645" y="3110586"/>
            <a:ext cx="11518710" cy="3521041"/>
            <a:chOff x="51588" y="3110586"/>
            <a:chExt cx="11518710" cy="3521041"/>
          </a:xfrm>
        </p:grpSpPr>
        <p:grpSp>
          <p:nvGrpSpPr>
            <p:cNvPr id="133" name="グループ化 132">
              <a:extLst>
                <a:ext uri="{FF2B5EF4-FFF2-40B4-BE49-F238E27FC236}">
                  <a16:creationId xmlns:a16="http://schemas.microsoft.com/office/drawing/2014/main" id="{D1504185-25C1-0F26-CE78-C81F960F8C56}"/>
                </a:ext>
              </a:extLst>
            </p:cNvPr>
            <p:cNvGrpSpPr/>
            <p:nvPr/>
          </p:nvGrpSpPr>
          <p:grpSpPr>
            <a:xfrm>
              <a:off x="51588" y="3110586"/>
              <a:ext cx="11518710" cy="3521041"/>
              <a:chOff x="-88710" y="3200433"/>
              <a:chExt cx="11518710" cy="3521041"/>
            </a:xfrm>
          </p:grpSpPr>
          <p:sp>
            <p:nvSpPr>
              <p:cNvPr id="54" name="正方形/長方形 53">
                <a:extLst>
                  <a:ext uri="{FF2B5EF4-FFF2-40B4-BE49-F238E27FC236}">
                    <a16:creationId xmlns:a16="http://schemas.microsoft.com/office/drawing/2014/main" id="{685F996E-EC29-A9CF-E3A2-9B482F411CD7}"/>
                  </a:ext>
                </a:extLst>
              </p:cNvPr>
              <p:cNvSpPr/>
              <p:nvPr/>
            </p:nvSpPr>
            <p:spPr>
              <a:xfrm>
                <a:off x="-88710" y="3200433"/>
                <a:ext cx="11518710" cy="3521041"/>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7" name="正方形/長方形 56">
                <a:extLst>
                  <a:ext uri="{FF2B5EF4-FFF2-40B4-BE49-F238E27FC236}">
                    <a16:creationId xmlns:a16="http://schemas.microsoft.com/office/drawing/2014/main" id="{81BE3F94-208A-27A8-26C8-F02532C45B3B}"/>
                  </a:ext>
                </a:extLst>
              </p:cNvPr>
              <p:cNvSpPr/>
              <p:nvPr/>
            </p:nvSpPr>
            <p:spPr>
              <a:xfrm>
                <a:off x="5947029" y="4153278"/>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FD</a:t>
                </a:r>
                <a:endParaRPr kumimoji="1" lang="ja-JP" altLang="en-US" dirty="0">
                  <a:solidFill>
                    <a:schemeClr val="tx1"/>
                  </a:solidFill>
                </a:endParaRPr>
              </a:p>
            </p:txBody>
          </p:sp>
          <p:sp>
            <p:nvSpPr>
              <p:cNvPr id="58" name="正方形/長方形 57">
                <a:extLst>
                  <a:ext uri="{FF2B5EF4-FFF2-40B4-BE49-F238E27FC236}">
                    <a16:creationId xmlns:a16="http://schemas.microsoft.com/office/drawing/2014/main" id="{83CB8E49-0AD1-1CFF-4659-796A5FFA0609}"/>
                  </a:ext>
                </a:extLst>
              </p:cNvPr>
              <p:cNvSpPr/>
              <p:nvPr/>
            </p:nvSpPr>
            <p:spPr>
              <a:xfrm>
                <a:off x="7635621" y="4153278"/>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OR</a:t>
                </a:r>
                <a:endParaRPr kumimoji="1" lang="ja-JP" altLang="en-US" dirty="0">
                  <a:solidFill>
                    <a:schemeClr val="tx1"/>
                  </a:solidFill>
                </a:endParaRPr>
              </a:p>
            </p:txBody>
          </p:sp>
          <p:sp>
            <p:nvSpPr>
              <p:cNvPr id="59" name="正方形/長方形 58">
                <a:extLst>
                  <a:ext uri="{FF2B5EF4-FFF2-40B4-BE49-F238E27FC236}">
                    <a16:creationId xmlns:a16="http://schemas.microsoft.com/office/drawing/2014/main" id="{845D3718-67F6-5921-4E07-FE1CF2CB10F3}"/>
                  </a:ext>
                </a:extLst>
              </p:cNvPr>
              <p:cNvSpPr/>
              <p:nvPr/>
            </p:nvSpPr>
            <p:spPr>
              <a:xfrm>
                <a:off x="9324213" y="4153278"/>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MA</a:t>
                </a:r>
              </a:p>
            </p:txBody>
          </p:sp>
          <p:sp>
            <p:nvSpPr>
              <p:cNvPr id="60" name="正方形/長方形 59">
                <a:extLst>
                  <a:ext uri="{FF2B5EF4-FFF2-40B4-BE49-F238E27FC236}">
                    <a16:creationId xmlns:a16="http://schemas.microsoft.com/office/drawing/2014/main" id="{58B84D33-C33E-A31B-B283-5AA64F2F5C65}"/>
                  </a:ext>
                </a:extLst>
              </p:cNvPr>
              <p:cNvSpPr/>
              <p:nvPr/>
            </p:nvSpPr>
            <p:spPr>
              <a:xfrm>
                <a:off x="4346829" y="4153278"/>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A</a:t>
                </a:r>
                <a:r>
                  <a:rPr lang="en-US" altLang="ja-JP" dirty="0">
                    <a:solidFill>
                      <a:schemeClr val="tx1"/>
                    </a:solidFill>
                  </a:rPr>
                  <a:t>C</a:t>
                </a:r>
                <a:endParaRPr kumimoji="1" lang="ja-JP" altLang="en-US" dirty="0">
                  <a:solidFill>
                    <a:schemeClr val="tx1"/>
                  </a:solidFill>
                </a:endParaRPr>
              </a:p>
            </p:txBody>
          </p:sp>
          <p:sp>
            <p:nvSpPr>
              <p:cNvPr id="61" name="正方形/長方形 60">
                <a:extLst>
                  <a:ext uri="{FF2B5EF4-FFF2-40B4-BE49-F238E27FC236}">
                    <a16:creationId xmlns:a16="http://schemas.microsoft.com/office/drawing/2014/main" id="{508FB4D0-DBB0-445B-8B10-054B77C8B3FD}"/>
                  </a:ext>
                </a:extLst>
              </p:cNvPr>
              <p:cNvSpPr/>
              <p:nvPr/>
            </p:nvSpPr>
            <p:spPr>
              <a:xfrm>
                <a:off x="7638671" y="3336414"/>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AM</a:t>
                </a:r>
                <a:endParaRPr kumimoji="1" lang="ja-JP" altLang="en-US" dirty="0">
                  <a:solidFill>
                    <a:schemeClr val="tx1"/>
                  </a:solidFill>
                </a:endParaRPr>
              </a:p>
            </p:txBody>
          </p:sp>
          <p:sp>
            <p:nvSpPr>
              <p:cNvPr id="62" name="正方形/長方形 61">
                <a:extLst>
                  <a:ext uri="{FF2B5EF4-FFF2-40B4-BE49-F238E27FC236}">
                    <a16:creationId xmlns:a16="http://schemas.microsoft.com/office/drawing/2014/main" id="{7E5608A3-ADF1-28F1-7AE1-89C2F5E45897}"/>
                  </a:ext>
                </a:extLst>
              </p:cNvPr>
              <p:cNvSpPr/>
              <p:nvPr/>
            </p:nvSpPr>
            <p:spPr>
              <a:xfrm>
                <a:off x="5940932" y="3336414"/>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SS</a:t>
                </a:r>
                <a:endParaRPr kumimoji="1" lang="ja-JP" altLang="en-US" dirty="0">
                  <a:solidFill>
                    <a:schemeClr val="tx1"/>
                  </a:solidFill>
                </a:endParaRPr>
              </a:p>
            </p:txBody>
          </p:sp>
          <p:cxnSp>
            <p:nvCxnSpPr>
              <p:cNvPr id="65" name="直線矢印コネクタ 64">
                <a:extLst>
                  <a:ext uri="{FF2B5EF4-FFF2-40B4-BE49-F238E27FC236}">
                    <a16:creationId xmlns:a16="http://schemas.microsoft.com/office/drawing/2014/main" id="{EEC1F952-287B-840D-7BE3-C4D8B61DA6AC}"/>
                  </a:ext>
                </a:extLst>
              </p:cNvPr>
              <p:cNvCxnSpPr>
                <a:cxnSpLocks/>
                <a:stCxn id="60" idx="3"/>
                <a:endCxn id="57" idx="1"/>
              </p:cNvCxnSpPr>
              <p:nvPr/>
            </p:nvCxnSpPr>
            <p:spPr>
              <a:xfrm>
                <a:off x="5602605" y="4387315"/>
                <a:ext cx="34442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66" name="直線矢印コネクタ 65">
                <a:extLst>
                  <a:ext uri="{FF2B5EF4-FFF2-40B4-BE49-F238E27FC236}">
                    <a16:creationId xmlns:a16="http://schemas.microsoft.com/office/drawing/2014/main" id="{A16BF9A0-742F-D399-E2D4-F63A5EFE3AB9}"/>
                  </a:ext>
                </a:extLst>
              </p:cNvPr>
              <p:cNvCxnSpPr>
                <a:cxnSpLocks/>
                <a:stCxn id="57" idx="3"/>
                <a:endCxn id="58" idx="1"/>
              </p:cNvCxnSpPr>
              <p:nvPr/>
            </p:nvCxnSpPr>
            <p:spPr>
              <a:xfrm>
                <a:off x="7202805" y="4387315"/>
                <a:ext cx="432816"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67" name="直線矢印コネクタ 66">
                <a:extLst>
                  <a:ext uri="{FF2B5EF4-FFF2-40B4-BE49-F238E27FC236}">
                    <a16:creationId xmlns:a16="http://schemas.microsoft.com/office/drawing/2014/main" id="{2158F4D9-752E-D626-CAC6-A936712F55CF}"/>
                  </a:ext>
                </a:extLst>
              </p:cNvPr>
              <p:cNvCxnSpPr>
                <a:cxnSpLocks/>
                <a:stCxn id="58" idx="3"/>
                <a:endCxn id="59" idx="1"/>
              </p:cNvCxnSpPr>
              <p:nvPr/>
            </p:nvCxnSpPr>
            <p:spPr>
              <a:xfrm>
                <a:off x="8891397" y="4387315"/>
                <a:ext cx="432816"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68" name="直線矢印コネクタ 31">
                <a:extLst>
                  <a:ext uri="{FF2B5EF4-FFF2-40B4-BE49-F238E27FC236}">
                    <a16:creationId xmlns:a16="http://schemas.microsoft.com/office/drawing/2014/main" id="{EAC35A06-FF5A-6E6C-D147-45E254CBC573}"/>
                  </a:ext>
                </a:extLst>
              </p:cNvPr>
              <p:cNvCxnSpPr>
                <a:cxnSpLocks/>
                <a:stCxn id="61" idx="3"/>
                <a:endCxn id="59" idx="0"/>
              </p:cNvCxnSpPr>
              <p:nvPr/>
            </p:nvCxnSpPr>
            <p:spPr>
              <a:xfrm>
                <a:off x="8894447" y="3570451"/>
                <a:ext cx="1057654" cy="582827"/>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69" name="直線矢印コネクタ 68">
                <a:extLst>
                  <a:ext uri="{FF2B5EF4-FFF2-40B4-BE49-F238E27FC236}">
                    <a16:creationId xmlns:a16="http://schemas.microsoft.com/office/drawing/2014/main" id="{F9344720-B080-D8EB-4F5D-2409319A795A}"/>
                  </a:ext>
                </a:extLst>
              </p:cNvPr>
              <p:cNvCxnSpPr>
                <a:cxnSpLocks/>
                <a:stCxn id="62" idx="3"/>
                <a:endCxn id="61" idx="1"/>
              </p:cNvCxnSpPr>
              <p:nvPr/>
            </p:nvCxnSpPr>
            <p:spPr>
              <a:xfrm>
                <a:off x="7196708" y="3570451"/>
                <a:ext cx="441963"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70" name="直線矢印コネクタ 69">
                <a:extLst>
                  <a:ext uri="{FF2B5EF4-FFF2-40B4-BE49-F238E27FC236}">
                    <a16:creationId xmlns:a16="http://schemas.microsoft.com/office/drawing/2014/main" id="{8B684E68-94A3-9DDA-EE3E-052C052EFF05}"/>
                  </a:ext>
                </a:extLst>
              </p:cNvPr>
              <p:cNvCxnSpPr>
                <a:cxnSpLocks/>
                <a:stCxn id="57" idx="0"/>
                <a:endCxn id="62" idx="2"/>
              </p:cNvCxnSpPr>
              <p:nvPr/>
            </p:nvCxnSpPr>
            <p:spPr>
              <a:xfrm flipH="1" flipV="1">
                <a:off x="6568820" y="3804488"/>
                <a:ext cx="6097" cy="34879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71" name="直線矢印コネクタ 43">
                <a:extLst>
                  <a:ext uri="{FF2B5EF4-FFF2-40B4-BE49-F238E27FC236}">
                    <a16:creationId xmlns:a16="http://schemas.microsoft.com/office/drawing/2014/main" id="{7F650A25-680A-540A-88BC-0A3813D1C069}"/>
                  </a:ext>
                </a:extLst>
              </p:cNvPr>
              <p:cNvCxnSpPr>
                <a:cxnSpLocks/>
                <a:stCxn id="57" idx="0"/>
                <a:endCxn id="61" idx="2"/>
              </p:cNvCxnSpPr>
              <p:nvPr/>
            </p:nvCxnSpPr>
            <p:spPr>
              <a:xfrm rot="5400000" flipH="1" flipV="1">
                <a:off x="7246343" y="3133062"/>
                <a:ext cx="348790" cy="169164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72" name="直線矢印コネクタ 71">
                <a:extLst>
                  <a:ext uri="{FF2B5EF4-FFF2-40B4-BE49-F238E27FC236}">
                    <a16:creationId xmlns:a16="http://schemas.microsoft.com/office/drawing/2014/main" id="{810EBEFF-DCBD-7D31-EB92-867CDC086F94}"/>
                  </a:ext>
                </a:extLst>
              </p:cNvPr>
              <p:cNvCxnSpPr>
                <a:cxnSpLocks/>
                <a:stCxn id="59" idx="3"/>
              </p:cNvCxnSpPr>
              <p:nvPr/>
            </p:nvCxnSpPr>
            <p:spPr>
              <a:xfrm>
                <a:off x="10579989" y="4387315"/>
                <a:ext cx="743712"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74" name="正方形/長方形 73">
                <a:extLst>
                  <a:ext uri="{FF2B5EF4-FFF2-40B4-BE49-F238E27FC236}">
                    <a16:creationId xmlns:a16="http://schemas.microsoft.com/office/drawing/2014/main" id="{29D593BB-3486-EC9F-1394-005E75A2BC02}"/>
                  </a:ext>
                </a:extLst>
              </p:cNvPr>
              <p:cNvSpPr/>
              <p:nvPr/>
            </p:nvSpPr>
            <p:spPr>
              <a:xfrm>
                <a:off x="5899404" y="5265976"/>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FD</a:t>
                </a:r>
                <a:endParaRPr kumimoji="1" lang="ja-JP" altLang="en-US" dirty="0">
                  <a:solidFill>
                    <a:schemeClr val="tx1"/>
                  </a:solidFill>
                </a:endParaRPr>
              </a:p>
            </p:txBody>
          </p:sp>
          <p:sp>
            <p:nvSpPr>
              <p:cNvPr id="75" name="正方形/長方形 74">
                <a:extLst>
                  <a:ext uri="{FF2B5EF4-FFF2-40B4-BE49-F238E27FC236}">
                    <a16:creationId xmlns:a16="http://schemas.microsoft.com/office/drawing/2014/main" id="{2FF37A79-78D9-7987-3962-E96E064DA693}"/>
                  </a:ext>
                </a:extLst>
              </p:cNvPr>
              <p:cNvSpPr/>
              <p:nvPr/>
            </p:nvSpPr>
            <p:spPr>
              <a:xfrm>
                <a:off x="7587996" y="5265976"/>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OR</a:t>
                </a:r>
                <a:endParaRPr kumimoji="1" lang="ja-JP" altLang="en-US" dirty="0">
                  <a:solidFill>
                    <a:schemeClr val="tx1"/>
                  </a:solidFill>
                </a:endParaRPr>
              </a:p>
            </p:txBody>
          </p:sp>
          <p:sp>
            <p:nvSpPr>
              <p:cNvPr id="76" name="正方形/長方形 75">
                <a:extLst>
                  <a:ext uri="{FF2B5EF4-FFF2-40B4-BE49-F238E27FC236}">
                    <a16:creationId xmlns:a16="http://schemas.microsoft.com/office/drawing/2014/main" id="{71591DF8-06B5-C270-7443-5D4D01145260}"/>
                  </a:ext>
                </a:extLst>
              </p:cNvPr>
              <p:cNvSpPr/>
              <p:nvPr/>
            </p:nvSpPr>
            <p:spPr>
              <a:xfrm>
                <a:off x="9276588" y="5265976"/>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MA</a:t>
                </a:r>
              </a:p>
            </p:txBody>
          </p:sp>
          <p:sp>
            <p:nvSpPr>
              <p:cNvPr id="77" name="正方形/長方形 76">
                <a:extLst>
                  <a:ext uri="{FF2B5EF4-FFF2-40B4-BE49-F238E27FC236}">
                    <a16:creationId xmlns:a16="http://schemas.microsoft.com/office/drawing/2014/main" id="{C0687273-D922-3AD3-59A9-053EE34091FF}"/>
                  </a:ext>
                </a:extLst>
              </p:cNvPr>
              <p:cNvSpPr/>
              <p:nvPr/>
            </p:nvSpPr>
            <p:spPr>
              <a:xfrm>
                <a:off x="4299204" y="5265976"/>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A</a:t>
                </a:r>
                <a:r>
                  <a:rPr lang="en-US" altLang="ja-JP" dirty="0">
                    <a:solidFill>
                      <a:schemeClr val="tx1"/>
                    </a:solidFill>
                  </a:rPr>
                  <a:t>C</a:t>
                </a:r>
                <a:endParaRPr kumimoji="1" lang="ja-JP" altLang="en-US" dirty="0">
                  <a:solidFill>
                    <a:schemeClr val="tx1"/>
                  </a:solidFill>
                </a:endParaRPr>
              </a:p>
            </p:txBody>
          </p:sp>
          <p:sp>
            <p:nvSpPr>
              <p:cNvPr id="78" name="正方形/長方形 77">
                <a:extLst>
                  <a:ext uri="{FF2B5EF4-FFF2-40B4-BE49-F238E27FC236}">
                    <a16:creationId xmlns:a16="http://schemas.microsoft.com/office/drawing/2014/main" id="{5A177F87-4423-33F1-46BC-907A3CCB02B9}"/>
                  </a:ext>
                </a:extLst>
              </p:cNvPr>
              <p:cNvSpPr/>
              <p:nvPr/>
            </p:nvSpPr>
            <p:spPr>
              <a:xfrm>
                <a:off x="7587996" y="6107448"/>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AM</a:t>
                </a:r>
                <a:endParaRPr kumimoji="1" lang="ja-JP" altLang="en-US" dirty="0">
                  <a:solidFill>
                    <a:schemeClr val="tx1"/>
                  </a:solidFill>
                </a:endParaRPr>
              </a:p>
            </p:txBody>
          </p:sp>
          <p:sp>
            <p:nvSpPr>
              <p:cNvPr id="79" name="正方形/長方形 78">
                <a:extLst>
                  <a:ext uri="{FF2B5EF4-FFF2-40B4-BE49-F238E27FC236}">
                    <a16:creationId xmlns:a16="http://schemas.microsoft.com/office/drawing/2014/main" id="{6E2BF9C9-B4DF-48EC-C11F-1B4466904110}"/>
                  </a:ext>
                </a:extLst>
              </p:cNvPr>
              <p:cNvSpPr/>
              <p:nvPr/>
            </p:nvSpPr>
            <p:spPr>
              <a:xfrm>
                <a:off x="5899404" y="6112888"/>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SS</a:t>
                </a:r>
                <a:endParaRPr kumimoji="1" lang="ja-JP" altLang="en-US" dirty="0">
                  <a:solidFill>
                    <a:schemeClr val="tx1"/>
                  </a:solidFill>
                </a:endParaRPr>
              </a:p>
            </p:txBody>
          </p:sp>
          <p:cxnSp>
            <p:nvCxnSpPr>
              <p:cNvPr id="81" name="直線矢印コネクタ 80">
                <a:extLst>
                  <a:ext uri="{FF2B5EF4-FFF2-40B4-BE49-F238E27FC236}">
                    <a16:creationId xmlns:a16="http://schemas.microsoft.com/office/drawing/2014/main" id="{0C8F80C6-7E1C-46DD-DE3A-326AC686B3E1}"/>
                  </a:ext>
                </a:extLst>
              </p:cNvPr>
              <p:cNvCxnSpPr>
                <a:cxnSpLocks/>
                <a:stCxn id="77" idx="3"/>
                <a:endCxn id="74" idx="1"/>
              </p:cNvCxnSpPr>
              <p:nvPr/>
            </p:nvCxnSpPr>
            <p:spPr>
              <a:xfrm>
                <a:off x="5554980" y="5500013"/>
                <a:ext cx="34442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82" name="直線矢印コネクタ 81">
                <a:extLst>
                  <a:ext uri="{FF2B5EF4-FFF2-40B4-BE49-F238E27FC236}">
                    <a16:creationId xmlns:a16="http://schemas.microsoft.com/office/drawing/2014/main" id="{EA896362-3131-0F6A-24EC-45F3BA4B5F36}"/>
                  </a:ext>
                </a:extLst>
              </p:cNvPr>
              <p:cNvCxnSpPr>
                <a:cxnSpLocks/>
                <a:stCxn id="74" idx="3"/>
                <a:endCxn id="75" idx="1"/>
              </p:cNvCxnSpPr>
              <p:nvPr/>
            </p:nvCxnSpPr>
            <p:spPr>
              <a:xfrm>
                <a:off x="7155180" y="5500013"/>
                <a:ext cx="432816"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83" name="直線矢印コネクタ 82">
                <a:extLst>
                  <a:ext uri="{FF2B5EF4-FFF2-40B4-BE49-F238E27FC236}">
                    <a16:creationId xmlns:a16="http://schemas.microsoft.com/office/drawing/2014/main" id="{A3A73CAE-A9A9-0CF7-A17C-D15CD5587859}"/>
                  </a:ext>
                </a:extLst>
              </p:cNvPr>
              <p:cNvCxnSpPr>
                <a:cxnSpLocks/>
                <a:stCxn id="75" idx="3"/>
                <a:endCxn id="76" idx="1"/>
              </p:cNvCxnSpPr>
              <p:nvPr/>
            </p:nvCxnSpPr>
            <p:spPr>
              <a:xfrm>
                <a:off x="8843772" y="5500013"/>
                <a:ext cx="432816"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84" name="直線矢印コネクタ 31">
                <a:extLst>
                  <a:ext uri="{FF2B5EF4-FFF2-40B4-BE49-F238E27FC236}">
                    <a16:creationId xmlns:a16="http://schemas.microsoft.com/office/drawing/2014/main" id="{377D83A9-6BC9-0568-F40C-3C1B3E9472DF}"/>
                  </a:ext>
                </a:extLst>
              </p:cNvPr>
              <p:cNvCxnSpPr>
                <a:cxnSpLocks/>
                <a:stCxn id="78" idx="3"/>
                <a:endCxn id="76" idx="2"/>
              </p:cNvCxnSpPr>
              <p:nvPr/>
            </p:nvCxnSpPr>
            <p:spPr>
              <a:xfrm flipV="1">
                <a:off x="8843772" y="5734050"/>
                <a:ext cx="1060704" cy="607435"/>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85" name="直線矢印コネクタ 84">
                <a:extLst>
                  <a:ext uri="{FF2B5EF4-FFF2-40B4-BE49-F238E27FC236}">
                    <a16:creationId xmlns:a16="http://schemas.microsoft.com/office/drawing/2014/main" id="{EA37C833-8BF1-1164-0761-B1443BA660A8}"/>
                  </a:ext>
                </a:extLst>
              </p:cNvPr>
              <p:cNvCxnSpPr>
                <a:cxnSpLocks/>
                <a:stCxn id="79" idx="3"/>
                <a:endCxn id="78" idx="1"/>
              </p:cNvCxnSpPr>
              <p:nvPr/>
            </p:nvCxnSpPr>
            <p:spPr>
              <a:xfrm flipV="1">
                <a:off x="7155180" y="6341485"/>
                <a:ext cx="432816" cy="544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86" name="直線矢印コネクタ 85">
                <a:extLst>
                  <a:ext uri="{FF2B5EF4-FFF2-40B4-BE49-F238E27FC236}">
                    <a16:creationId xmlns:a16="http://schemas.microsoft.com/office/drawing/2014/main" id="{25875614-5E23-9E92-127B-2AA1ADC7EA06}"/>
                  </a:ext>
                </a:extLst>
              </p:cNvPr>
              <p:cNvCxnSpPr>
                <a:cxnSpLocks/>
                <a:stCxn id="74" idx="2"/>
                <a:endCxn id="79" idx="0"/>
              </p:cNvCxnSpPr>
              <p:nvPr/>
            </p:nvCxnSpPr>
            <p:spPr>
              <a:xfrm>
                <a:off x="6527292" y="5734050"/>
                <a:ext cx="0" cy="378838"/>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87" name="直線矢印コネクタ 43">
                <a:extLst>
                  <a:ext uri="{FF2B5EF4-FFF2-40B4-BE49-F238E27FC236}">
                    <a16:creationId xmlns:a16="http://schemas.microsoft.com/office/drawing/2014/main" id="{7FEC6C65-6D44-554F-5237-05DCF764455A}"/>
                  </a:ext>
                </a:extLst>
              </p:cNvPr>
              <p:cNvCxnSpPr>
                <a:cxnSpLocks/>
                <a:stCxn id="74" idx="2"/>
                <a:endCxn id="78" idx="0"/>
              </p:cNvCxnSpPr>
              <p:nvPr/>
            </p:nvCxnSpPr>
            <p:spPr>
              <a:xfrm rot="16200000" flipH="1">
                <a:off x="7184889" y="5076453"/>
                <a:ext cx="373398" cy="1688592"/>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88" name="直線矢印コネクタ 87">
                <a:extLst>
                  <a:ext uri="{FF2B5EF4-FFF2-40B4-BE49-F238E27FC236}">
                    <a16:creationId xmlns:a16="http://schemas.microsoft.com/office/drawing/2014/main" id="{B3E281B5-002D-DB72-3078-65AFB6EB1083}"/>
                  </a:ext>
                </a:extLst>
              </p:cNvPr>
              <p:cNvCxnSpPr>
                <a:cxnSpLocks/>
                <a:stCxn id="76" idx="3"/>
              </p:cNvCxnSpPr>
              <p:nvPr/>
            </p:nvCxnSpPr>
            <p:spPr>
              <a:xfrm>
                <a:off x="10532364" y="5500013"/>
                <a:ext cx="743712"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26" name="正方形/長方形 125">
                <a:extLst>
                  <a:ext uri="{FF2B5EF4-FFF2-40B4-BE49-F238E27FC236}">
                    <a16:creationId xmlns:a16="http://schemas.microsoft.com/office/drawing/2014/main" id="{E34BE797-18BE-7A20-8C48-1AE7106CAE76}"/>
                  </a:ext>
                </a:extLst>
              </p:cNvPr>
              <p:cNvSpPr/>
              <p:nvPr/>
            </p:nvSpPr>
            <p:spPr>
              <a:xfrm>
                <a:off x="625477" y="4678618"/>
                <a:ext cx="977900"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対応表</a:t>
                </a:r>
              </a:p>
            </p:txBody>
          </p:sp>
          <p:cxnSp>
            <p:nvCxnSpPr>
              <p:cNvPr id="127" name="直線矢印コネクタ 63">
                <a:extLst>
                  <a:ext uri="{FF2B5EF4-FFF2-40B4-BE49-F238E27FC236}">
                    <a16:creationId xmlns:a16="http://schemas.microsoft.com/office/drawing/2014/main" id="{73F65B39-0BBC-28AF-6BF8-D126DE549252}"/>
                  </a:ext>
                </a:extLst>
              </p:cNvPr>
              <p:cNvCxnSpPr>
                <a:cxnSpLocks/>
                <a:stCxn id="126" idx="3"/>
                <a:endCxn id="148" idx="1"/>
              </p:cNvCxnSpPr>
              <p:nvPr/>
            </p:nvCxnSpPr>
            <p:spPr>
              <a:xfrm flipV="1">
                <a:off x="1603377" y="4387315"/>
                <a:ext cx="802860" cy="525340"/>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cxnSp>
            <p:nvCxnSpPr>
              <p:cNvPr id="130" name="直線矢印コネクタ 63">
                <a:extLst>
                  <a:ext uri="{FF2B5EF4-FFF2-40B4-BE49-F238E27FC236}">
                    <a16:creationId xmlns:a16="http://schemas.microsoft.com/office/drawing/2014/main" id="{420E098A-5D47-433F-0EAB-FAF394D3C251}"/>
                  </a:ext>
                </a:extLst>
              </p:cNvPr>
              <p:cNvCxnSpPr>
                <a:cxnSpLocks/>
                <a:stCxn id="126" idx="3"/>
                <a:endCxn id="149" idx="1"/>
              </p:cNvCxnSpPr>
              <p:nvPr/>
            </p:nvCxnSpPr>
            <p:spPr>
              <a:xfrm>
                <a:off x="1603377" y="4912655"/>
                <a:ext cx="812163" cy="587358"/>
              </a:xfrm>
              <a:prstGeom prst="bent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grpSp>
        <p:cxnSp>
          <p:nvCxnSpPr>
            <p:cNvPr id="134" name="直線矢印コネクタ 63">
              <a:extLst>
                <a:ext uri="{FF2B5EF4-FFF2-40B4-BE49-F238E27FC236}">
                  <a16:creationId xmlns:a16="http://schemas.microsoft.com/office/drawing/2014/main" id="{35EF9D43-4BC8-7FCC-C909-77EA8930D698}"/>
                </a:ext>
              </a:extLst>
            </p:cNvPr>
            <p:cNvCxnSpPr>
              <a:cxnSpLocks/>
              <a:endCxn id="126" idx="1"/>
            </p:cNvCxnSpPr>
            <p:nvPr/>
          </p:nvCxnSpPr>
          <p:spPr>
            <a:xfrm>
              <a:off x="124297" y="4822808"/>
              <a:ext cx="64147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sp>
        <p:nvSpPr>
          <p:cNvPr id="139" name="テキスト ボックス 138">
            <a:extLst>
              <a:ext uri="{FF2B5EF4-FFF2-40B4-BE49-F238E27FC236}">
                <a16:creationId xmlns:a16="http://schemas.microsoft.com/office/drawing/2014/main" id="{6E943B38-4050-D817-7601-E147E8754774}"/>
              </a:ext>
            </a:extLst>
          </p:cNvPr>
          <p:cNvSpPr txBox="1"/>
          <p:nvPr/>
        </p:nvSpPr>
        <p:spPr>
          <a:xfrm>
            <a:off x="499589" y="3282460"/>
            <a:ext cx="2080386" cy="369332"/>
          </a:xfrm>
          <a:prstGeom prst="rect">
            <a:avLst/>
          </a:prstGeom>
          <a:noFill/>
        </p:spPr>
        <p:txBody>
          <a:bodyPr wrap="square" rtlCol="0">
            <a:spAutoFit/>
          </a:bodyPr>
          <a:lstStyle/>
          <a:p>
            <a:r>
              <a:rPr lang="en-US" altLang="ja-JP" dirty="0" err="1"/>
              <a:t>SS_Block_RAM</a:t>
            </a:r>
            <a:r>
              <a:rPr lang="ja-JP" altLang="en-US" dirty="0"/>
              <a:t>版</a:t>
            </a:r>
            <a:endParaRPr kumimoji="1" lang="ja-JP" altLang="en-US" dirty="0"/>
          </a:p>
        </p:txBody>
      </p:sp>
      <p:cxnSp>
        <p:nvCxnSpPr>
          <p:cNvPr id="140" name="直線矢印コネクタ 139">
            <a:extLst>
              <a:ext uri="{FF2B5EF4-FFF2-40B4-BE49-F238E27FC236}">
                <a16:creationId xmlns:a16="http://schemas.microsoft.com/office/drawing/2014/main" id="{5D55864B-C119-0F34-1BB5-4428931BD805}"/>
              </a:ext>
            </a:extLst>
          </p:cNvPr>
          <p:cNvCxnSpPr>
            <a:cxnSpLocks/>
            <a:stCxn id="148" idx="3"/>
            <a:endCxn id="60" idx="1"/>
          </p:cNvCxnSpPr>
          <p:nvPr/>
        </p:nvCxnSpPr>
        <p:spPr>
          <a:xfrm>
            <a:off x="4087368" y="4297468"/>
            <a:ext cx="684816"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41" name="直線矢印コネクタ 140">
            <a:extLst>
              <a:ext uri="{FF2B5EF4-FFF2-40B4-BE49-F238E27FC236}">
                <a16:creationId xmlns:a16="http://schemas.microsoft.com/office/drawing/2014/main" id="{B48FC8D4-B074-F702-61B6-ADD6CA521B67}"/>
              </a:ext>
            </a:extLst>
          </p:cNvPr>
          <p:cNvCxnSpPr>
            <a:cxnSpLocks/>
            <a:stCxn id="149" idx="3"/>
            <a:endCxn id="77" idx="1"/>
          </p:cNvCxnSpPr>
          <p:nvPr/>
        </p:nvCxnSpPr>
        <p:spPr>
          <a:xfrm>
            <a:off x="4096671" y="5410166"/>
            <a:ext cx="62788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48" name="正方形/長方形 147">
            <a:extLst>
              <a:ext uri="{FF2B5EF4-FFF2-40B4-BE49-F238E27FC236}">
                <a16:creationId xmlns:a16="http://schemas.microsoft.com/office/drawing/2014/main" id="{70F5D4AB-2FC8-9C59-14CD-E807B687632A}"/>
              </a:ext>
            </a:extLst>
          </p:cNvPr>
          <p:cNvSpPr/>
          <p:nvPr/>
        </p:nvSpPr>
        <p:spPr>
          <a:xfrm>
            <a:off x="2831592" y="4063431"/>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ENTRY</a:t>
            </a:r>
            <a:endParaRPr kumimoji="1" lang="ja-JP" altLang="en-US" dirty="0">
              <a:solidFill>
                <a:schemeClr val="tx1"/>
              </a:solidFill>
            </a:endParaRPr>
          </a:p>
        </p:txBody>
      </p:sp>
      <p:sp>
        <p:nvSpPr>
          <p:cNvPr id="149" name="正方形/長方形 148">
            <a:extLst>
              <a:ext uri="{FF2B5EF4-FFF2-40B4-BE49-F238E27FC236}">
                <a16:creationId xmlns:a16="http://schemas.microsoft.com/office/drawing/2014/main" id="{4650ED69-180F-DD90-554F-11B5D158BAA0}"/>
              </a:ext>
            </a:extLst>
          </p:cNvPr>
          <p:cNvSpPr/>
          <p:nvPr/>
        </p:nvSpPr>
        <p:spPr>
          <a:xfrm>
            <a:off x="2840895" y="5176129"/>
            <a:ext cx="1255776" cy="46807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ENTRY</a:t>
            </a:r>
            <a:endParaRPr kumimoji="1" lang="ja-JP" altLang="en-US" dirty="0">
              <a:solidFill>
                <a:schemeClr val="tx1"/>
              </a:solidFill>
            </a:endParaRPr>
          </a:p>
        </p:txBody>
      </p:sp>
      <p:cxnSp>
        <p:nvCxnSpPr>
          <p:cNvPr id="157" name="直線矢印コネクタ 31">
            <a:extLst>
              <a:ext uri="{FF2B5EF4-FFF2-40B4-BE49-F238E27FC236}">
                <a16:creationId xmlns:a16="http://schemas.microsoft.com/office/drawing/2014/main" id="{3F1D5972-A73A-B103-AE9B-F5281FF98512}"/>
              </a:ext>
            </a:extLst>
          </p:cNvPr>
          <p:cNvCxnSpPr>
            <a:cxnSpLocks/>
            <a:stCxn id="78" idx="2"/>
            <a:endCxn id="149" idx="2"/>
          </p:cNvCxnSpPr>
          <p:nvPr/>
        </p:nvCxnSpPr>
        <p:spPr>
          <a:xfrm rot="5400000" flipH="1">
            <a:off x="5634275" y="3478711"/>
            <a:ext cx="841472" cy="5172456"/>
          </a:xfrm>
          <a:prstGeom prst="bentConnector3">
            <a:avLst>
              <a:gd name="adj1" fmla="val -22639"/>
            </a:avLst>
          </a:prstGeom>
          <a:ln w="19050">
            <a:tailEnd type="triangle"/>
          </a:ln>
        </p:spPr>
        <p:style>
          <a:lnRef idx="1">
            <a:schemeClr val="dk1"/>
          </a:lnRef>
          <a:fillRef idx="0">
            <a:schemeClr val="dk1"/>
          </a:fillRef>
          <a:effectRef idx="0">
            <a:schemeClr val="dk1"/>
          </a:effectRef>
          <a:fontRef idx="minor">
            <a:schemeClr val="tx1"/>
          </a:fontRef>
        </p:style>
      </p:cxnSp>
      <p:cxnSp>
        <p:nvCxnSpPr>
          <p:cNvPr id="161" name="直線矢印コネクタ 31">
            <a:extLst>
              <a:ext uri="{FF2B5EF4-FFF2-40B4-BE49-F238E27FC236}">
                <a16:creationId xmlns:a16="http://schemas.microsoft.com/office/drawing/2014/main" id="{FA5C56B8-5C45-F073-F666-F1E743A422CA}"/>
              </a:ext>
            </a:extLst>
          </p:cNvPr>
          <p:cNvCxnSpPr>
            <a:cxnSpLocks/>
            <a:stCxn id="61" idx="0"/>
            <a:endCxn id="148" idx="0"/>
          </p:cNvCxnSpPr>
          <p:nvPr/>
        </p:nvCxnSpPr>
        <p:spPr>
          <a:xfrm rot="16200000" flipH="1" flipV="1">
            <a:off x="5667265" y="1038782"/>
            <a:ext cx="816864" cy="5232434"/>
          </a:xfrm>
          <a:prstGeom prst="bentConnector3">
            <a:avLst>
              <a:gd name="adj1" fmla="val -12438"/>
            </a:avLst>
          </a:prstGeom>
          <a:ln w="19050">
            <a:tailEnd type="triangle"/>
          </a:ln>
        </p:spPr>
        <p:style>
          <a:lnRef idx="1">
            <a:schemeClr val="dk1"/>
          </a:lnRef>
          <a:fillRef idx="0">
            <a:schemeClr val="dk1"/>
          </a:fillRef>
          <a:effectRef idx="0">
            <a:schemeClr val="dk1"/>
          </a:effectRef>
          <a:fontRef idx="minor">
            <a:schemeClr val="tx1"/>
          </a:fontRef>
        </p:style>
      </p:cxnSp>
      <p:cxnSp>
        <p:nvCxnSpPr>
          <p:cNvPr id="165" name="直線矢印コネクタ 31">
            <a:extLst>
              <a:ext uri="{FF2B5EF4-FFF2-40B4-BE49-F238E27FC236}">
                <a16:creationId xmlns:a16="http://schemas.microsoft.com/office/drawing/2014/main" id="{65F2BBC0-3012-04A6-97B1-CACDD399C01A}"/>
              </a:ext>
            </a:extLst>
          </p:cNvPr>
          <p:cNvCxnSpPr>
            <a:cxnSpLocks/>
            <a:stCxn id="79" idx="2"/>
            <a:endCxn id="149" idx="2"/>
          </p:cNvCxnSpPr>
          <p:nvPr/>
        </p:nvCxnSpPr>
        <p:spPr>
          <a:xfrm rot="5400000" flipH="1">
            <a:off x="4787259" y="4325727"/>
            <a:ext cx="846912" cy="3483864"/>
          </a:xfrm>
          <a:prstGeom prst="bentConnector3">
            <a:avLst>
              <a:gd name="adj1" fmla="val -20994"/>
            </a:avLst>
          </a:prstGeom>
          <a:ln w="19050">
            <a:tailEnd type="triangle"/>
          </a:ln>
        </p:spPr>
        <p:style>
          <a:lnRef idx="1">
            <a:schemeClr val="dk1"/>
          </a:lnRef>
          <a:fillRef idx="0">
            <a:schemeClr val="dk1"/>
          </a:fillRef>
          <a:effectRef idx="0">
            <a:schemeClr val="dk1"/>
          </a:effectRef>
          <a:fontRef idx="minor">
            <a:schemeClr val="tx1"/>
          </a:fontRef>
        </p:style>
      </p:cxnSp>
      <p:cxnSp>
        <p:nvCxnSpPr>
          <p:cNvPr id="169" name="直線矢印コネクタ 31">
            <a:extLst>
              <a:ext uri="{FF2B5EF4-FFF2-40B4-BE49-F238E27FC236}">
                <a16:creationId xmlns:a16="http://schemas.microsoft.com/office/drawing/2014/main" id="{06A721A3-6DBE-CE72-0246-104B54717987}"/>
              </a:ext>
            </a:extLst>
          </p:cNvPr>
          <p:cNvCxnSpPr>
            <a:cxnSpLocks/>
            <a:stCxn id="62" idx="0"/>
            <a:endCxn id="148" idx="0"/>
          </p:cNvCxnSpPr>
          <p:nvPr/>
        </p:nvCxnSpPr>
        <p:spPr>
          <a:xfrm rot="16200000" flipH="1" flipV="1">
            <a:off x="4818396" y="1887651"/>
            <a:ext cx="816864" cy="3534695"/>
          </a:xfrm>
          <a:prstGeom prst="bentConnector3">
            <a:avLst>
              <a:gd name="adj1" fmla="val -10883"/>
            </a:avLst>
          </a:prstGeom>
          <a:ln w="19050">
            <a:tailEnd type="triangle"/>
          </a:ln>
        </p:spPr>
        <p:style>
          <a:lnRef idx="1">
            <a:schemeClr val="dk1"/>
          </a:lnRef>
          <a:fillRef idx="0">
            <a:schemeClr val="dk1"/>
          </a:fillRef>
          <a:effectRef idx="0">
            <a:schemeClr val="dk1"/>
          </a:effectRef>
          <a:fontRef idx="minor">
            <a:schemeClr val="tx1"/>
          </a:fontRef>
        </p:style>
      </p:cxnSp>
      <p:cxnSp>
        <p:nvCxnSpPr>
          <p:cNvPr id="173" name="直線矢印コネクタ 31">
            <a:extLst>
              <a:ext uri="{FF2B5EF4-FFF2-40B4-BE49-F238E27FC236}">
                <a16:creationId xmlns:a16="http://schemas.microsoft.com/office/drawing/2014/main" id="{944AF765-39D7-5CB4-D6EF-766CB7812105}"/>
              </a:ext>
            </a:extLst>
          </p:cNvPr>
          <p:cNvCxnSpPr>
            <a:cxnSpLocks/>
            <a:stCxn id="15" idx="0"/>
            <a:endCxn id="7" idx="0"/>
          </p:cNvCxnSpPr>
          <p:nvPr/>
        </p:nvCxnSpPr>
        <p:spPr>
          <a:xfrm rot="16200000" flipH="1" flipV="1">
            <a:off x="4869181" y="-676880"/>
            <a:ext cx="816864" cy="4892042"/>
          </a:xfrm>
          <a:prstGeom prst="bentConnector3">
            <a:avLst>
              <a:gd name="adj1" fmla="val -27985"/>
            </a:avLst>
          </a:prstGeom>
          <a:ln w="19050">
            <a:tailEnd type="triangle"/>
          </a:ln>
        </p:spPr>
        <p:style>
          <a:lnRef idx="1">
            <a:schemeClr val="dk1"/>
          </a:lnRef>
          <a:fillRef idx="0">
            <a:schemeClr val="dk1"/>
          </a:fillRef>
          <a:effectRef idx="0">
            <a:schemeClr val="dk1"/>
          </a:effectRef>
          <a:fontRef idx="minor">
            <a:schemeClr val="tx1"/>
          </a:fontRef>
        </p:style>
      </p:cxnSp>
      <p:cxnSp>
        <p:nvCxnSpPr>
          <p:cNvPr id="174" name="直線矢印コネクタ 31">
            <a:extLst>
              <a:ext uri="{FF2B5EF4-FFF2-40B4-BE49-F238E27FC236}">
                <a16:creationId xmlns:a16="http://schemas.microsoft.com/office/drawing/2014/main" id="{5997FF9D-7EEE-C82B-EBF8-885D0FC6CFBD}"/>
              </a:ext>
            </a:extLst>
          </p:cNvPr>
          <p:cNvCxnSpPr>
            <a:cxnSpLocks/>
            <a:stCxn id="16" idx="0"/>
            <a:endCxn id="7" idx="0"/>
          </p:cNvCxnSpPr>
          <p:nvPr/>
        </p:nvCxnSpPr>
        <p:spPr>
          <a:xfrm rot="16200000" flipH="1" flipV="1">
            <a:off x="4020312" y="171989"/>
            <a:ext cx="816864" cy="3194303"/>
          </a:xfrm>
          <a:prstGeom prst="bentConnector3">
            <a:avLst>
              <a:gd name="adj1" fmla="val -27985"/>
            </a:avLst>
          </a:prstGeom>
          <a:ln w="1905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876526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311C7C-1B4E-46FC-9416-E87A89A27378}"/>
              </a:ext>
            </a:extLst>
          </p:cNvPr>
          <p:cNvSpPr>
            <a:spLocks noGrp="1"/>
          </p:cNvSpPr>
          <p:nvPr>
            <p:ph type="title"/>
          </p:nvPr>
        </p:nvSpPr>
        <p:spPr/>
        <p:txBody>
          <a:bodyPr/>
          <a:lstStyle/>
          <a:p>
            <a:r>
              <a:rPr kumimoji="1" lang="en-US" altLang="ja-JP" dirty="0"/>
              <a:t>FIR</a:t>
            </a:r>
            <a:r>
              <a:rPr kumimoji="1" lang="ja-JP" altLang="en-US" dirty="0"/>
              <a:t>・</a:t>
            </a:r>
            <a:r>
              <a:rPr kumimoji="1" lang="en-US" altLang="ja-JP" dirty="0"/>
              <a:t>DDP</a:t>
            </a:r>
            <a:r>
              <a:rPr kumimoji="1" lang="ja-JP" altLang="en-US" dirty="0"/>
              <a:t>プログラム</a:t>
            </a:r>
          </a:p>
        </p:txBody>
      </p:sp>
      <p:sp>
        <p:nvSpPr>
          <p:cNvPr id="4" name="楕円 3">
            <a:extLst>
              <a:ext uri="{FF2B5EF4-FFF2-40B4-BE49-F238E27FC236}">
                <a16:creationId xmlns:a16="http://schemas.microsoft.com/office/drawing/2014/main" id="{DA96B753-0DE6-413F-A1CA-E8B1CB0259C1}"/>
              </a:ext>
            </a:extLst>
          </p:cNvPr>
          <p:cNvSpPr/>
          <p:nvPr/>
        </p:nvSpPr>
        <p:spPr>
          <a:xfrm>
            <a:off x="204842" y="180498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5" name="楕円 4">
            <a:extLst>
              <a:ext uri="{FF2B5EF4-FFF2-40B4-BE49-F238E27FC236}">
                <a16:creationId xmlns:a16="http://schemas.microsoft.com/office/drawing/2014/main" id="{41BFAB01-996F-40AD-BFAE-2E5DAB72DF8B}"/>
              </a:ext>
            </a:extLst>
          </p:cNvPr>
          <p:cNvSpPr/>
          <p:nvPr/>
        </p:nvSpPr>
        <p:spPr>
          <a:xfrm>
            <a:off x="204841" y="2543175"/>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r>
              <a:rPr kumimoji="1" lang="en-US" altLang="ja-JP" sz="1200" dirty="0">
                <a:solidFill>
                  <a:schemeClr val="tx1"/>
                </a:solidFill>
              </a:rPr>
              <a:t>	</a:t>
            </a:r>
            <a:endParaRPr kumimoji="1" lang="ja-JP" altLang="en-US" sz="1200" dirty="0">
              <a:solidFill>
                <a:schemeClr val="tx1"/>
              </a:solidFill>
            </a:endParaRPr>
          </a:p>
        </p:txBody>
      </p:sp>
      <p:sp>
        <p:nvSpPr>
          <p:cNvPr id="6" name="楕円 5">
            <a:extLst>
              <a:ext uri="{FF2B5EF4-FFF2-40B4-BE49-F238E27FC236}">
                <a16:creationId xmlns:a16="http://schemas.microsoft.com/office/drawing/2014/main" id="{8ED464CC-5DBE-4A15-87E5-4FA1FF31BB04}"/>
              </a:ext>
            </a:extLst>
          </p:cNvPr>
          <p:cNvSpPr/>
          <p:nvPr/>
        </p:nvSpPr>
        <p:spPr>
          <a:xfrm>
            <a:off x="204838" y="325278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7" name="楕円 6">
            <a:extLst>
              <a:ext uri="{FF2B5EF4-FFF2-40B4-BE49-F238E27FC236}">
                <a16:creationId xmlns:a16="http://schemas.microsoft.com/office/drawing/2014/main" id="{80A76956-3111-48BF-B194-4F7FE5F13BBB}"/>
              </a:ext>
            </a:extLst>
          </p:cNvPr>
          <p:cNvSpPr/>
          <p:nvPr/>
        </p:nvSpPr>
        <p:spPr>
          <a:xfrm>
            <a:off x="204837" y="451037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8" name="楕円 7">
            <a:extLst>
              <a:ext uri="{FF2B5EF4-FFF2-40B4-BE49-F238E27FC236}">
                <a16:creationId xmlns:a16="http://schemas.microsoft.com/office/drawing/2014/main" id="{8EA5EAB7-A968-4F39-BE5E-83961C8C4A1A}"/>
              </a:ext>
            </a:extLst>
          </p:cNvPr>
          <p:cNvSpPr/>
          <p:nvPr/>
        </p:nvSpPr>
        <p:spPr>
          <a:xfrm>
            <a:off x="1070983" y="180671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9" name="楕円 8">
            <a:extLst>
              <a:ext uri="{FF2B5EF4-FFF2-40B4-BE49-F238E27FC236}">
                <a16:creationId xmlns:a16="http://schemas.microsoft.com/office/drawing/2014/main" id="{1D003A87-CF09-454A-84AF-04C883092D72}"/>
              </a:ext>
            </a:extLst>
          </p:cNvPr>
          <p:cNvSpPr/>
          <p:nvPr/>
        </p:nvSpPr>
        <p:spPr>
          <a:xfrm>
            <a:off x="1070982" y="254490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10" name="楕円 9">
            <a:extLst>
              <a:ext uri="{FF2B5EF4-FFF2-40B4-BE49-F238E27FC236}">
                <a16:creationId xmlns:a16="http://schemas.microsoft.com/office/drawing/2014/main" id="{08E442D3-DB4B-41E6-A846-9AFC611D893A}"/>
              </a:ext>
            </a:extLst>
          </p:cNvPr>
          <p:cNvSpPr/>
          <p:nvPr/>
        </p:nvSpPr>
        <p:spPr>
          <a:xfrm>
            <a:off x="1070979" y="3254252"/>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11" name="楕円 10">
            <a:extLst>
              <a:ext uri="{FF2B5EF4-FFF2-40B4-BE49-F238E27FC236}">
                <a16:creationId xmlns:a16="http://schemas.microsoft.com/office/drawing/2014/main" id="{EBE94FF6-22C2-42E8-BA0F-8B72F0D6567B}"/>
              </a:ext>
            </a:extLst>
          </p:cNvPr>
          <p:cNvSpPr/>
          <p:nvPr/>
        </p:nvSpPr>
        <p:spPr>
          <a:xfrm>
            <a:off x="1070978" y="451183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12" name="楕円 11">
            <a:extLst>
              <a:ext uri="{FF2B5EF4-FFF2-40B4-BE49-F238E27FC236}">
                <a16:creationId xmlns:a16="http://schemas.microsoft.com/office/drawing/2014/main" id="{EC466D5C-67EE-4AD2-A3DC-D605E9567AA3}"/>
              </a:ext>
            </a:extLst>
          </p:cNvPr>
          <p:cNvSpPr/>
          <p:nvPr/>
        </p:nvSpPr>
        <p:spPr>
          <a:xfrm>
            <a:off x="1937124" y="1808451"/>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13" name="楕円 12">
            <a:extLst>
              <a:ext uri="{FF2B5EF4-FFF2-40B4-BE49-F238E27FC236}">
                <a16:creationId xmlns:a16="http://schemas.microsoft.com/office/drawing/2014/main" id="{B4CE19B0-F1C9-48B8-9DA4-1977F7DBF76F}"/>
              </a:ext>
            </a:extLst>
          </p:cNvPr>
          <p:cNvSpPr/>
          <p:nvPr/>
        </p:nvSpPr>
        <p:spPr>
          <a:xfrm>
            <a:off x="1937123" y="2546639"/>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14" name="楕円 13">
            <a:extLst>
              <a:ext uri="{FF2B5EF4-FFF2-40B4-BE49-F238E27FC236}">
                <a16:creationId xmlns:a16="http://schemas.microsoft.com/office/drawing/2014/main" id="{9DB51897-466D-4888-9C01-542558860143}"/>
              </a:ext>
            </a:extLst>
          </p:cNvPr>
          <p:cNvSpPr/>
          <p:nvPr/>
        </p:nvSpPr>
        <p:spPr>
          <a:xfrm>
            <a:off x="1937120" y="325571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15" name="楕円 14">
            <a:extLst>
              <a:ext uri="{FF2B5EF4-FFF2-40B4-BE49-F238E27FC236}">
                <a16:creationId xmlns:a16="http://schemas.microsoft.com/office/drawing/2014/main" id="{C50E8EEF-A34F-4AD6-AF8E-CE40400733A9}"/>
              </a:ext>
            </a:extLst>
          </p:cNvPr>
          <p:cNvSpPr/>
          <p:nvPr/>
        </p:nvSpPr>
        <p:spPr>
          <a:xfrm>
            <a:off x="1937119" y="451330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16" name="楕円 15">
            <a:extLst>
              <a:ext uri="{FF2B5EF4-FFF2-40B4-BE49-F238E27FC236}">
                <a16:creationId xmlns:a16="http://schemas.microsoft.com/office/drawing/2014/main" id="{18CD7357-9FD6-437E-BB0B-473A19B3848C}"/>
              </a:ext>
            </a:extLst>
          </p:cNvPr>
          <p:cNvSpPr/>
          <p:nvPr/>
        </p:nvSpPr>
        <p:spPr>
          <a:xfrm>
            <a:off x="2803265" y="1810183"/>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17" name="楕円 16">
            <a:extLst>
              <a:ext uri="{FF2B5EF4-FFF2-40B4-BE49-F238E27FC236}">
                <a16:creationId xmlns:a16="http://schemas.microsoft.com/office/drawing/2014/main" id="{8E1200D8-5013-487B-963B-03B10102521D}"/>
              </a:ext>
            </a:extLst>
          </p:cNvPr>
          <p:cNvSpPr/>
          <p:nvPr/>
        </p:nvSpPr>
        <p:spPr>
          <a:xfrm>
            <a:off x="2803264" y="2548371"/>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18" name="楕円 17">
            <a:extLst>
              <a:ext uri="{FF2B5EF4-FFF2-40B4-BE49-F238E27FC236}">
                <a16:creationId xmlns:a16="http://schemas.microsoft.com/office/drawing/2014/main" id="{A3A2D0A1-12E0-4B2F-8220-D17F7DB08A1E}"/>
              </a:ext>
            </a:extLst>
          </p:cNvPr>
          <p:cNvSpPr/>
          <p:nvPr/>
        </p:nvSpPr>
        <p:spPr>
          <a:xfrm>
            <a:off x="2803261" y="3257182"/>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19" name="楕円 18">
            <a:extLst>
              <a:ext uri="{FF2B5EF4-FFF2-40B4-BE49-F238E27FC236}">
                <a16:creationId xmlns:a16="http://schemas.microsoft.com/office/drawing/2014/main" id="{72BEB1EE-10A7-4BF9-ADEE-E5C3A40689C4}"/>
              </a:ext>
            </a:extLst>
          </p:cNvPr>
          <p:cNvSpPr/>
          <p:nvPr/>
        </p:nvSpPr>
        <p:spPr>
          <a:xfrm>
            <a:off x="2803260" y="451476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20" name="楕円 19">
            <a:extLst>
              <a:ext uri="{FF2B5EF4-FFF2-40B4-BE49-F238E27FC236}">
                <a16:creationId xmlns:a16="http://schemas.microsoft.com/office/drawing/2014/main" id="{F61A0380-7413-4781-BFAE-45A3496254AB}"/>
              </a:ext>
            </a:extLst>
          </p:cNvPr>
          <p:cNvSpPr/>
          <p:nvPr/>
        </p:nvSpPr>
        <p:spPr>
          <a:xfrm>
            <a:off x="3669406" y="181191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21" name="楕円 20">
            <a:extLst>
              <a:ext uri="{FF2B5EF4-FFF2-40B4-BE49-F238E27FC236}">
                <a16:creationId xmlns:a16="http://schemas.microsoft.com/office/drawing/2014/main" id="{AEC8DCE2-87C1-416D-A282-B3D0E3622FEF}"/>
              </a:ext>
            </a:extLst>
          </p:cNvPr>
          <p:cNvSpPr/>
          <p:nvPr/>
        </p:nvSpPr>
        <p:spPr>
          <a:xfrm>
            <a:off x="3669405" y="2550103"/>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22" name="楕円 21">
            <a:extLst>
              <a:ext uri="{FF2B5EF4-FFF2-40B4-BE49-F238E27FC236}">
                <a16:creationId xmlns:a16="http://schemas.microsoft.com/office/drawing/2014/main" id="{0F5CA180-E2CF-40B7-9D2D-D6EE59194996}"/>
              </a:ext>
            </a:extLst>
          </p:cNvPr>
          <p:cNvSpPr/>
          <p:nvPr/>
        </p:nvSpPr>
        <p:spPr>
          <a:xfrm>
            <a:off x="3669402" y="325864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23" name="楕円 22">
            <a:extLst>
              <a:ext uri="{FF2B5EF4-FFF2-40B4-BE49-F238E27FC236}">
                <a16:creationId xmlns:a16="http://schemas.microsoft.com/office/drawing/2014/main" id="{D4859279-CCB3-48E2-AC66-6AFB2FBDFCBE}"/>
              </a:ext>
            </a:extLst>
          </p:cNvPr>
          <p:cNvSpPr/>
          <p:nvPr/>
        </p:nvSpPr>
        <p:spPr>
          <a:xfrm>
            <a:off x="3669401" y="451623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24" name="楕円 23">
            <a:extLst>
              <a:ext uri="{FF2B5EF4-FFF2-40B4-BE49-F238E27FC236}">
                <a16:creationId xmlns:a16="http://schemas.microsoft.com/office/drawing/2014/main" id="{F10ECCF7-7EEA-4244-BDF3-81483D0C2BCE}"/>
              </a:ext>
            </a:extLst>
          </p:cNvPr>
          <p:cNvSpPr/>
          <p:nvPr/>
        </p:nvSpPr>
        <p:spPr>
          <a:xfrm>
            <a:off x="4535547" y="181364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25" name="楕円 24">
            <a:extLst>
              <a:ext uri="{FF2B5EF4-FFF2-40B4-BE49-F238E27FC236}">
                <a16:creationId xmlns:a16="http://schemas.microsoft.com/office/drawing/2014/main" id="{F46EEBB9-9313-45D1-9F55-960C76719BD4}"/>
              </a:ext>
            </a:extLst>
          </p:cNvPr>
          <p:cNvSpPr/>
          <p:nvPr/>
        </p:nvSpPr>
        <p:spPr>
          <a:xfrm>
            <a:off x="4535546" y="2551835"/>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26" name="楕円 25">
            <a:extLst>
              <a:ext uri="{FF2B5EF4-FFF2-40B4-BE49-F238E27FC236}">
                <a16:creationId xmlns:a16="http://schemas.microsoft.com/office/drawing/2014/main" id="{3A98C065-8404-4672-BD2F-51F02CA798EF}"/>
              </a:ext>
            </a:extLst>
          </p:cNvPr>
          <p:cNvSpPr/>
          <p:nvPr/>
        </p:nvSpPr>
        <p:spPr>
          <a:xfrm>
            <a:off x="4535543" y="3260112"/>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27" name="楕円 26">
            <a:extLst>
              <a:ext uri="{FF2B5EF4-FFF2-40B4-BE49-F238E27FC236}">
                <a16:creationId xmlns:a16="http://schemas.microsoft.com/office/drawing/2014/main" id="{C62418E4-B442-41C1-8E43-409D52925F07}"/>
              </a:ext>
            </a:extLst>
          </p:cNvPr>
          <p:cNvSpPr/>
          <p:nvPr/>
        </p:nvSpPr>
        <p:spPr>
          <a:xfrm>
            <a:off x="4535542" y="451769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28" name="楕円 27">
            <a:extLst>
              <a:ext uri="{FF2B5EF4-FFF2-40B4-BE49-F238E27FC236}">
                <a16:creationId xmlns:a16="http://schemas.microsoft.com/office/drawing/2014/main" id="{10CE4F87-8369-4ED5-A753-BAFE903CBBF3}"/>
              </a:ext>
            </a:extLst>
          </p:cNvPr>
          <p:cNvSpPr/>
          <p:nvPr/>
        </p:nvSpPr>
        <p:spPr>
          <a:xfrm>
            <a:off x="5401688" y="181537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29" name="楕円 28">
            <a:extLst>
              <a:ext uri="{FF2B5EF4-FFF2-40B4-BE49-F238E27FC236}">
                <a16:creationId xmlns:a16="http://schemas.microsoft.com/office/drawing/2014/main" id="{C58F7C2D-242B-4D15-9F7F-EB9B51A6B0A9}"/>
              </a:ext>
            </a:extLst>
          </p:cNvPr>
          <p:cNvSpPr/>
          <p:nvPr/>
        </p:nvSpPr>
        <p:spPr>
          <a:xfrm>
            <a:off x="5401687" y="255356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30" name="楕円 29">
            <a:extLst>
              <a:ext uri="{FF2B5EF4-FFF2-40B4-BE49-F238E27FC236}">
                <a16:creationId xmlns:a16="http://schemas.microsoft.com/office/drawing/2014/main" id="{69C05EB3-DFF4-4587-97DD-AF30B65FFC53}"/>
              </a:ext>
            </a:extLst>
          </p:cNvPr>
          <p:cNvSpPr/>
          <p:nvPr/>
        </p:nvSpPr>
        <p:spPr>
          <a:xfrm>
            <a:off x="5401684" y="326157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31" name="楕円 30">
            <a:extLst>
              <a:ext uri="{FF2B5EF4-FFF2-40B4-BE49-F238E27FC236}">
                <a16:creationId xmlns:a16="http://schemas.microsoft.com/office/drawing/2014/main" id="{6BDF6646-CB98-4FB3-A6B0-00A3AE448F07}"/>
              </a:ext>
            </a:extLst>
          </p:cNvPr>
          <p:cNvSpPr/>
          <p:nvPr/>
        </p:nvSpPr>
        <p:spPr>
          <a:xfrm>
            <a:off x="5401683" y="451916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32" name="楕円 31">
            <a:extLst>
              <a:ext uri="{FF2B5EF4-FFF2-40B4-BE49-F238E27FC236}">
                <a16:creationId xmlns:a16="http://schemas.microsoft.com/office/drawing/2014/main" id="{F4664805-0503-4B20-B75E-C5FA74B1F434}"/>
              </a:ext>
            </a:extLst>
          </p:cNvPr>
          <p:cNvSpPr/>
          <p:nvPr/>
        </p:nvSpPr>
        <p:spPr>
          <a:xfrm>
            <a:off x="6267829" y="1817111"/>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33" name="楕円 32">
            <a:extLst>
              <a:ext uri="{FF2B5EF4-FFF2-40B4-BE49-F238E27FC236}">
                <a16:creationId xmlns:a16="http://schemas.microsoft.com/office/drawing/2014/main" id="{069D76DF-B488-4544-A3B2-A6FCFFDB6242}"/>
              </a:ext>
            </a:extLst>
          </p:cNvPr>
          <p:cNvSpPr/>
          <p:nvPr/>
        </p:nvSpPr>
        <p:spPr>
          <a:xfrm>
            <a:off x="6267828" y="2555299"/>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34" name="楕円 33">
            <a:extLst>
              <a:ext uri="{FF2B5EF4-FFF2-40B4-BE49-F238E27FC236}">
                <a16:creationId xmlns:a16="http://schemas.microsoft.com/office/drawing/2014/main" id="{8D626D15-701F-4E86-94A5-DC2B59DD2BA3}"/>
              </a:ext>
            </a:extLst>
          </p:cNvPr>
          <p:cNvSpPr/>
          <p:nvPr/>
        </p:nvSpPr>
        <p:spPr>
          <a:xfrm>
            <a:off x="6267825" y="3263042"/>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35" name="楕円 34">
            <a:extLst>
              <a:ext uri="{FF2B5EF4-FFF2-40B4-BE49-F238E27FC236}">
                <a16:creationId xmlns:a16="http://schemas.microsoft.com/office/drawing/2014/main" id="{C03585C9-3C59-4646-9AEA-1CAA1F34FBD4}"/>
              </a:ext>
            </a:extLst>
          </p:cNvPr>
          <p:cNvSpPr/>
          <p:nvPr/>
        </p:nvSpPr>
        <p:spPr>
          <a:xfrm>
            <a:off x="6267824" y="452062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36" name="楕円 35">
            <a:extLst>
              <a:ext uri="{FF2B5EF4-FFF2-40B4-BE49-F238E27FC236}">
                <a16:creationId xmlns:a16="http://schemas.microsoft.com/office/drawing/2014/main" id="{0547F044-4A31-40FA-9622-A457B8889B34}"/>
              </a:ext>
            </a:extLst>
          </p:cNvPr>
          <p:cNvSpPr/>
          <p:nvPr/>
        </p:nvSpPr>
        <p:spPr>
          <a:xfrm>
            <a:off x="7133970" y="1818843"/>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37" name="楕円 36">
            <a:extLst>
              <a:ext uri="{FF2B5EF4-FFF2-40B4-BE49-F238E27FC236}">
                <a16:creationId xmlns:a16="http://schemas.microsoft.com/office/drawing/2014/main" id="{5CFE1EA4-B403-457A-8BAE-7A9DB881BC9A}"/>
              </a:ext>
            </a:extLst>
          </p:cNvPr>
          <p:cNvSpPr/>
          <p:nvPr/>
        </p:nvSpPr>
        <p:spPr>
          <a:xfrm>
            <a:off x="7133969" y="2557031"/>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38" name="楕円 37">
            <a:extLst>
              <a:ext uri="{FF2B5EF4-FFF2-40B4-BE49-F238E27FC236}">
                <a16:creationId xmlns:a16="http://schemas.microsoft.com/office/drawing/2014/main" id="{124A2EFB-0AAA-42FF-8EDD-2AAC6F8584DB}"/>
              </a:ext>
            </a:extLst>
          </p:cNvPr>
          <p:cNvSpPr/>
          <p:nvPr/>
        </p:nvSpPr>
        <p:spPr>
          <a:xfrm>
            <a:off x="7133966" y="326450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39" name="楕円 38">
            <a:extLst>
              <a:ext uri="{FF2B5EF4-FFF2-40B4-BE49-F238E27FC236}">
                <a16:creationId xmlns:a16="http://schemas.microsoft.com/office/drawing/2014/main" id="{1239E0EF-A863-4DE1-A8B1-BAF007AE19EF}"/>
              </a:ext>
            </a:extLst>
          </p:cNvPr>
          <p:cNvSpPr/>
          <p:nvPr/>
        </p:nvSpPr>
        <p:spPr>
          <a:xfrm>
            <a:off x="7133965" y="452209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40" name="楕円 39">
            <a:extLst>
              <a:ext uri="{FF2B5EF4-FFF2-40B4-BE49-F238E27FC236}">
                <a16:creationId xmlns:a16="http://schemas.microsoft.com/office/drawing/2014/main" id="{C1E7AB9F-F087-4A5A-AE27-12B86899AC45}"/>
              </a:ext>
            </a:extLst>
          </p:cNvPr>
          <p:cNvSpPr/>
          <p:nvPr/>
        </p:nvSpPr>
        <p:spPr>
          <a:xfrm>
            <a:off x="8000111" y="182057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41" name="楕円 40">
            <a:extLst>
              <a:ext uri="{FF2B5EF4-FFF2-40B4-BE49-F238E27FC236}">
                <a16:creationId xmlns:a16="http://schemas.microsoft.com/office/drawing/2014/main" id="{14F88EA5-CCEC-479E-9217-2B084664A1A6}"/>
              </a:ext>
            </a:extLst>
          </p:cNvPr>
          <p:cNvSpPr/>
          <p:nvPr/>
        </p:nvSpPr>
        <p:spPr>
          <a:xfrm>
            <a:off x="8000110" y="2558763"/>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42" name="楕円 41">
            <a:extLst>
              <a:ext uri="{FF2B5EF4-FFF2-40B4-BE49-F238E27FC236}">
                <a16:creationId xmlns:a16="http://schemas.microsoft.com/office/drawing/2014/main" id="{4A3CB47D-6E72-4011-B2AA-4E2A50548E4D}"/>
              </a:ext>
            </a:extLst>
          </p:cNvPr>
          <p:cNvSpPr/>
          <p:nvPr/>
        </p:nvSpPr>
        <p:spPr>
          <a:xfrm>
            <a:off x="8000107" y="3265972"/>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43" name="楕円 42">
            <a:extLst>
              <a:ext uri="{FF2B5EF4-FFF2-40B4-BE49-F238E27FC236}">
                <a16:creationId xmlns:a16="http://schemas.microsoft.com/office/drawing/2014/main" id="{5625E79C-AD45-4A19-A962-A3D4EAD34F8B}"/>
              </a:ext>
            </a:extLst>
          </p:cNvPr>
          <p:cNvSpPr/>
          <p:nvPr/>
        </p:nvSpPr>
        <p:spPr>
          <a:xfrm>
            <a:off x="8000106" y="452355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44" name="楕円 43">
            <a:extLst>
              <a:ext uri="{FF2B5EF4-FFF2-40B4-BE49-F238E27FC236}">
                <a16:creationId xmlns:a16="http://schemas.microsoft.com/office/drawing/2014/main" id="{D7639968-B30A-4D2A-BC99-15D0DAC92D3B}"/>
              </a:ext>
            </a:extLst>
          </p:cNvPr>
          <p:cNvSpPr/>
          <p:nvPr/>
        </p:nvSpPr>
        <p:spPr>
          <a:xfrm>
            <a:off x="8866252" y="182403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45" name="楕円 44">
            <a:extLst>
              <a:ext uri="{FF2B5EF4-FFF2-40B4-BE49-F238E27FC236}">
                <a16:creationId xmlns:a16="http://schemas.microsoft.com/office/drawing/2014/main" id="{CC3168BD-F01A-46F7-A845-A248D3A7EA92}"/>
              </a:ext>
            </a:extLst>
          </p:cNvPr>
          <p:cNvSpPr/>
          <p:nvPr/>
        </p:nvSpPr>
        <p:spPr>
          <a:xfrm>
            <a:off x="8866251" y="2562225"/>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46" name="楕円 45">
            <a:extLst>
              <a:ext uri="{FF2B5EF4-FFF2-40B4-BE49-F238E27FC236}">
                <a16:creationId xmlns:a16="http://schemas.microsoft.com/office/drawing/2014/main" id="{EDEC8E1B-4693-4B05-AA3B-4E9A0020735E}"/>
              </a:ext>
            </a:extLst>
          </p:cNvPr>
          <p:cNvSpPr/>
          <p:nvPr/>
        </p:nvSpPr>
        <p:spPr>
          <a:xfrm>
            <a:off x="8866248" y="327036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47" name="楕円 46">
            <a:extLst>
              <a:ext uri="{FF2B5EF4-FFF2-40B4-BE49-F238E27FC236}">
                <a16:creationId xmlns:a16="http://schemas.microsoft.com/office/drawing/2014/main" id="{99ED02D3-B9F2-4CFB-B249-13535C2659F7}"/>
              </a:ext>
            </a:extLst>
          </p:cNvPr>
          <p:cNvSpPr/>
          <p:nvPr/>
        </p:nvSpPr>
        <p:spPr>
          <a:xfrm>
            <a:off x="8866247" y="452795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cxnSp>
        <p:nvCxnSpPr>
          <p:cNvPr id="53" name="直線矢印コネクタ 52">
            <a:extLst>
              <a:ext uri="{FF2B5EF4-FFF2-40B4-BE49-F238E27FC236}">
                <a16:creationId xmlns:a16="http://schemas.microsoft.com/office/drawing/2014/main" id="{5E228D12-187A-46CC-8B9A-98DBD8BE1501}"/>
              </a:ext>
            </a:extLst>
          </p:cNvPr>
          <p:cNvCxnSpPr>
            <a:stCxn id="4" idx="4"/>
            <a:endCxn id="5" idx="0"/>
          </p:cNvCxnSpPr>
          <p:nvPr/>
        </p:nvCxnSpPr>
        <p:spPr>
          <a:xfrm flipH="1">
            <a:off x="528841" y="2164987"/>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矢印コネクタ 54">
            <a:extLst>
              <a:ext uri="{FF2B5EF4-FFF2-40B4-BE49-F238E27FC236}">
                <a16:creationId xmlns:a16="http://schemas.microsoft.com/office/drawing/2014/main" id="{4F5219B2-2596-46A8-AB7E-377499C7243C}"/>
              </a:ext>
            </a:extLst>
          </p:cNvPr>
          <p:cNvCxnSpPr>
            <a:stCxn id="5" idx="4"/>
            <a:endCxn id="6" idx="0"/>
          </p:cNvCxnSpPr>
          <p:nvPr/>
        </p:nvCxnSpPr>
        <p:spPr>
          <a:xfrm flipH="1">
            <a:off x="528838" y="2903175"/>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矢印コネクタ 56">
            <a:extLst>
              <a:ext uri="{FF2B5EF4-FFF2-40B4-BE49-F238E27FC236}">
                <a16:creationId xmlns:a16="http://schemas.microsoft.com/office/drawing/2014/main" id="{F7EFD191-891A-4ED9-9FB1-5C419B885E92}"/>
              </a:ext>
            </a:extLst>
          </p:cNvPr>
          <p:cNvCxnSpPr>
            <a:stCxn id="6" idx="4"/>
            <a:endCxn id="7" idx="0"/>
          </p:cNvCxnSpPr>
          <p:nvPr/>
        </p:nvCxnSpPr>
        <p:spPr>
          <a:xfrm flipH="1">
            <a:off x="528837" y="361278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63D9DF25-02F1-4605-ABD1-15E00DC659A2}"/>
              </a:ext>
            </a:extLst>
          </p:cNvPr>
          <p:cNvCxnSpPr>
            <a:stCxn id="8" idx="4"/>
            <a:endCxn id="9" idx="0"/>
          </p:cNvCxnSpPr>
          <p:nvPr/>
        </p:nvCxnSpPr>
        <p:spPr>
          <a:xfrm flipH="1">
            <a:off x="1394982" y="2166719"/>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矢印コネクタ 60">
            <a:extLst>
              <a:ext uri="{FF2B5EF4-FFF2-40B4-BE49-F238E27FC236}">
                <a16:creationId xmlns:a16="http://schemas.microsoft.com/office/drawing/2014/main" id="{F2A3BDDA-491E-442B-849A-2C9BE0947693}"/>
              </a:ext>
            </a:extLst>
          </p:cNvPr>
          <p:cNvCxnSpPr>
            <a:stCxn id="9" idx="4"/>
            <a:endCxn id="10" idx="0"/>
          </p:cNvCxnSpPr>
          <p:nvPr/>
        </p:nvCxnSpPr>
        <p:spPr>
          <a:xfrm flipH="1">
            <a:off x="1394979" y="2904907"/>
            <a:ext cx="3" cy="34934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矢印コネクタ 62">
            <a:extLst>
              <a:ext uri="{FF2B5EF4-FFF2-40B4-BE49-F238E27FC236}">
                <a16:creationId xmlns:a16="http://schemas.microsoft.com/office/drawing/2014/main" id="{9F9B7064-F909-4B81-A2E9-A772B3AC3935}"/>
              </a:ext>
            </a:extLst>
          </p:cNvPr>
          <p:cNvCxnSpPr>
            <a:stCxn id="10" idx="4"/>
            <a:endCxn id="11" idx="0"/>
          </p:cNvCxnSpPr>
          <p:nvPr/>
        </p:nvCxnSpPr>
        <p:spPr>
          <a:xfrm flipH="1">
            <a:off x="1394978" y="3614252"/>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70306C91-65C4-459F-92A1-0A3F5D3363F2}"/>
              </a:ext>
            </a:extLst>
          </p:cNvPr>
          <p:cNvCxnSpPr>
            <a:stCxn id="12" idx="4"/>
            <a:endCxn id="13" idx="0"/>
          </p:cNvCxnSpPr>
          <p:nvPr/>
        </p:nvCxnSpPr>
        <p:spPr>
          <a:xfrm flipH="1">
            <a:off x="2261123" y="2168451"/>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F937594B-8195-44B0-89AE-9648EDBB1208}"/>
              </a:ext>
            </a:extLst>
          </p:cNvPr>
          <p:cNvCxnSpPr>
            <a:cxnSpLocks/>
            <a:stCxn id="13" idx="4"/>
            <a:endCxn id="14" idx="0"/>
          </p:cNvCxnSpPr>
          <p:nvPr/>
        </p:nvCxnSpPr>
        <p:spPr>
          <a:xfrm flipH="1">
            <a:off x="2261120" y="2906639"/>
            <a:ext cx="3" cy="34907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矢印コネクタ 68">
            <a:extLst>
              <a:ext uri="{FF2B5EF4-FFF2-40B4-BE49-F238E27FC236}">
                <a16:creationId xmlns:a16="http://schemas.microsoft.com/office/drawing/2014/main" id="{26EF24CB-F92C-44F5-8F9A-53B93EBFEB89}"/>
              </a:ext>
            </a:extLst>
          </p:cNvPr>
          <p:cNvCxnSpPr>
            <a:cxnSpLocks/>
            <a:stCxn id="14" idx="4"/>
            <a:endCxn id="15" idx="0"/>
          </p:cNvCxnSpPr>
          <p:nvPr/>
        </p:nvCxnSpPr>
        <p:spPr>
          <a:xfrm flipH="1">
            <a:off x="2261119" y="361571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矢印コネクタ 70">
            <a:extLst>
              <a:ext uri="{FF2B5EF4-FFF2-40B4-BE49-F238E27FC236}">
                <a16:creationId xmlns:a16="http://schemas.microsoft.com/office/drawing/2014/main" id="{EE939015-6F8A-4B86-B314-8D028C48BDA0}"/>
              </a:ext>
            </a:extLst>
          </p:cNvPr>
          <p:cNvCxnSpPr>
            <a:stCxn id="18" idx="4"/>
            <a:endCxn id="19" idx="0"/>
          </p:cNvCxnSpPr>
          <p:nvPr/>
        </p:nvCxnSpPr>
        <p:spPr>
          <a:xfrm flipH="1">
            <a:off x="3127260" y="3617182"/>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矢印コネクタ 72">
            <a:extLst>
              <a:ext uri="{FF2B5EF4-FFF2-40B4-BE49-F238E27FC236}">
                <a16:creationId xmlns:a16="http://schemas.microsoft.com/office/drawing/2014/main" id="{41C75F2E-CD41-442C-9D2E-6D1FC4F8C30B}"/>
              </a:ext>
            </a:extLst>
          </p:cNvPr>
          <p:cNvCxnSpPr>
            <a:stCxn id="16" idx="4"/>
            <a:endCxn id="17" idx="0"/>
          </p:cNvCxnSpPr>
          <p:nvPr/>
        </p:nvCxnSpPr>
        <p:spPr>
          <a:xfrm flipH="1">
            <a:off x="3127264" y="2170183"/>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矢印コネクタ 74">
            <a:extLst>
              <a:ext uri="{FF2B5EF4-FFF2-40B4-BE49-F238E27FC236}">
                <a16:creationId xmlns:a16="http://schemas.microsoft.com/office/drawing/2014/main" id="{9844BC73-0B33-445B-8388-3A0BC37DDADF}"/>
              </a:ext>
            </a:extLst>
          </p:cNvPr>
          <p:cNvCxnSpPr>
            <a:stCxn id="17" idx="4"/>
            <a:endCxn id="18" idx="0"/>
          </p:cNvCxnSpPr>
          <p:nvPr/>
        </p:nvCxnSpPr>
        <p:spPr>
          <a:xfrm flipH="1">
            <a:off x="3127261" y="2908371"/>
            <a:ext cx="3" cy="348811"/>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矢印コネクタ 76">
            <a:extLst>
              <a:ext uri="{FF2B5EF4-FFF2-40B4-BE49-F238E27FC236}">
                <a16:creationId xmlns:a16="http://schemas.microsoft.com/office/drawing/2014/main" id="{93E63DFF-4D71-429A-A454-151EB07A2DC2}"/>
              </a:ext>
            </a:extLst>
          </p:cNvPr>
          <p:cNvCxnSpPr>
            <a:stCxn id="20" idx="4"/>
            <a:endCxn id="21" idx="0"/>
          </p:cNvCxnSpPr>
          <p:nvPr/>
        </p:nvCxnSpPr>
        <p:spPr>
          <a:xfrm flipH="1">
            <a:off x="3993405" y="2171915"/>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48D1E6BE-1F70-42A6-B8DE-A081641A0339}"/>
              </a:ext>
            </a:extLst>
          </p:cNvPr>
          <p:cNvCxnSpPr>
            <a:stCxn id="21" idx="4"/>
            <a:endCxn id="22" idx="0"/>
          </p:cNvCxnSpPr>
          <p:nvPr/>
        </p:nvCxnSpPr>
        <p:spPr>
          <a:xfrm flipH="1">
            <a:off x="3993402" y="2910103"/>
            <a:ext cx="3" cy="348544"/>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矢印コネクタ 80">
            <a:extLst>
              <a:ext uri="{FF2B5EF4-FFF2-40B4-BE49-F238E27FC236}">
                <a16:creationId xmlns:a16="http://schemas.microsoft.com/office/drawing/2014/main" id="{FCDF71C4-C46C-4F45-9643-94C291BE479F}"/>
              </a:ext>
            </a:extLst>
          </p:cNvPr>
          <p:cNvCxnSpPr>
            <a:stCxn id="22" idx="4"/>
            <a:endCxn id="23" idx="0"/>
          </p:cNvCxnSpPr>
          <p:nvPr/>
        </p:nvCxnSpPr>
        <p:spPr>
          <a:xfrm flipH="1">
            <a:off x="3993401" y="361864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線矢印コネクタ 82">
            <a:extLst>
              <a:ext uri="{FF2B5EF4-FFF2-40B4-BE49-F238E27FC236}">
                <a16:creationId xmlns:a16="http://schemas.microsoft.com/office/drawing/2014/main" id="{FC63CBF5-EDAB-494A-954B-04BED038CDA4}"/>
              </a:ext>
            </a:extLst>
          </p:cNvPr>
          <p:cNvCxnSpPr>
            <a:stCxn id="24" idx="4"/>
            <a:endCxn id="25" idx="0"/>
          </p:cNvCxnSpPr>
          <p:nvPr/>
        </p:nvCxnSpPr>
        <p:spPr>
          <a:xfrm flipH="1">
            <a:off x="4859546" y="2173647"/>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矢印コネクタ 84">
            <a:extLst>
              <a:ext uri="{FF2B5EF4-FFF2-40B4-BE49-F238E27FC236}">
                <a16:creationId xmlns:a16="http://schemas.microsoft.com/office/drawing/2014/main" id="{66F2E981-0A4B-4FB8-A5FC-14CB33D9863D}"/>
              </a:ext>
            </a:extLst>
          </p:cNvPr>
          <p:cNvCxnSpPr>
            <a:stCxn id="25" idx="4"/>
            <a:endCxn id="26" idx="0"/>
          </p:cNvCxnSpPr>
          <p:nvPr/>
        </p:nvCxnSpPr>
        <p:spPr>
          <a:xfrm flipH="1">
            <a:off x="4859543" y="2911835"/>
            <a:ext cx="3" cy="34827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矢印コネクタ 86">
            <a:extLst>
              <a:ext uri="{FF2B5EF4-FFF2-40B4-BE49-F238E27FC236}">
                <a16:creationId xmlns:a16="http://schemas.microsoft.com/office/drawing/2014/main" id="{5D0B413D-54DF-4B48-A102-A71573709D9F}"/>
              </a:ext>
            </a:extLst>
          </p:cNvPr>
          <p:cNvCxnSpPr>
            <a:stCxn id="26" idx="4"/>
            <a:endCxn id="27" idx="0"/>
          </p:cNvCxnSpPr>
          <p:nvPr/>
        </p:nvCxnSpPr>
        <p:spPr>
          <a:xfrm flipH="1">
            <a:off x="4859542" y="3620112"/>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線矢印コネクタ 88">
            <a:extLst>
              <a:ext uri="{FF2B5EF4-FFF2-40B4-BE49-F238E27FC236}">
                <a16:creationId xmlns:a16="http://schemas.microsoft.com/office/drawing/2014/main" id="{A9C2931D-EC60-46D2-9B24-36DCA48B558B}"/>
              </a:ext>
            </a:extLst>
          </p:cNvPr>
          <p:cNvCxnSpPr>
            <a:stCxn id="28" idx="4"/>
            <a:endCxn id="29" idx="0"/>
          </p:cNvCxnSpPr>
          <p:nvPr/>
        </p:nvCxnSpPr>
        <p:spPr>
          <a:xfrm flipH="1">
            <a:off x="5725687" y="2175379"/>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線矢印コネクタ 90">
            <a:extLst>
              <a:ext uri="{FF2B5EF4-FFF2-40B4-BE49-F238E27FC236}">
                <a16:creationId xmlns:a16="http://schemas.microsoft.com/office/drawing/2014/main" id="{AF662493-AA81-44B3-870A-E319B4B439DD}"/>
              </a:ext>
            </a:extLst>
          </p:cNvPr>
          <p:cNvCxnSpPr>
            <a:stCxn id="29" idx="4"/>
            <a:endCxn id="30" idx="0"/>
          </p:cNvCxnSpPr>
          <p:nvPr/>
        </p:nvCxnSpPr>
        <p:spPr>
          <a:xfrm flipH="1">
            <a:off x="5725684" y="2913567"/>
            <a:ext cx="3" cy="348010"/>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矢印コネクタ 92">
            <a:extLst>
              <a:ext uri="{FF2B5EF4-FFF2-40B4-BE49-F238E27FC236}">
                <a16:creationId xmlns:a16="http://schemas.microsoft.com/office/drawing/2014/main" id="{07AD6B7E-37D3-4FD8-AAB7-3697BF715A19}"/>
              </a:ext>
            </a:extLst>
          </p:cNvPr>
          <p:cNvCxnSpPr>
            <a:stCxn id="30" idx="4"/>
            <a:endCxn id="31" idx="0"/>
          </p:cNvCxnSpPr>
          <p:nvPr/>
        </p:nvCxnSpPr>
        <p:spPr>
          <a:xfrm flipH="1">
            <a:off x="5725683" y="362157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矢印コネクタ 94">
            <a:extLst>
              <a:ext uri="{FF2B5EF4-FFF2-40B4-BE49-F238E27FC236}">
                <a16:creationId xmlns:a16="http://schemas.microsoft.com/office/drawing/2014/main" id="{B922D371-6FB2-4453-AFF6-CA0DBF01960A}"/>
              </a:ext>
            </a:extLst>
          </p:cNvPr>
          <p:cNvCxnSpPr>
            <a:stCxn id="34" idx="4"/>
            <a:endCxn id="35" idx="0"/>
          </p:cNvCxnSpPr>
          <p:nvPr/>
        </p:nvCxnSpPr>
        <p:spPr>
          <a:xfrm flipH="1">
            <a:off x="6591824" y="3623042"/>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矢印コネクタ 96">
            <a:extLst>
              <a:ext uri="{FF2B5EF4-FFF2-40B4-BE49-F238E27FC236}">
                <a16:creationId xmlns:a16="http://schemas.microsoft.com/office/drawing/2014/main" id="{C909BCEE-027B-43E7-BA8A-20575D879930}"/>
              </a:ext>
            </a:extLst>
          </p:cNvPr>
          <p:cNvCxnSpPr>
            <a:stCxn id="32" idx="4"/>
            <a:endCxn id="33" idx="0"/>
          </p:cNvCxnSpPr>
          <p:nvPr/>
        </p:nvCxnSpPr>
        <p:spPr>
          <a:xfrm flipH="1">
            <a:off x="6591828" y="2177111"/>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線矢印コネクタ 98">
            <a:extLst>
              <a:ext uri="{FF2B5EF4-FFF2-40B4-BE49-F238E27FC236}">
                <a16:creationId xmlns:a16="http://schemas.microsoft.com/office/drawing/2014/main" id="{0A9B9A30-0F02-4F9B-BC6A-0D917C08C72E}"/>
              </a:ext>
            </a:extLst>
          </p:cNvPr>
          <p:cNvCxnSpPr>
            <a:stCxn id="33" idx="4"/>
            <a:endCxn id="34" idx="0"/>
          </p:cNvCxnSpPr>
          <p:nvPr/>
        </p:nvCxnSpPr>
        <p:spPr>
          <a:xfrm flipH="1">
            <a:off x="6591825" y="2915299"/>
            <a:ext cx="3" cy="347743"/>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線矢印コネクタ 100">
            <a:extLst>
              <a:ext uri="{FF2B5EF4-FFF2-40B4-BE49-F238E27FC236}">
                <a16:creationId xmlns:a16="http://schemas.microsoft.com/office/drawing/2014/main" id="{8ABB34FF-0683-4C5C-9C54-23BF461873C5}"/>
              </a:ext>
            </a:extLst>
          </p:cNvPr>
          <p:cNvCxnSpPr>
            <a:stCxn id="37" idx="4"/>
            <a:endCxn id="38" idx="0"/>
          </p:cNvCxnSpPr>
          <p:nvPr/>
        </p:nvCxnSpPr>
        <p:spPr>
          <a:xfrm flipH="1">
            <a:off x="7457966" y="2917031"/>
            <a:ext cx="3" cy="347476"/>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線矢印コネクタ 102">
            <a:extLst>
              <a:ext uri="{FF2B5EF4-FFF2-40B4-BE49-F238E27FC236}">
                <a16:creationId xmlns:a16="http://schemas.microsoft.com/office/drawing/2014/main" id="{C8226674-1A5F-4F9A-9FE9-AB28DC770BF2}"/>
              </a:ext>
            </a:extLst>
          </p:cNvPr>
          <p:cNvCxnSpPr>
            <a:stCxn id="36" idx="4"/>
            <a:endCxn id="37" idx="0"/>
          </p:cNvCxnSpPr>
          <p:nvPr/>
        </p:nvCxnSpPr>
        <p:spPr>
          <a:xfrm flipH="1">
            <a:off x="7457969" y="2178843"/>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直線矢印コネクタ 104">
            <a:extLst>
              <a:ext uri="{FF2B5EF4-FFF2-40B4-BE49-F238E27FC236}">
                <a16:creationId xmlns:a16="http://schemas.microsoft.com/office/drawing/2014/main" id="{E8D07E17-7135-4A3A-B299-847384AA10D4}"/>
              </a:ext>
            </a:extLst>
          </p:cNvPr>
          <p:cNvCxnSpPr>
            <a:stCxn id="38" idx="4"/>
            <a:endCxn id="39" idx="0"/>
          </p:cNvCxnSpPr>
          <p:nvPr/>
        </p:nvCxnSpPr>
        <p:spPr>
          <a:xfrm flipH="1">
            <a:off x="7457965" y="362450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線矢印コネクタ 106">
            <a:extLst>
              <a:ext uri="{FF2B5EF4-FFF2-40B4-BE49-F238E27FC236}">
                <a16:creationId xmlns:a16="http://schemas.microsoft.com/office/drawing/2014/main" id="{1C25A62C-07F1-4F8D-8F74-5CC84C39161B}"/>
              </a:ext>
            </a:extLst>
          </p:cNvPr>
          <p:cNvCxnSpPr>
            <a:stCxn id="42" idx="4"/>
            <a:endCxn id="43" idx="0"/>
          </p:cNvCxnSpPr>
          <p:nvPr/>
        </p:nvCxnSpPr>
        <p:spPr>
          <a:xfrm flipH="1">
            <a:off x="8324106" y="3625972"/>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直線矢印コネクタ 108">
            <a:extLst>
              <a:ext uri="{FF2B5EF4-FFF2-40B4-BE49-F238E27FC236}">
                <a16:creationId xmlns:a16="http://schemas.microsoft.com/office/drawing/2014/main" id="{80FED51C-24C6-4467-97D7-835E1AEDC790}"/>
              </a:ext>
            </a:extLst>
          </p:cNvPr>
          <p:cNvCxnSpPr>
            <a:stCxn id="41" idx="4"/>
            <a:endCxn id="42" idx="0"/>
          </p:cNvCxnSpPr>
          <p:nvPr/>
        </p:nvCxnSpPr>
        <p:spPr>
          <a:xfrm flipH="1">
            <a:off x="8324107" y="2918763"/>
            <a:ext cx="3" cy="347209"/>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直線矢印コネクタ 110">
            <a:extLst>
              <a:ext uri="{FF2B5EF4-FFF2-40B4-BE49-F238E27FC236}">
                <a16:creationId xmlns:a16="http://schemas.microsoft.com/office/drawing/2014/main" id="{6B365DC5-E784-4476-B831-433CE98FA359}"/>
              </a:ext>
            </a:extLst>
          </p:cNvPr>
          <p:cNvCxnSpPr>
            <a:stCxn id="40" idx="4"/>
            <a:endCxn id="41" idx="0"/>
          </p:cNvCxnSpPr>
          <p:nvPr/>
        </p:nvCxnSpPr>
        <p:spPr>
          <a:xfrm flipH="1">
            <a:off x="8324110" y="2180575"/>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線矢印コネクタ 112">
            <a:extLst>
              <a:ext uri="{FF2B5EF4-FFF2-40B4-BE49-F238E27FC236}">
                <a16:creationId xmlns:a16="http://schemas.microsoft.com/office/drawing/2014/main" id="{4B7D2CB4-9725-42EA-8463-1049ED4BD659}"/>
              </a:ext>
            </a:extLst>
          </p:cNvPr>
          <p:cNvCxnSpPr>
            <a:stCxn id="44" idx="4"/>
            <a:endCxn id="45" idx="0"/>
          </p:cNvCxnSpPr>
          <p:nvPr/>
        </p:nvCxnSpPr>
        <p:spPr>
          <a:xfrm flipH="1">
            <a:off x="9190251" y="2184037"/>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矢印コネクタ 114">
            <a:extLst>
              <a:ext uri="{FF2B5EF4-FFF2-40B4-BE49-F238E27FC236}">
                <a16:creationId xmlns:a16="http://schemas.microsoft.com/office/drawing/2014/main" id="{B6AB3A91-066A-4CD5-8C3C-C7FAE9DB69B3}"/>
              </a:ext>
            </a:extLst>
          </p:cNvPr>
          <p:cNvCxnSpPr>
            <a:stCxn id="45" idx="4"/>
            <a:endCxn id="46" idx="0"/>
          </p:cNvCxnSpPr>
          <p:nvPr/>
        </p:nvCxnSpPr>
        <p:spPr>
          <a:xfrm flipH="1">
            <a:off x="9190248" y="2922225"/>
            <a:ext cx="3" cy="34814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直線矢印コネクタ 116">
            <a:extLst>
              <a:ext uri="{FF2B5EF4-FFF2-40B4-BE49-F238E27FC236}">
                <a16:creationId xmlns:a16="http://schemas.microsoft.com/office/drawing/2014/main" id="{27B48C82-D865-4D09-938C-0C7379FD350A}"/>
              </a:ext>
            </a:extLst>
          </p:cNvPr>
          <p:cNvCxnSpPr>
            <a:stCxn id="46" idx="4"/>
            <a:endCxn id="47" idx="0"/>
          </p:cNvCxnSpPr>
          <p:nvPr/>
        </p:nvCxnSpPr>
        <p:spPr>
          <a:xfrm flipH="1">
            <a:off x="9190247" y="363036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コネクタ: カギ線 131">
            <a:extLst>
              <a:ext uri="{FF2B5EF4-FFF2-40B4-BE49-F238E27FC236}">
                <a16:creationId xmlns:a16="http://schemas.microsoft.com/office/drawing/2014/main" id="{50D31643-F00F-44AF-AFCB-2DE4669536B0}"/>
              </a:ext>
            </a:extLst>
          </p:cNvPr>
          <p:cNvCxnSpPr>
            <a:cxnSpLocks/>
            <a:stCxn id="8" idx="4"/>
            <a:endCxn id="16" idx="1"/>
          </p:cNvCxnSpPr>
          <p:nvPr/>
        </p:nvCxnSpPr>
        <p:spPr>
          <a:xfrm rot="5400000" flipH="1" flipV="1">
            <a:off x="1994664" y="1263222"/>
            <a:ext cx="303815" cy="1503179"/>
          </a:xfrm>
          <a:prstGeom prst="bentConnector5">
            <a:avLst>
              <a:gd name="adj1" fmla="val -75243"/>
              <a:gd name="adj2" fmla="val 93051"/>
              <a:gd name="adj3" fmla="val 178550"/>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6" name="楕円 155">
            <a:extLst>
              <a:ext uri="{FF2B5EF4-FFF2-40B4-BE49-F238E27FC236}">
                <a16:creationId xmlns:a16="http://schemas.microsoft.com/office/drawing/2014/main" id="{BF3B8919-17A7-4667-BBEC-CD588514D11D}"/>
              </a:ext>
            </a:extLst>
          </p:cNvPr>
          <p:cNvSpPr/>
          <p:nvPr/>
        </p:nvSpPr>
        <p:spPr>
          <a:xfrm>
            <a:off x="1082119" y="5205913"/>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57" name="楕円 156">
            <a:extLst>
              <a:ext uri="{FF2B5EF4-FFF2-40B4-BE49-F238E27FC236}">
                <a16:creationId xmlns:a16="http://schemas.microsoft.com/office/drawing/2014/main" id="{AE33CB5B-D28C-46CC-8145-084AE5F08BE3}"/>
              </a:ext>
            </a:extLst>
          </p:cNvPr>
          <p:cNvSpPr/>
          <p:nvPr/>
        </p:nvSpPr>
        <p:spPr>
          <a:xfrm>
            <a:off x="1947100" y="520764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58" name="楕円 157">
            <a:extLst>
              <a:ext uri="{FF2B5EF4-FFF2-40B4-BE49-F238E27FC236}">
                <a16:creationId xmlns:a16="http://schemas.microsoft.com/office/drawing/2014/main" id="{B4DAD651-21C8-4038-B362-6E7E6F8B3D32}"/>
              </a:ext>
            </a:extLst>
          </p:cNvPr>
          <p:cNvSpPr/>
          <p:nvPr/>
        </p:nvSpPr>
        <p:spPr>
          <a:xfrm>
            <a:off x="2812081" y="520937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59" name="楕円 158">
            <a:extLst>
              <a:ext uri="{FF2B5EF4-FFF2-40B4-BE49-F238E27FC236}">
                <a16:creationId xmlns:a16="http://schemas.microsoft.com/office/drawing/2014/main" id="{274E61C6-E8D8-4A05-A8E6-15AA46D01DAB}"/>
              </a:ext>
            </a:extLst>
          </p:cNvPr>
          <p:cNvSpPr/>
          <p:nvPr/>
        </p:nvSpPr>
        <p:spPr>
          <a:xfrm>
            <a:off x="3677062" y="521110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60" name="楕円 159">
            <a:extLst>
              <a:ext uri="{FF2B5EF4-FFF2-40B4-BE49-F238E27FC236}">
                <a16:creationId xmlns:a16="http://schemas.microsoft.com/office/drawing/2014/main" id="{8A04C198-073E-4A19-BEF5-A8FBD790C266}"/>
              </a:ext>
            </a:extLst>
          </p:cNvPr>
          <p:cNvSpPr/>
          <p:nvPr/>
        </p:nvSpPr>
        <p:spPr>
          <a:xfrm>
            <a:off x="4542043" y="5212841"/>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61" name="楕円 160">
            <a:extLst>
              <a:ext uri="{FF2B5EF4-FFF2-40B4-BE49-F238E27FC236}">
                <a16:creationId xmlns:a16="http://schemas.microsoft.com/office/drawing/2014/main" id="{F55CB87A-DABF-44D3-B100-6A3C6A7C95BB}"/>
              </a:ext>
            </a:extLst>
          </p:cNvPr>
          <p:cNvSpPr/>
          <p:nvPr/>
        </p:nvSpPr>
        <p:spPr>
          <a:xfrm>
            <a:off x="5407024" y="5214573"/>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62" name="楕円 161">
            <a:extLst>
              <a:ext uri="{FF2B5EF4-FFF2-40B4-BE49-F238E27FC236}">
                <a16:creationId xmlns:a16="http://schemas.microsoft.com/office/drawing/2014/main" id="{3D92306A-8F52-4A21-98BE-873E7374CEF6}"/>
              </a:ext>
            </a:extLst>
          </p:cNvPr>
          <p:cNvSpPr/>
          <p:nvPr/>
        </p:nvSpPr>
        <p:spPr>
          <a:xfrm>
            <a:off x="6272005" y="521630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63" name="楕円 162">
            <a:extLst>
              <a:ext uri="{FF2B5EF4-FFF2-40B4-BE49-F238E27FC236}">
                <a16:creationId xmlns:a16="http://schemas.microsoft.com/office/drawing/2014/main" id="{B4EF84C6-D89B-419E-94F2-80A201154672}"/>
              </a:ext>
            </a:extLst>
          </p:cNvPr>
          <p:cNvSpPr/>
          <p:nvPr/>
        </p:nvSpPr>
        <p:spPr>
          <a:xfrm>
            <a:off x="7136986" y="521803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64" name="楕円 163">
            <a:extLst>
              <a:ext uri="{FF2B5EF4-FFF2-40B4-BE49-F238E27FC236}">
                <a16:creationId xmlns:a16="http://schemas.microsoft.com/office/drawing/2014/main" id="{4E0745EA-3E82-428E-B78C-96B6FD978F16}"/>
              </a:ext>
            </a:extLst>
          </p:cNvPr>
          <p:cNvSpPr/>
          <p:nvPr/>
        </p:nvSpPr>
        <p:spPr>
          <a:xfrm>
            <a:off x="8001967" y="521976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sp>
        <p:nvSpPr>
          <p:cNvPr id="165" name="楕円 164">
            <a:extLst>
              <a:ext uri="{FF2B5EF4-FFF2-40B4-BE49-F238E27FC236}">
                <a16:creationId xmlns:a16="http://schemas.microsoft.com/office/drawing/2014/main" id="{824603B2-17DD-4513-80E8-2331FBEB8D3B}"/>
              </a:ext>
            </a:extLst>
          </p:cNvPr>
          <p:cNvSpPr/>
          <p:nvPr/>
        </p:nvSpPr>
        <p:spPr>
          <a:xfrm>
            <a:off x="8866948" y="5223231"/>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166" name="直線矢印コネクタ 165">
            <a:extLst>
              <a:ext uri="{FF2B5EF4-FFF2-40B4-BE49-F238E27FC236}">
                <a16:creationId xmlns:a16="http://schemas.microsoft.com/office/drawing/2014/main" id="{EAA1C2AC-BC23-499D-BA1F-85F6B4395FAE}"/>
              </a:ext>
            </a:extLst>
          </p:cNvPr>
          <p:cNvCxnSpPr>
            <a:endCxn id="156" idx="0"/>
          </p:cNvCxnSpPr>
          <p:nvPr/>
        </p:nvCxnSpPr>
        <p:spPr>
          <a:xfrm flipH="1">
            <a:off x="1406119" y="4908403"/>
            <a:ext cx="1" cy="297510"/>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線矢印コネクタ 166">
            <a:extLst>
              <a:ext uri="{FF2B5EF4-FFF2-40B4-BE49-F238E27FC236}">
                <a16:creationId xmlns:a16="http://schemas.microsoft.com/office/drawing/2014/main" id="{DF846F31-EF67-4E88-AB1E-830574DB8A18}"/>
              </a:ext>
            </a:extLst>
          </p:cNvPr>
          <p:cNvCxnSpPr>
            <a:cxnSpLocks/>
            <a:stCxn id="15" idx="4"/>
            <a:endCxn id="157" idx="0"/>
          </p:cNvCxnSpPr>
          <p:nvPr/>
        </p:nvCxnSpPr>
        <p:spPr>
          <a:xfrm>
            <a:off x="2261119" y="4873302"/>
            <a:ext cx="9981" cy="334343"/>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直線矢印コネクタ 167">
            <a:extLst>
              <a:ext uri="{FF2B5EF4-FFF2-40B4-BE49-F238E27FC236}">
                <a16:creationId xmlns:a16="http://schemas.microsoft.com/office/drawing/2014/main" id="{3927328B-AF2A-4B26-BB83-BC03DEBA10AE}"/>
              </a:ext>
            </a:extLst>
          </p:cNvPr>
          <p:cNvCxnSpPr>
            <a:cxnSpLocks/>
            <a:stCxn id="19" idx="4"/>
            <a:endCxn id="158" idx="0"/>
          </p:cNvCxnSpPr>
          <p:nvPr/>
        </p:nvCxnSpPr>
        <p:spPr>
          <a:xfrm>
            <a:off x="3127260" y="4874767"/>
            <a:ext cx="8821" cy="334610"/>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直線矢印コネクタ 168">
            <a:extLst>
              <a:ext uri="{FF2B5EF4-FFF2-40B4-BE49-F238E27FC236}">
                <a16:creationId xmlns:a16="http://schemas.microsoft.com/office/drawing/2014/main" id="{E8F44C3B-9412-4434-AF8F-8B098D9D8666}"/>
              </a:ext>
            </a:extLst>
          </p:cNvPr>
          <p:cNvCxnSpPr>
            <a:cxnSpLocks/>
            <a:stCxn id="23" idx="4"/>
            <a:endCxn id="159" idx="0"/>
          </p:cNvCxnSpPr>
          <p:nvPr/>
        </p:nvCxnSpPr>
        <p:spPr>
          <a:xfrm>
            <a:off x="3993401" y="4876232"/>
            <a:ext cx="7661" cy="33487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直線矢印コネクタ 169">
            <a:extLst>
              <a:ext uri="{FF2B5EF4-FFF2-40B4-BE49-F238E27FC236}">
                <a16:creationId xmlns:a16="http://schemas.microsoft.com/office/drawing/2014/main" id="{81B2CDFD-28E8-46B5-8180-5F75B39E6CC6}"/>
              </a:ext>
            </a:extLst>
          </p:cNvPr>
          <p:cNvCxnSpPr>
            <a:cxnSpLocks/>
            <a:stCxn id="27" idx="4"/>
            <a:endCxn id="160" idx="0"/>
          </p:cNvCxnSpPr>
          <p:nvPr/>
        </p:nvCxnSpPr>
        <p:spPr>
          <a:xfrm>
            <a:off x="4859542" y="4877697"/>
            <a:ext cx="6501" cy="335144"/>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直線矢印コネクタ 170">
            <a:extLst>
              <a:ext uri="{FF2B5EF4-FFF2-40B4-BE49-F238E27FC236}">
                <a16:creationId xmlns:a16="http://schemas.microsoft.com/office/drawing/2014/main" id="{B2E1B6EF-71AA-43D3-A112-A4B30612B17E}"/>
              </a:ext>
            </a:extLst>
          </p:cNvPr>
          <p:cNvCxnSpPr>
            <a:cxnSpLocks/>
            <a:stCxn id="31" idx="4"/>
            <a:endCxn id="161" idx="0"/>
          </p:cNvCxnSpPr>
          <p:nvPr/>
        </p:nvCxnSpPr>
        <p:spPr>
          <a:xfrm>
            <a:off x="5725683" y="4879162"/>
            <a:ext cx="5341" cy="335411"/>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2" name="直線矢印コネクタ 171">
            <a:extLst>
              <a:ext uri="{FF2B5EF4-FFF2-40B4-BE49-F238E27FC236}">
                <a16:creationId xmlns:a16="http://schemas.microsoft.com/office/drawing/2014/main" id="{8128AA2F-9595-4335-AC1A-8A52CD738960}"/>
              </a:ext>
            </a:extLst>
          </p:cNvPr>
          <p:cNvCxnSpPr>
            <a:cxnSpLocks/>
            <a:stCxn id="35" idx="4"/>
            <a:endCxn id="162" idx="0"/>
          </p:cNvCxnSpPr>
          <p:nvPr/>
        </p:nvCxnSpPr>
        <p:spPr>
          <a:xfrm>
            <a:off x="6591824" y="4880627"/>
            <a:ext cx="4181" cy="33567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3" name="直線矢印コネクタ 172">
            <a:extLst>
              <a:ext uri="{FF2B5EF4-FFF2-40B4-BE49-F238E27FC236}">
                <a16:creationId xmlns:a16="http://schemas.microsoft.com/office/drawing/2014/main" id="{9B75D050-76C9-4FC9-918E-915937DB87E4}"/>
              </a:ext>
            </a:extLst>
          </p:cNvPr>
          <p:cNvCxnSpPr>
            <a:cxnSpLocks/>
            <a:stCxn id="39" idx="4"/>
            <a:endCxn id="163" idx="0"/>
          </p:cNvCxnSpPr>
          <p:nvPr/>
        </p:nvCxnSpPr>
        <p:spPr>
          <a:xfrm>
            <a:off x="7457965" y="4882092"/>
            <a:ext cx="3021" cy="33594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線矢印コネクタ 173">
            <a:extLst>
              <a:ext uri="{FF2B5EF4-FFF2-40B4-BE49-F238E27FC236}">
                <a16:creationId xmlns:a16="http://schemas.microsoft.com/office/drawing/2014/main" id="{2BD5064B-3478-4FAE-85F8-A2C0F6552CC5}"/>
              </a:ext>
            </a:extLst>
          </p:cNvPr>
          <p:cNvCxnSpPr>
            <a:cxnSpLocks/>
            <a:stCxn id="43" idx="4"/>
            <a:endCxn id="164" idx="0"/>
          </p:cNvCxnSpPr>
          <p:nvPr/>
        </p:nvCxnSpPr>
        <p:spPr>
          <a:xfrm>
            <a:off x="8324106" y="4883557"/>
            <a:ext cx="1861" cy="3362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直線矢印コネクタ 174">
            <a:extLst>
              <a:ext uri="{FF2B5EF4-FFF2-40B4-BE49-F238E27FC236}">
                <a16:creationId xmlns:a16="http://schemas.microsoft.com/office/drawing/2014/main" id="{3DD23CE4-E5BB-4E07-A7E2-2B392E5EF26F}"/>
              </a:ext>
            </a:extLst>
          </p:cNvPr>
          <p:cNvCxnSpPr>
            <a:cxnSpLocks/>
            <a:stCxn id="47" idx="4"/>
            <a:endCxn id="165" idx="0"/>
          </p:cNvCxnSpPr>
          <p:nvPr/>
        </p:nvCxnSpPr>
        <p:spPr>
          <a:xfrm>
            <a:off x="9190247" y="4887952"/>
            <a:ext cx="701" cy="335279"/>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コネクタ: カギ線 179">
            <a:extLst>
              <a:ext uri="{FF2B5EF4-FFF2-40B4-BE49-F238E27FC236}">
                <a16:creationId xmlns:a16="http://schemas.microsoft.com/office/drawing/2014/main" id="{3F13F392-7E7C-4826-B279-89AF5F27E316}"/>
              </a:ext>
            </a:extLst>
          </p:cNvPr>
          <p:cNvCxnSpPr>
            <a:cxnSpLocks/>
            <a:stCxn id="165" idx="4"/>
            <a:endCxn id="308" idx="0"/>
          </p:cNvCxnSpPr>
          <p:nvPr/>
        </p:nvCxnSpPr>
        <p:spPr>
          <a:xfrm rot="5400000" flipH="1">
            <a:off x="8043735" y="4436019"/>
            <a:ext cx="1697123" cy="597303"/>
          </a:xfrm>
          <a:prstGeom prst="bentConnector5">
            <a:avLst>
              <a:gd name="adj1" fmla="val -13470"/>
              <a:gd name="adj2" fmla="val 62029"/>
              <a:gd name="adj3" fmla="val 113470"/>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コネクタ: カギ線 181">
            <a:extLst>
              <a:ext uri="{FF2B5EF4-FFF2-40B4-BE49-F238E27FC236}">
                <a16:creationId xmlns:a16="http://schemas.microsoft.com/office/drawing/2014/main" id="{7DF3A087-B7E4-4738-B144-25BE614FA999}"/>
              </a:ext>
            </a:extLst>
          </p:cNvPr>
          <p:cNvCxnSpPr>
            <a:cxnSpLocks/>
            <a:stCxn id="164" idx="4"/>
            <a:endCxn id="306" idx="0"/>
          </p:cNvCxnSpPr>
          <p:nvPr/>
        </p:nvCxnSpPr>
        <p:spPr>
          <a:xfrm rot="5400000" flipH="1">
            <a:off x="7169268" y="4423070"/>
            <a:ext cx="1717720" cy="595678"/>
          </a:xfrm>
          <a:prstGeom prst="bentConnector5">
            <a:avLst>
              <a:gd name="adj1" fmla="val -13308"/>
              <a:gd name="adj2" fmla="val 62062"/>
              <a:gd name="adj3" fmla="val 113308"/>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コネクタ: カギ線 183">
            <a:extLst>
              <a:ext uri="{FF2B5EF4-FFF2-40B4-BE49-F238E27FC236}">
                <a16:creationId xmlns:a16="http://schemas.microsoft.com/office/drawing/2014/main" id="{33E66C4A-1087-4035-8208-32CB25F0BD19}"/>
              </a:ext>
            </a:extLst>
          </p:cNvPr>
          <p:cNvCxnSpPr>
            <a:cxnSpLocks/>
            <a:stCxn id="163" idx="4"/>
            <a:endCxn id="304" idx="0"/>
          </p:cNvCxnSpPr>
          <p:nvPr/>
        </p:nvCxnSpPr>
        <p:spPr>
          <a:xfrm rot="5400000" flipH="1">
            <a:off x="6287918" y="4404969"/>
            <a:ext cx="1752084" cy="594053"/>
          </a:xfrm>
          <a:prstGeom prst="bentConnector5">
            <a:avLst>
              <a:gd name="adj1" fmla="val -13047"/>
              <a:gd name="adj2" fmla="val 62095"/>
              <a:gd name="adj3" fmla="val 113047"/>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コネクタ: カギ線 185">
            <a:extLst>
              <a:ext uri="{FF2B5EF4-FFF2-40B4-BE49-F238E27FC236}">
                <a16:creationId xmlns:a16="http://schemas.microsoft.com/office/drawing/2014/main" id="{09EBD17D-66ED-4F91-8937-799582DE2A88}"/>
              </a:ext>
            </a:extLst>
          </p:cNvPr>
          <p:cNvCxnSpPr>
            <a:cxnSpLocks/>
            <a:stCxn id="162" idx="4"/>
            <a:endCxn id="302" idx="0"/>
          </p:cNvCxnSpPr>
          <p:nvPr/>
        </p:nvCxnSpPr>
        <p:spPr>
          <a:xfrm rot="5400000" flipH="1">
            <a:off x="5445671" y="4425971"/>
            <a:ext cx="1708240" cy="592428"/>
          </a:xfrm>
          <a:prstGeom prst="bentConnector5">
            <a:avLst>
              <a:gd name="adj1" fmla="val -13382"/>
              <a:gd name="adj2" fmla="val 62128"/>
              <a:gd name="adj3" fmla="val 113382"/>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コネクタ: カギ線 187">
            <a:extLst>
              <a:ext uri="{FF2B5EF4-FFF2-40B4-BE49-F238E27FC236}">
                <a16:creationId xmlns:a16="http://schemas.microsoft.com/office/drawing/2014/main" id="{F8055B3D-115D-486E-9C8D-A8C4B596E9B8}"/>
              </a:ext>
            </a:extLst>
          </p:cNvPr>
          <p:cNvCxnSpPr>
            <a:cxnSpLocks/>
            <a:stCxn id="161" idx="4"/>
            <a:endCxn id="300" idx="0"/>
          </p:cNvCxnSpPr>
          <p:nvPr/>
        </p:nvCxnSpPr>
        <p:spPr>
          <a:xfrm rot="5400000" flipH="1">
            <a:off x="4555297" y="4398846"/>
            <a:ext cx="1760652" cy="590803"/>
          </a:xfrm>
          <a:prstGeom prst="bentConnector5">
            <a:avLst>
              <a:gd name="adj1" fmla="val -12984"/>
              <a:gd name="adj2" fmla="val 62161"/>
              <a:gd name="adj3" fmla="val 112984"/>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コネクタ: カギ線 189">
            <a:extLst>
              <a:ext uri="{FF2B5EF4-FFF2-40B4-BE49-F238E27FC236}">
                <a16:creationId xmlns:a16="http://schemas.microsoft.com/office/drawing/2014/main" id="{F4DD224B-43B8-4D51-B383-F88752FC242C}"/>
              </a:ext>
            </a:extLst>
          </p:cNvPr>
          <p:cNvCxnSpPr>
            <a:cxnSpLocks/>
            <a:stCxn id="160" idx="4"/>
            <a:endCxn id="298" idx="0"/>
          </p:cNvCxnSpPr>
          <p:nvPr/>
        </p:nvCxnSpPr>
        <p:spPr>
          <a:xfrm rot="5400000" flipH="1">
            <a:off x="3722074" y="4428872"/>
            <a:ext cx="1698760" cy="589178"/>
          </a:xfrm>
          <a:prstGeom prst="bentConnector5">
            <a:avLst>
              <a:gd name="adj1" fmla="val -13457"/>
              <a:gd name="adj2" fmla="val 62195"/>
              <a:gd name="adj3" fmla="val 113457"/>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コネクタ: カギ線 191">
            <a:extLst>
              <a:ext uri="{FF2B5EF4-FFF2-40B4-BE49-F238E27FC236}">
                <a16:creationId xmlns:a16="http://schemas.microsoft.com/office/drawing/2014/main" id="{2E6E5583-2211-4D93-8F5B-5086155A1019}"/>
              </a:ext>
            </a:extLst>
          </p:cNvPr>
          <p:cNvCxnSpPr>
            <a:cxnSpLocks/>
            <a:stCxn id="159" idx="4"/>
            <a:endCxn id="296" idx="0"/>
          </p:cNvCxnSpPr>
          <p:nvPr/>
        </p:nvCxnSpPr>
        <p:spPr>
          <a:xfrm rot="5400000" flipH="1">
            <a:off x="2831700" y="4401747"/>
            <a:ext cx="1751172" cy="587553"/>
          </a:xfrm>
          <a:prstGeom prst="bentConnector5">
            <a:avLst>
              <a:gd name="adj1" fmla="val -13054"/>
              <a:gd name="adj2" fmla="val 62228"/>
              <a:gd name="adj3" fmla="val 113054"/>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4" name="コネクタ: カギ線 193">
            <a:extLst>
              <a:ext uri="{FF2B5EF4-FFF2-40B4-BE49-F238E27FC236}">
                <a16:creationId xmlns:a16="http://schemas.microsoft.com/office/drawing/2014/main" id="{24E8122C-829E-4E9A-9CA0-645E3B1CF845}"/>
              </a:ext>
            </a:extLst>
          </p:cNvPr>
          <p:cNvCxnSpPr>
            <a:cxnSpLocks/>
            <a:stCxn id="158" idx="4"/>
            <a:endCxn id="294" idx="0"/>
          </p:cNvCxnSpPr>
          <p:nvPr/>
        </p:nvCxnSpPr>
        <p:spPr>
          <a:xfrm rot="5400000" flipH="1">
            <a:off x="1974413" y="4407709"/>
            <a:ext cx="1737408" cy="585928"/>
          </a:xfrm>
          <a:prstGeom prst="bentConnector5">
            <a:avLst>
              <a:gd name="adj1" fmla="val -13158"/>
              <a:gd name="adj2" fmla="val 62262"/>
              <a:gd name="adj3" fmla="val 113158"/>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コネクタ: カギ線 195">
            <a:extLst>
              <a:ext uri="{FF2B5EF4-FFF2-40B4-BE49-F238E27FC236}">
                <a16:creationId xmlns:a16="http://schemas.microsoft.com/office/drawing/2014/main" id="{9FD810C7-8DAC-4F24-A6D5-D65A8293008D}"/>
              </a:ext>
            </a:extLst>
          </p:cNvPr>
          <p:cNvCxnSpPr>
            <a:cxnSpLocks/>
            <a:stCxn id="157" idx="4"/>
            <a:endCxn id="292" idx="0"/>
          </p:cNvCxnSpPr>
          <p:nvPr/>
        </p:nvCxnSpPr>
        <p:spPr>
          <a:xfrm rot="5400000" flipH="1">
            <a:off x="1114119" y="4410664"/>
            <a:ext cx="1729660" cy="584303"/>
          </a:xfrm>
          <a:prstGeom prst="bentConnector5">
            <a:avLst>
              <a:gd name="adj1" fmla="val -13216"/>
              <a:gd name="adj2" fmla="val 62296"/>
              <a:gd name="adj3" fmla="val 113216"/>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コネクタ: カギ線 197">
            <a:extLst>
              <a:ext uri="{FF2B5EF4-FFF2-40B4-BE49-F238E27FC236}">
                <a16:creationId xmlns:a16="http://schemas.microsoft.com/office/drawing/2014/main" id="{4791C3AA-12DD-40E5-94FB-DC8DD083B1B6}"/>
              </a:ext>
            </a:extLst>
          </p:cNvPr>
          <p:cNvCxnSpPr>
            <a:cxnSpLocks/>
            <a:stCxn id="156" idx="4"/>
            <a:endCxn id="288" idx="0"/>
          </p:cNvCxnSpPr>
          <p:nvPr/>
        </p:nvCxnSpPr>
        <p:spPr>
          <a:xfrm rot="5400000" flipH="1">
            <a:off x="253824" y="4413618"/>
            <a:ext cx="1721912" cy="582678"/>
          </a:xfrm>
          <a:prstGeom prst="bentConnector5">
            <a:avLst>
              <a:gd name="adj1" fmla="val -13276"/>
              <a:gd name="adj2" fmla="val 62331"/>
              <a:gd name="adj3" fmla="val 113276"/>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1" name="正方形/長方形 200">
            <a:extLst>
              <a:ext uri="{FF2B5EF4-FFF2-40B4-BE49-F238E27FC236}">
                <a16:creationId xmlns:a16="http://schemas.microsoft.com/office/drawing/2014/main" id="{D9547175-6445-45BA-8FDB-1534D2754E1E}"/>
              </a:ext>
            </a:extLst>
          </p:cNvPr>
          <p:cNvSpPr/>
          <p:nvPr/>
        </p:nvSpPr>
        <p:spPr>
          <a:xfrm>
            <a:off x="689270" y="3135215"/>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2" name="正方形/長方形 201">
            <a:extLst>
              <a:ext uri="{FF2B5EF4-FFF2-40B4-BE49-F238E27FC236}">
                <a16:creationId xmlns:a16="http://schemas.microsoft.com/office/drawing/2014/main" id="{1F8BE0EC-825A-4888-A3EA-3E3EE89AFFF6}"/>
              </a:ext>
            </a:extLst>
          </p:cNvPr>
          <p:cNvSpPr/>
          <p:nvPr/>
        </p:nvSpPr>
        <p:spPr>
          <a:xfrm>
            <a:off x="1538459" y="3135215"/>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3" name="正方形/長方形 202">
            <a:extLst>
              <a:ext uri="{FF2B5EF4-FFF2-40B4-BE49-F238E27FC236}">
                <a16:creationId xmlns:a16="http://schemas.microsoft.com/office/drawing/2014/main" id="{E837873F-3E11-4BD3-9F0E-1C937D1EA109}"/>
              </a:ext>
            </a:extLst>
          </p:cNvPr>
          <p:cNvSpPr/>
          <p:nvPr/>
        </p:nvSpPr>
        <p:spPr>
          <a:xfrm>
            <a:off x="2480001" y="3113587"/>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4" name="正方形/長方形 203">
            <a:extLst>
              <a:ext uri="{FF2B5EF4-FFF2-40B4-BE49-F238E27FC236}">
                <a16:creationId xmlns:a16="http://schemas.microsoft.com/office/drawing/2014/main" id="{110E330C-BE60-4336-9132-D9D22988E28B}"/>
              </a:ext>
            </a:extLst>
          </p:cNvPr>
          <p:cNvSpPr/>
          <p:nvPr/>
        </p:nvSpPr>
        <p:spPr>
          <a:xfrm>
            <a:off x="3339732" y="3113587"/>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5" name="正方形/長方形 204">
            <a:extLst>
              <a:ext uri="{FF2B5EF4-FFF2-40B4-BE49-F238E27FC236}">
                <a16:creationId xmlns:a16="http://schemas.microsoft.com/office/drawing/2014/main" id="{86BDDD8A-ADEB-4894-A32B-A566A027E471}"/>
              </a:ext>
            </a:extLst>
          </p:cNvPr>
          <p:cNvSpPr/>
          <p:nvPr/>
        </p:nvSpPr>
        <p:spPr>
          <a:xfrm>
            <a:off x="4178314" y="3124194"/>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6" name="正方形/長方形 205">
            <a:extLst>
              <a:ext uri="{FF2B5EF4-FFF2-40B4-BE49-F238E27FC236}">
                <a16:creationId xmlns:a16="http://schemas.microsoft.com/office/drawing/2014/main" id="{3C18CC92-888B-4B4E-ABAA-707F12B9C9A4}"/>
              </a:ext>
            </a:extLst>
          </p:cNvPr>
          <p:cNvSpPr/>
          <p:nvPr/>
        </p:nvSpPr>
        <p:spPr>
          <a:xfrm>
            <a:off x="4939836" y="3124194"/>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7" name="正方形/長方形 206">
            <a:extLst>
              <a:ext uri="{FF2B5EF4-FFF2-40B4-BE49-F238E27FC236}">
                <a16:creationId xmlns:a16="http://schemas.microsoft.com/office/drawing/2014/main" id="{ECE115FF-A7C0-41D8-977C-CADCBD8B93D9}"/>
              </a:ext>
            </a:extLst>
          </p:cNvPr>
          <p:cNvSpPr/>
          <p:nvPr/>
        </p:nvSpPr>
        <p:spPr>
          <a:xfrm>
            <a:off x="5806451" y="3092367"/>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8" name="正方形/長方形 207">
            <a:extLst>
              <a:ext uri="{FF2B5EF4-FFF2-40B4-BE49-F238E27FC236}">
                <a16:creationId xmlns:a16="http://schemas.microsoft.com/office/drawing/2014/main" id="{9AAAF372-1B64-4C85-9DFD-17C38609761E}"/>
              </a:ext>
            </a:extLst>
          </p:cNvPr>
          <p:cNvSpPr/>
          <p:nvPr/>
        </p:nvSpPr>
        <p:spPr>
          <a:xfrm>
            <a:off x="6640935" y="308284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09" name="正方形/長方形 208">
            <a:extLst>
              <a:ext uri="{FF2B5EF4-FFF2-40B4-BE49-F238E27FC236}">
                <a16:creationId xmlns:a16="http://schemas.microsoft.com/office/drawing/2014/main" id="{0A1F5A73-7F4E-42FC-8E2D-FE18763640B6}"/>
              </a:ext>
            </a:extLst>
          </p:cNvPr>
          <p:cNvSpPr/>
          <p:nvPr/>
        </p:nvSpPr>
        <p:spPr>
          <a:xfrm>
            <a:off x="7536453" y="310338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0" name="正方形/長方形 209">
            <a:extLst>
              <a:ext uri="{FF2B5EF4-FFF2-40B4-BE49-F238E27FC236}">
                <a16:creationId xmlns:a16="http://schemas.microsoft.com/office/drawing/2014/main" id="{09BB725E-B4F6-4CF6-AA52-C7D3597223AD}"/>
              </a:ext>
            </a:extLst>
          </p:cNvPr>
          <p:cNvSpPr/>
          <p:nvPr/>
        </p:nvSpPr>
        <p:spPr>
          <a:xfrm>
            <a:off x="8404207" y="3092367"/>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1" name="正方形/長方形 210">
            <a:extLst>
              <a:ext uri="{FF2B5EF4-FFF2-40B4-BE49-F238E27FC236}">
                <a16:creationId xmlns:a16="http://schemas.microsoft.com/office/drawing/2014/main" id="{8C63F190-74D3-497A-BC06-8E1FD0BF3FC6}"/>
              </a:ext>
            </a:extLst>
          </p:cNvPr>
          <p:cNvSpPr/>
          <p:nvPr/>
        </p:nvSpPr>
        <p:spPr>
          <a:xfrm>
            <a:off x="9288252" y="310338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4" name="正方形/長方形 213">
            <a:extLst>
              <a:ext uri="{FF2B5EF4-FFF2-40B4-BE49-F238E27FC236}">
                <a16:creationId xmlns:a16="http://schemas.microsoft.com/office/drawing/2014/main" id="{35F26908-CE38-46F1-8D45-9F18F8292FF0}"/>
              </a:ext>
            </a:extLst>
          </p:cNvPr>
          <p:cNvSpPr/>
          <p:nvPr/>
        </p:nvSpPr>
        <p:spPr>
          <a:xfrm>
            <a:off x="1462259" y="508823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5" name="正方形/長方形 214">
            <a:extLst>
              <a:ext uri="{FF2B5EF4-FFF2-40B4-BE49-F238E27FC236}">
                <a16:creationId xmlns:a16="http://schemas.microsoft.com/office/drawing/2014/main" id="{B4EB3AE8-3883-4EB6-B308-C942EAA119B0}"/>
              </a:ext>
            </a:extLst>
          </p:cNvPr>
          <p:cNvSpPr/>
          <p:nvPr/>
        </p:nvSpPr>
        <p:spPr>
          <a:xfrm>
            <a:off x="2329180" y="5047162"/>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6" name="正方形/長方形 215">
            <a:extLst>
              <a:ext uri="{FF2B5EF4-FFF2-40B4-BE49-F238E27FC236}">
                <a16:creationId xmlns:a16="http://schemas.microsoft.com/office/drawing/2014/main" id="{BD01C55E-B80A-4D71-8EEA-17DD074C7E01}"/>
              </a:ext>
            </a:extLst>
          </p:cNvPr>
          <p:cNvSpPr/>
          <p:nvPr/>
        </p:nvSpPr>
        <p:spPr>
          <a:xfrm>
            <a:off x="3196101" y="5051726"/>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7" name="正方形/長方形 216">
            <a:extLst>
              <a:ext uri="{FF2B5EF4-FFF2-40B4-BE49-F238E27FC236}">
                <a16:creationId xmlns:a16="http://schemas.microsoft.com/office/drawing/2014/main" id="{650F1224-7581-43D3-8D46-2156CD62A94B}"/>
              </a:ext>
            </a:extLst>
          </p:cNvPr>
          <p:cNvSpPr/>
          <p:nvPr/>
        </p:nvSpPr>
        <p:spPr>
          <a:xfrm>
            <a:off x="4063022" y="5060854"/>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8" name="正方形/長方形 217">
            <a:extLst>
              <a:ext uri="{FF2B5EF4-FFF2-40B4-BE49-F238E27FC236}">
                <a16:creationId xmlns:a16="http://schemas.microsoft.com/office/drawing/2014/main" id="{4E366CB2-EA82-4934-86CD-913C52C8636A}"/>
              </a:ext>
            </a:extLst>
          </p:cNvPr>
          <p:cNvSpPr/>
          <p:nvPr/>
        </p:nvSpPr>
        <p:spPr>
          <a:xfrm>
            <a:off x="4929943" y="506541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19" name="正方形/長方形 218">
            <a:extLst>
              <a:ext uri="{FF2B5EF4-FFF2-40B4-BE49-F238E27FC236}">
                <a16:creationId xmlns:a16="http://schemas.microsoft.com/office/drawing/2014/main" id="{396C8283-03AA-42D9-8161-DED3D9F7CB4F}"/>
              </a:ext>
            </a:extLst>
          </p:cNvPr>
          <p:cNvSpPr/>
          <p:nvPr/>
        </p:nvSpPr>
        <p:spPr>
          <a:xfrm>
            <a:off x="5796864" y="5069982"/>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20" name="正方形/長方形 219">
            <a:extLst>
              <a:ext uri="{FF2B5EF4-FFF2-40B4-BE49-F238E27FC236}">
                <a16:creationId xmlns:a16="http://schemas.microsoft.com/office/drawing/2014/main" id="{3F867A61-5A01-4B2E-8514-32300FD57AE8}"/>
              </a:ext>
            </a:extLst>
          </p:cNvPr>
          <p:cNvSpPr/>
          <p:nvPr/>
        </p:nvSpPr>
        <p:spPr>
          <a:xfrm>
            <a:off x="6663785" y="5056290"/>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21" name="正方形/長方形 220">
            <a:extLst>
              <a:ext uri="{FF2B5EF4-FFF2-40B4-BE49-F238E27FC236}">
                <a16:creationId xmlns:a16="http://schemas.microsoft.com/office/drawing/2014/main" id="{FE741693-B435-46A4-BA9F-4499649A2F52}"/>
              </a:ext>
            </a:extLst>
          </p:cNvPr>
          <p:cNvSpPr/>
          <p:nvPr/>
        </p:nvSpPr>
        <p:spPr>
          <a:xfrm>
            <a:off x="7530706" y="5074546"/>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22" name="正方形/長方形 221">
            <a:extLst>
              <a:ext uri="{FF2B5EF4-FFF2-40B4-BE49-F238E27FC236}">
                <a16:creationId xmlns:a16="http://schemas.microsoft.com/office/drawing/2014/main" id="{8031C80F-68BF-47AE-B691-8B262DBA8158}"/>
              </a:ext>
            </a:extLst>
          </p:cNvPr>
          <p:cNvSpPr/>
          <p:nvPr/>
        </p:nvSpPr>
        <p:spPr>
          <a:xfrm>
            <a:off x="8397627" y="5083674"/>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23" name="正方形/長方形 222">
            <a:extLst>
              <a:ext uri="{FF2B5EF4-FFF2-40B4-BE49-F238E27FC236}">
                <a16:creationId xmlns:a16="http://schemas.microsoft.com/office/drawing/2014/main" id="{C4C192F0-D4D7-4437-84E9-084DE6DAE43B}"/>
              </a:ext>
            </a:extLst>
          </p:cNvPr>
          <p:cNvSpPr/>
          <p:nvPr/>
        </p:nvSpPr>
        <p:spPr>
          <a:xfrm>
            <a:off x="9264548" y="5092802"/>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25" name="正方形/長方形 224">
            <a:extLst>
              <a:ext uri="{FF2B5EF4-FFF2-40B4-BE49-F238E27FC236}">
                <a16:creationId xmlns:a16="http://schemas.microsoft.com/office/drawing/2014/main" id="{83C967E2-CE01-48B8-A4F3-CC9425559B83}"/>
              </a:ext>
            </a:extLst>
          </p:cNvPr>
          <p:cNvSpPr/>
          <p:nvPr/>
        </p:nvSpPr>
        <p:spPr>
          <a:xfrm>
            <a:off x="698795" y="2451059"/>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0</a:t>
            </a:r>
            <a:endParaRPr kumimoji="1" lang="ja-JP" altLang="en-US" sz="1200" baseline="-25000" dirty="0">
              <a:solidFill>
                <a:schemeClr val="tx1"/>
              </a:solidFill>
            </a:endParaRPr>
          </a:p>
        </p:txBody>
      </p:sp>
      <p:sp>
        <p:nvSpPr>
          <p:cNvPr id="226" name="正方形/長方形 225">
            <a:extLst>
              <a:ext uri="{FF2B5EF4-FFF2-40B4-BE49-F238E27FC236}">
                <a16:creationId xmlns:a16="http://schemas.microsoft.com/office/drawing/2014/main" id="{550CCFD3-6F3D-48DB-9856-B0305CC546CA}"/>
              </a:ext>
            </a:extLst>
          </p:cNvPr>
          <p:cNvSpPr/>
          <p:nvPr/>
        </p:nvSpPr>
        <p:spPr>
          <a:xfrm>
            <a:off x="1558716" y="244568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1</a:t>
            </a:r>
            <a:endParaRPr lang="ja-JP" altLang="en-US" sz="1200" baseline="-25000" dirty="0">
              <a:solidFill>
                <a:schemeClr val="tx1"/>
              </a:solidFill>
            </a:endParaRPr>
          </a:p>
        </p:txBody>
      </p:sp>
      <p:sp>
        <p:nvSpPr>
          <p:cNvPr id="227" name="正方形/長方形 226">
            <a:extLst>
              <a:ext uri="{FF2B5EF4-FFF2-40B4-BE49-F238E27FC236}">
                <a16:creationId xmlns:a16="http://schemas.microsoft.com/office/drawing/2014/main" id="{E4FD8A0B-42CD-488E-8116-450C55479C5E}"/>
              </a:ext>
            </a:extLst>
          </p:cNvPr>
          <p:cNvSpPr/>
          <p:nvPr/>
        </p:nvSpPr>
        <p:spPr>
          <a:xfrm>
            <a:off x="2418637" y="242778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2</a:t>
            </a:r>
            <a:endParaRPr lang="ja-JP" altLang="en-US" sz="1200" baseline="-25000" dirty="0">
              <a:solidFill>
                <a:schemeClr val="tx1"/>
              </a:solidFill>
            </a:endParaRPr>
          </a:p>
        </p:txBody>
      </p:sp>
      <p:sp>
        <p:nvSpPr>
          <p:cNvPr id="228" name="正方形/長方形 227">
            <a:extLst>
              <a:ext uri="{FF2B5EF4-FFF2-40B4-BE49-F238E27FC236}">
                <a16:creationId xmlns:a16="http://schemas.microsoft.com/office/drawing/2014/main" id="{7A5D8F94-A069-4A70-8DEB-EB6C587DE450}"/>
              </a:ext>
            </a:extLst>
          </p:cNvPr>
          <p:cNvSpPr/>
          <p:nvPr/>
        </p:nvSpPr>
        <p:spPr>
          <a:xfrm>
            <a:off x="3278558" y="242957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3</a:t>
            </a:r>
            <a:endParaRPr lang="ja-JP" altLang="en-US" sz="1200" baseline="-25000" dirty="0">
              <a:solidFill>
                <a:schemeClr val="tx1"/>
              </a:solidFill>
            </a:endParaRPr>
          </a:p>
        </p:txBody>
      </p:sp>
      <p:sp>
        <p:nvSpPr>
          <p:cNvPr id="229" name="正方形/長方形 228">
            <a:extLst>
              <a:ext uri="{FF2B5EF4-FFF2-40B4-BE49-F238E27FC236}">
                <a16:creationId xmlns:a16="http://schemas.microsoft.com/office/drawing/2014/main" id="{349C0ADE-DC59-43BC-B2FC-70A4907287C7}"/>
              </a:ext>
            </a:extLst>
          </p:cNvPr>
          <p:cNvSpPr/>
          <p:nvPr/>
        </p:nvSpPr>
        <p:spPr>
          <a:xfrm>
            <a:off x="4138479" y="243494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4</a:t>
            </a:r>
            <a:endParaRPr lang="ja-JP" altLang="en-US" sz="1200" baseline="-25000" dirty="0">
              <a:solidFill>
                <a:schemeClr val="tx1"/>
              </a:solidFill>
            </a:endParaRPr>
          </a:p>
        </p:txBody>
      </p:sp>
      <p:sp>
        <p:nvSpPr>
          <p:cNvPr id="230" name="正方形/長方形 229">
            <a:extLst>
              <a:ext uri="{FF2B5EF4-FFF2-40B4-BE49-F238E27FC236}">
                <a16:creationId xmlns:a16="http://schemas.microsoft.com/office/drawing/2014/main" id="{1C16CB7D-51D0-4E15-8475-CAD63875776F}"/>
              </a:ext>
            </a:extLst>
          </p:cNvPr>
          <p:cNvSpPr/>
          <p:nvPr/>
        </p:nvSpPr>
        <p:spPr>
          <a:xfrm>
            <a:off x="4998400" y="243673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5</a:t>
            </a:r>
            <a:endParaRPr lang="ja-JP" altLang="en-US" sz="1200" baseline="-25000" dirty="0">
              <a:solidFill>
                <a:schemeClr val="tx1"/>
              </a:solidFill>
            </a:endParaRPr>
          </a:p>
        </p:txBody>
      </p:sp>
      <p:sp>
        <p:nvSpPr>
          <p:cNvPr id="231" name="正方形/長方形 230">
            <a:extLst>
              <a:ext uri="{FF2B5EF4-FFF2-40B4-BE49-F238E27FC236}">
                <a16:creationId xmlns:a16="http://schemas.microsoft.com/office/drawing/2014/main" id="{6EF01BEA-9670-459E-AEEB-8EEF35741516}"/>
              </a:ext>
            </a:extLst>
          </p:cNvPr>
          <p:cNvSpPr/>
          <p:nvPr/>
        </p:nvSpPr>
        <p:spPr>
          <a:xfrm>
            <a:off x="5858321" y="243852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6</a:t>
            </a:r>
            <a:endParaRPr lang="ja-JP" altLang="en-US" sz="1200" baseline="-25000" dirty="0">
              <a:solidFill>
                <a:schemeClr val="tx1"/>
              </a:solidFill>
            </a:endParaRPr>
          </a:p>
        </p:txBody>
      </p:sp>
      <p:sp>
        <p:nvSpPr>
          <p:cNvPr id="232" name="正方形/長方形 231">
            <a:extLst>
              <a:ext uri="{FF2B5EF4-FFF2-40B4-BE49-F238E27FC236}">
                <a16:creationId xmlns:a16="http://schemas.microsoft.com/office/drawing/2014/main" id="{ABE4DB85-850C-4875-912B-A6C83F2FC0F3}"/>
              </a:ext>
            </a:extLst>
          </p:cNvPr>
          <p:cNvSpPr/>
          <p:nvPr/>
        </p:nvSpPr>
        <p:spPr>
          <a:xfrm>
            <a:off x="6718242" y="243136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7</a:t>
            </a:r>
            <a:endParaRPr lang="ja-JP" altLang="en-US" sz="1200" baseline="-25000" dirty="0">
              <a:solidFill>
                <a:schemeClr val="tx1"/>
              </a:solidFill>
            </a:endParaRPr>
          </a:p>
        </p:txBody>
      </p:sp>
      <p:sp>
        <p:nvSpPr>
          <p:cNvPr id="233" name="正方形/長方形 232">
            <a:extLst>
              <a:ext uri="{FF2B5EF4-FFF2-40B4-BE49-F238E27FC236}">
                <a16:creationId xmlns:a16="http://schemas.microsoft.com/office/drawing/2014/main" id="{9551931F-BFED-4EE6-94E6-72CAB7AB8A1F}"/>
              </a:ext>
            </a:extLst>
          </p:cNvPr>
          <p:cNvSpPr/>
          <p:nvPr/>
        </p:nvSpPr>
        <p:spPr>
          <a:xfrm>
            <a:off x="7578163" y="244031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8</a:t>
            </a:r>
            <a:endParaRPr kumimoji="1" lang="ja-JP" altLang="en-US" sz="1200" dirty="0">
              <a:solidFill>
                <a:schemeClr val="tx1"/>
              </a:solidFill>
            </a:endParaRPr>
          </a:p>
        </p:txBody>
      </p:sp>
      <p:sp>
        <p:nvSpPr>
          <p:cNvPr id="234" name="正方形/長方形 233">
            <a:extLst>
              <a:ext uri="{FF2B5EF4-FFF2-40B4-BE49-F238E27FC236}">
                <a16:creationId xmlns:a16="http://schemas.microsoft.com/office/drawing/2014/main" id="{E735DBE1-E9AA-40FA-90DC-D649ABBE0663}"/>
              </a:ext>
            </a:extLst>
          </p:cNvPr>
          <p:cNvSpPr/>
          <p:nvPr/>
        </p:nvSpPr>
        <p:spPr>
          <a:xfrm>
            <a:off x="8438084" y="244210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9</a:t>
            </a:r>
            <a:endParaRPr kumimoji="1" lang="ja-JP" altLang="en-US" sz="1200" dirty="0">
              <a:solidFill>
                <a:schemeClr val="tx1"/>
              </a:solidFill>
            </a:endParaRPr>
          </a:p>
        </p:txBody>
      </p:sp>
      <p:sp>
        <p:nvSpPr>
          <p:cNvPr id="235" name="正方形/長方形 234">
            <a:extLst>
              <a:ext uri="{FF2B5EF4-FFF2-40B4-BE49-F238E27FC236}">
                <a16:creationId xmlns:a16="http://schemas.microsoft.com/office/drawing/2014/main" id="{8B1A4AC0-2131-40AF-92DB-765EFF92091C}"/>
              </a:ext>
            </a:extLst>
          </p:cNvPr>
          <p:cNvSpPr/>
          <p:nvPr/>
        </p:nvSpPr>
        <p:spPr>
          <a:xfrm>
            <a:off x="9298005" y="244747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10</a:t>
            </a:r>
            <a:endParaRPr kumimoji="1" lang="ja-JP" altLang="en-US" sz="1200" dirty="0">
              <a:solidFill>
                <a:schemeClr val="tx1"/>
              </a:solidFill>
            </a:endParaRPr>
          </a:p>
        </p:txBody>
      </p:sp>
      <p:sp>
        <p:nvSpPr>
          <p:cNvPr id="237" name="楕円 236">
            <a:extLst>
              <a:ext uri="{FF2B5EF4-FFF2-40B4-BE49-F238E27FC236}">
                <a16:creationId xmlns:a16="http://schemas.microsoft.com/office/drawing/2014/main" id="{E082E485-F690-44BF-B479-DC2E2538E2D2}"/>
              </a:ext>
            </a:extLst>
          </p:cNvPr>
          <p:cNvSpPr/>
          <p:nvPr/>
        </p:nvSpPr>
        <p:spPr>
          <a:xfrm>
            <a:off x="9732393" y="182057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238" name="楕円 237">
            <a:extLst>
              <a:ext uri="{FF2B5EF4-FFF2-40B4-BE49-F238E27FC236}">
                <a16:creationId xmlns:a16="http://schemas.microsoft.com/office/drawing/2014/main" id="{4FA7EFEA-7DDA-4374-837E-3D34E4E88D3C}"/>
              </a:ext>
            </a:extLst>
          </p:cNvPr>
          <p:cNvSpPr/>
          <p:nvPr/>
        </p:nvSpPr>
        <p:spPr>
          <a:xfrm>
            <a:off x="9732392" y="2558763"/>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239" name="楕円 238">
            <a:extLst>
              <a:ext uri="{FF2B5EF4-FFF2-40B4-BE49-F238E27FC236}">
                <a16:creationId xmlns:a16="http://schemas.microsoft.com/office/drawing/2014/main" id="{FB61E30E-8C9A-4D3F-8C05-8898F35A2030}"/>
              </a:ext>
            </a:extLst>
          </p:cNvPr>
          <p:cNvSpPr/>
          <p:nvPr/>
        </p:nvSpPr>
        <p:spPr>
          <a:xfrm>
            <a:off x="9732389" y="3267437"/>
            <a:ext cx="648000" cy="360000"/>
          </a:xfrm>
          <a:prstGeom prst="ellipse">
            <a:avLst/>
          </a:prstGeom>
          <a:solidFill>
            <a:schemeClr val="accent1">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240" name="楕円 239">
            <a:extLst>
              <a:ext uri="{FF2B5EF4-FFF2-40B4-BE49-F238E27FC236}">
                <a16:creationId xmlns:a16="http://schemas.microsoft.com/office/drawing/2014/main" id="{EE486428-1CA2-41FC-BAEB-11063AB9A678}"/>
              </a:ext>
            </a:extLst>
          </p:cNvPr>
          <p:cNvSpPr/>
          <p:nvPr/>
        </p:nvSpPr>
        <p:spPr>
          <a:xfrm>
            <a:off x="9732388" y="452502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242" name="楕円 241">
            <a:extLst>
              <a:ext uri="{FF2B5EF4-FFF2-40B4-BE49-F238E27FC236}">
                <a16:creationId xmlns:a16="http://schemas.microsoft.com/office/drawing/2014/main" id="{72B199F4-D0C3-4A5C-9A6D-25AD148D0507}"/>
              </a:ext>
            </a:extLst>
          </p:cNvPr>
          <p:cNvSpPr/>
          <p:nvPr/>
        </p:nvSpPr>
        <p:spPr>
          <a:xfrm>
            <a:off x="10598533" y="256222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243" name="楕円 242">
            <a:extLst>
              <a:ext uri="{FF2B5EF4-FFF2-40B4-BE49-F238E27FC236}">
                <a16:creationId xmlns:a16="http://schemas.microsoft.com/office/drawing/2014/main" id="{87573DD2-BB0A-4375-948E-7E60849E616C}"/>
              </a:ext>
            </a:extLst>
          </p:cNvPr>
          <p:cNvSpPr/>
          <p:nvPr/>
        </p:nvSpPr>
        <p:spPr>
          <a:xfrm>
            <a:off x="10598530" y="327183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cxnSp>
        <p:nvCxnSpPr>
          <p:cNvPr id="245" name="直線矢印コネクタ 244">
            <a:extLst>
              <a:ext uri="{FF2B5EF4-FFF2-40B4-BE49-F238E27FC236}">
                <a16:creationId xmlns:a16="http://schemas.microsoft.com/office/drawing/2014/main" id="{2BAB084F-C966-4A72-94DC-B824AF366333}"/>
              </a:ext>
            </a:extLst>
          </p:cNvPr>
          <p:cNvCxnSpPr>
            <a:stCxn id="239" idx="4"/>
            <a:endCxn id="240" idx="0"/>
          </p:cNvCxnSpPr>
          <p:nvPr/>
        </p:nvCxnSpPr>
        <p:spPr>
          <a:xfrm flipH="1">
            <a:off x="10056388" y="362743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6" name="直線矢印コネクタ 245">
            <a:extLst>
              <a:ext uri="{FF2B5EF4-FFF2-40B4-BE49-F238E27FC236}">
                <a16:creationId xmlns:a16="http://schemas.microsoft.com/office/drawing/2014/main" id="{53A9B532-CC89-48CA-9FB4-E1AA812C7132}"/>
              </a:ext>
            </a:extLst>
          </p:cNvPr>
          <p:cNvCxnSpPr>
            <a:stCxn id="238" idx="4"/>
            <a:endCxn id="239" idx="0"/>
          </p:cNvCxnSpPr>
          <p:nvPr/>
        </p:nvCxnSpPr>
        <p:spPr>
          <a:xfrm flipH="1">
            <a:off x="10056389" y="2918763"/>
            <a:ext cx="3" cy="348674"/>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7" name="直線矢印コネクタ 246">
            <a:extLst>
              <a:ext uri="{FF2B5EF4-FFF2-40B4-BE49-F238E27FC236}">
                <a16:creationId xmlns:a16="http://schemas.microsoft.com/office/drawing/2014/main" id="{FA2D0E8B-8D1B-4520-BD92-0901E6AC0970}"/>
              </a:ext>
            </a:extLst>
          </p:cNvPr>
          <p:cNvCxnSpPr>
            <a:stCxn id="237" idx="4"/>
            <a:endCxn id="238" idx="0"/>
          </p:cNvCxnSpPr>
          <p:nvPr/>
        </p:nvCxnSpPr>
        <p:spPr>
          <a:xfrm flipH="1">
            <a:off x="10056392" y="2180575"/>
            <a:ext cx="1" cy="378188"/>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9" name="直線矢印コネクタ 248">
            <a:extLst>
              <a:ext uri="{FF2B5EF4-FFF2-40B4-BE49-F238E27FC236}">
                <a16:creationId xmlns:a16="http://schemas.microsoft.com/office/drawing/2014/main" id="{5FC7C4C4-D494-44BE-8C60-6E212FB4CC3C}"/>
              </a:ext>
            </a:extLst>
          </p:cNvPr>
          <p:cNvCxnSpPr>
            <a:stCxn id="242" idx="4"/>
            <a:endCxn id="243" idx="0"/>
          </p:cNvCxnSpPr>
          <p:nvPr/>
        </p:nvCxnSpPr>
        <p:spPr>
          <a:xfrm flipH="1">
            <a:off x="10922530" y="2922225"/>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0" name="直線矢印コネクタ 249">
            <a:extLst>
              <a:ext uri="{FF2B5EF4-FFF2-40B4-BE49-F238E27FC236}">
                <a16:creationId xmlns:a16="http://schemas.microsoft.com/office/drawing/2014/main" id="{B21412D8-8844-474C-A8FE-637ACD24E136}"/>
              </a:ext>
            </a:extLst>
          </p:cNvPr>
          <p:cNvCxnSpPr>
            <a:cxnSpLocks/>
            <a:stCxn id="243" idx="4"/>
            <a:endCxn id="316" idx="0"/>
          </p:cNvCxnSpPr>
          <p:nvPr/>
        </p:nvCxnSpPr>
        <p:spPr>
          <a:xfrm>
            <a:off x="10922530" y="3631837"/>
            <a:ext cx="8769" cy="87853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1" name="コネクタ: カギ線 250">
            <a:extLst>
              <a:ext uri="{FF2B5EF4-FFF2-40B4-BE49-F238E27FC236}">
                <a16:creationId xmlns:a16="http://schemas.microsoft.com/office/drawing/2014/main" id="{D0BEA347-9059-464D-BAAF-B4F76960399A}"/>
              </a:ext>
            </a:extLst>
          </p:cNvPr>
          <p:cNvCxnSpPr>
            <a:cxnSpLocks/>
            <a:stCxn id="237" idx="4"/>
            <a:endCxn id="264" idx="0"/>
          </p:cNvCxnSpPr>
          <p:nvPr/>
        </p:nvCxnSpPr>
        <p:spPr>
          <a:xfrm rot="16200000" flipH="1">
            <a:off x="10724449" y="1512518"/>
            <a:ext cx="380180" cy="1716293"/>
          </a:xfrm>
          <a:prstGeom prst="bentConnector3">
            <a:avLst>
              <a:gd name="adj1" fmla="val 52642"/>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2" name="楕円 251">
            <a:extLst>
              <a:ext uri="{FF2B5EF4-FFF2-40B4-BE49-F238E27FC236}">
                <a16:creationId xmlns:a16="http://schemas.microsoft.com/office/drawing/2014/main" id="{F9DE0EF5-7C2F-4637-B363-898134D377B7}"/>
              </a:ext>
            </a:extLst>
          </p:cNvPr>
          <p:cNvSpPr/>
          <p:nvPr/>
        </p:nvSpPr>
        <p:spPr>
          <a:xfrm>
            <a:off x="9731929" y="521976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254" name="直線矢印コネクタ 253">
            <a:extLst>
              <a:ext uri="{FF2B5EF4-FFF2-40B4-BE49-F238E27FC236}">
                <a16:creationId xmlns:a16="http://schemas.microsoft.com/office/drawing/2014/main" id="{AB3DD3A8-CC72-47D5-AD16-A230101CA7EB}"/>
              </a:ext>
            </a:extLst>
          </p:cNvPr>
          <p:cNvCxnSpPr>
            <a:cxnSpLocks/>
            <a:stCxn id="240" idx="4"/>
            <a:endCxn id="252" idx="0"/>
          </p:cNvCxnSpPr>
          <p:nvPr/>
        </p:nvCxnSpPr>
        <p:spPr>
          <a:xfrm flipH="1">
            <a:off x="10055929" y="4885022"/>
            <a:ext cx="459" cy="33474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6" name="コネクタ: カギ線 255">
            <a:extLst>
              <a:ext uri="{FF2B5EF4-FFF2-40B4-BE49-F238E27FC236}">
                <a16:creationId xmlns:a16="http://schemas.microsoft.com/office/drawing/2014/main" id="{C0979AA4-64BB-4682-86CC-E82494476D80}"/>
              </a:ext>
            </a:extLst>
          </p:cNvPr>
          <p:cNvCxnSpPr>
            <a:cxnSpLocks/>
            <a:stCxn id="330" idx="1"/>
            <a:endCxn id="312" idx="0"/>
          </p:cNvCxnSpPr>
          <p:nvPr/>
        </p:nvCxnSpPr>
        <p:spPr>
          <a:xfrm rot="10800000">
            <a:off x="10320358" y="3850018"/>
            <a:ext cx="429955" cy="2001457"/>
          </a:xfrm>
          <a:prstGeom prst="bentConnector4">
            <a:avLst>
              <a:gd name="adj1" fmla="val 43919"/>
              <a:gd name="adj2" fmla="val 111422"/>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7" name="正方形/長方形 256">
            <a:extLst>
              <a:ext uri="{FF2B5EF4-FFF2-40B4-BE49-F238E27FC236}">
                <a16:creationId xmlns:a16="http://schemas.microsoft.com/office/drawing/2014/main" id="{A4CB5781-F54B-425F-9D2A-C6F44E92F9F6}"/>
              </a:ext>
            </a:extLst>
          </p:cNvPr>
          <p:cNvSpPr/>
          <p:nvPr/>
        </p:nvSpPr>
        <p:spPr>
          <a:xfrm>
            <a:off x="10128880" y="3090769"/>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58" name="正方形/長方形 257">
            <a:extLst>
              <a:ext uri="{FF2B5EF4-FFF2-40B4-BE49-F238E27FC236}">
                <a16:creationId xmlns:a16="http://schemas.microsoft.com/office/drawing/2014/main" id="{D86C11F0-296A-42D9-AB8A-F7A13D3AC0D8}"/>
              </a:ext>
            </a:extLst>
          </p:cNvPr>
          <p:cNvSpPr/>
          <p:nvPr/>
        </p:nvSpPr>
        <p:spPr>
          <a:xfrm>
            <a:off x="10964652" y="310338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59" name="正方形/長方形 258">
            <a:extLst>
              <a:ext uri="{FF2B5EF4-FFF2-40B4-BE49-F238E27FC236}">
                <a16:creationId xmlns:a16="http://schemas.microsoft.com/office/drawing/2014/main" id="{A555638C-4EFF-4A5A-9CE5-24D03AEFAB72}"/>
              </a:ext>
            </a:extLst>
          </p:cNvPr>
          <p:cNvSpPr/>
          <p:nvPr/>
        </p:nvSpPr>
        <p:spPr>
          <a:xfrm>
            <a:off x="10131469" y="5079110"/>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61" name="正方形/長方形 260">
            <a:extLst>
              <a:ext uri="{FF2B5EF4-FFF2-40B4-BE49-F238E27FC236}">
                <a16:creationId xmlns:a16="http://schemas.microsoft.com/office/drawing/2014/main" id="{50195373-2C55-4880-9276-426D55D50AC8}"/>
              </a:ext>
            </a:extLst>
          </p:cNvPr>
          <p:cNvSpPr/>
          <p:nvPr/>
        </p:nvSpPr>
        <p:spPr>
          <a:xfrm>
            <a:off x="10157926" y="244389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11</a:t>
            </a:r>
            <a:endParaRPr kumimoji="1" lang="ja-JP" altLang="en-US" sz="1200" dirty="0">
              <a:solidFill>
                <a:schemeClr val="tx1"/>
              </a:solidFill>
            </a:endParaRPr>
          </a:p>
        </p:txBody>
      </p:sp>
      <p:sp>
        <p:nvSpPr>
          <p:cNvPr id="262" name="正方形/長方形 261">
            <a:extLst>
              <a:ext uri="{FF2B5EF4-FFF2-40B4-BE49-F238E27FC236}">
                <a16:creationId xmlns:a16="http://schemas.microsoft.com/office/drawing/2014/main" id="{69525A05-F077-48CE-8805-4938B17222E7}"/>
              </a:ext>
            </a:extLst>
          </p:cNvPr>
          <p:cNvSpPr/>
          <p:nvPr/>
        </p:nvSpPr>
        <p:spPr>
          <a:xfrm>
            <a:off x="11017847" y="244926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12</a:t>
            </a:r>
            <a:endParaRPr kumimoji="1" lang="ja-JP" altLang="en-US" sz="1200" dirty="0">
              <a:solidFill>
                <a:schemeClr val="tx1"/>
              </a:solidFill>
            </a:endParaRPr>
          </a:p>
        </p:txBody>
      </p:sp>
      <p:cxnSp>
        <p:nvCxnSpPr>
          <p:cNvPr id="270" name="コネクタ: カギ線 269">
            <a:extLst>
              <a:ext uri="{FF2B5EF4-FFF2-40B4-BE49-F238E27FC236}">
                <a16:creationId xmlns:a16="http://schemas.microsoft.com/office/drawing/2014/main" id="{5FDBED61-36C5-4A8D-8A0E-F503960378E6}"/>
              </a:ext>
            </a:extLst>
          </p:cNvPr>
          <p:cNvCxnSpPr>
            <a:cxnSpLocks/>
            <a:stCxn id="252" idx="4"/>
            <a:endCxn id="310" idx="0"/>
          </p:cNvCxnSpPr>
          <p:nvPr/>
        </p:nvCxnSpPr>
        <p:spPr>
          <a:xfrm rot="5400000" flipH="1">
            <a:off x="8894597" y="4418437"/>
            <a:ext cx="1723736" cy="598928"/>
          </a:xfrm>
          <a:prstGeom prst="bentConnector5">
            <a:avLst>
              <a:gd name="adj1" fmla="val -13262"/>
              <a:gd name="adj2" fmla="val 61996"/>
              <a:gd name="adj3" fmla="val 113262"/>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3" name="正方形/長方形 272">
            <a:extLst>
              <a:ext uri="{FF2B5EF4-FFF2-40B4-BE49-F238E27FC236}">
                <a16:creationId xmlns:a16="http://schemas.microsoft.com/office/drawing/2014/main" id="{9FE3A06E-42CA-43D5-9E46-F2AF04639E4A}"/>
              </a:ext>
            </a:extLst>
          </p:cNvPr>
          <p:cNvSpPr/>
          <p:nvPr/>
        </p:nvSpPr>
        <p:spPr>
          <a:xfrm>
            <a:off x="632120" y="1689059"/>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kumimoji="1" lang="ja-JP" altLang="en-US" sz="1200" baseline="-25000" dirty="0">
              <a:solidFill>
                <a:schemeClr val="tx1"/>
              </a:solidFill>
            </a:endParaRPr>
          </a:p>
        </p:txBody>
      </p:sp>
      <p:sp>
        <p:nvSpPr>
          <p:cNvPr id="274" name="正方形/長方形 273">
            <a:extLst>
              <a:ext uri="{FF2B5EF4-FFF2-40B4-BE49-F238E27FC236}">
                <a16:creationId xmlns:a16="http://schemas.microsoft.com/office/drawing/2014/main" id="{67075E2A-2F96-4E3C-A6BA-6B62C952C4CD}"/>
              </a:ext>
            </a:extLst>
          </p:cNvPr>
          <p:cNvSpPr/>
          <p:nvPr/>
        </p:nvSpPr>
        <p:spPr>
          <a:xfrm>
            <a:off x="1481309" y="1686782"/>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dirty="0">
              <a:solidFill>
                <a:schemeClr val="tx1"/>
              </a:solidFill>
            </a:endParaRPr>
          </a:p>
        </p:txBody>
      </p:sp>
      <p:sp>
        <p:nvSpPr>
          <p:cNvPr id="275" name="正方形/長方形 274">
            <a:extLst>
              <a:ext uri="{FF2B5EF4-FFF2-40B4-BE49-F238E27FC236}">
                <a16:creationId xmlns:a16="http://schemas.microsoft.com/office/drawing/2014/main" id="{68AAFECC-4913-4CEA-8403-C696A5780317}"/>
              </a:ext>
            </a:extLst>
          </p:cNvPr>
          <p:cNvSpPr/>
          <p:nvPr/>
        </p:nvSpPr>
        <p:spPr>
          <a:xfrm>
            <a:off x="2422851" y="166578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76" name="正方形/長方形 275">
            <a:extLst>
              <a:ext uri="{FF2B5EF4-FFF2-40B4-BE49-F238E27FC236}">
                <a16:creationId xmlns:a16="http://schemas.microsoft.com/office/drawing/2014/main" id="{D7A06B7D-5086-4FF0-9DA5-38325373D5F3}"/>
              </a:ext>
            </a:extLst>
          </p:cNvPr>
          <p:cNvSpPr/>
          <p:nvPr/>
        </p:nvSpPr>
        <p:spPr>
          <a:xfrm>
            <a:off x="3282582" y="1668696"/>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77" name="正方形/長方形 276">
            <a:extLst>
              <a:ext uri="{FF2B5EF4-FFF2-40B4-BE49-F238E27FC236}">
                <a16:creationId xmlns:a16="http://schemas.microsoft.com/office/drawing/2014/main" id="{C4B21E31-CC73-408E-A54D-533D31E1A3B7}"/>
              </a:ext>
            </a:extLst>
          </p:cNvPr>
          <p:cNvSpPr/>
          <p:nvPr/>
        </p:nvSpPr>
        <p:spPr>
          <a:xfrm>
            <a:off x="4111639" y="1677423"/>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78" name="正方形/長方形 277">
            <a:extLst>
              <a:ext uri="{FF2B5EF4-FFF2-40B4-BE49-F238E27FC236}">
                <a16:creationId xmlns:a16="http://schemas.microsoft.com/office/drawing/2014/main" id="{D77D7450-E52A-48A9-B1D7-594AC8B1E1A7}"/>
              </a:ext>
            </a:extLst>
          </p:cNvPr>
          <p:cNvSpPr/>
          <p:nvPr/>
        </p:nvSpPr>
        <p:spPr>
          <a:xfrm>
            <a:off x="4863636" y="1680332"/>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79" name="正方形/長方形 278">
            <a:extLst>
              <a:ext uri="{FF2B5EF4-FFF2-40B4-BE49-F238E27FC236}">
                <a16:creationId xmlns:a16="http://schemas.microsoft.com/office/drawing/2014/main" id="{0F492A67-BF87-43A5-B241-CEC8B3C5505B}"/>
              </a:ext>
            </a:extLst>
          </p:cNvPr>
          <p:cNvSpPr/>
          <p:nvPr/>
        </p:nvSpPr>
        <p:spPr>
          <a:xfrm>
            <a:off x="5687785" y="1683241"/>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80" name="正方形/長方形 279">
            <a:extLst>
              <a:ext uri="{FF2B5EF4-FFF2-40B4-BE49-F238E27FC236}">
                <a16:creationId xmlns:a16="http://schemas.microsoft.com/office/drawing/2014/main" id="{0B907516-214D-4240-B54A-8F9ED21F489C}"/>
              </a:ext>
            </a:extLst>
          </p:cNvPr>
          <p:cNvSpPr/>
          <p:nvPr/>
        </p:nvSpPr>
        <p:spPr>
          <a:xfrm>
            <a:off x="6493694" y="1671605"/>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baseline="-25000" dirty="0">
              <a:solidFill>
                <a:schemeClr val="tx1"/>
              </a:solidFill>
            </a:endParaRPr>
          </a:p>
        </p:txBody>
      </p:sp>
      <p:sp>
        <p:nvSpPr>
          <p:cNvPr id="281" name="正方形/長方形 280">
            <a:extLst>
              <a:ext uri="{FF2B5EF4-FFF2-40B4-BE49-F238E27FC236}">
                <a16:creationId xmlns:a16="http://schemas.microsoft.com/office/drawing/2014/main" id="{B4E211ED-59ED-49EC-A31A-4E355B09C641}"/>
              </a:ext>
            </a:extLst>
          </p:cNvPr>
          <p:cNvSpPr/>
          <p:nvPr/>
        </p:nvSpPr>
        <p:spPr>
          <a:xfrm>
            <a:off x="7398737" y="1684505"/>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kumimoji="1" lang="ja-JP" altLang="en-US" sz="1200" dirty="0">
              <a:solidFill>
                <a:schemeClr val="tx1"/>
              </a:solidFill>
            </a:endParaRPr>
          </a:p>
        </p:txBody>
      </p:sp>
      <p:sp>
        <p:nvSpPr>
          <p:cNvPr id="282" name="正方形/長方形 281">
            <a:extLst>
              <a:ext uri="{FF2B5EF4-FFF2-40B4-BE49-F238E27FC236}">
                <a16:creationId xmlns:a16="http://schemas.microsoft.com/office/drawing/2014/main" id="{954FAF61-1E61-4B55-8BAB-80FB6682A67C}"/>
              </a:ext>
            </a:extLst>
          </p:cNvPr>
          <p:cNvSpPr/>
          <p:nvPr/>
        </p:nvSpPr>
        <p:spPr>
          <a:xfrm>
            <a:off x="8276016" y="1686150"/>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kumimoji="1" lang="ja-JP" altLang="en-US" sz="1200" dirty="0">
              <a:solidFill>
                <a:schemeClr val="tx1"/>
              </a:solidFill>
            </a:endParaRPr>
          </a:p>
        </p:txBody>
      </p:sp>
      <p:sp>
        <p:nvSpPr>
          <p:cNvPr id="283" name="正方形/長方形 282">
            <a:extLst>
              <a:ext uri="{FF2B5EF4-FFF2-40B4-BE49-F238E27FC236}">
                <a16:creationId xmlns:a16="http://schemas.microsoft.com/office/drawing/2014/main" id="{BE6690DF-FEA1-4063-979B-F869FC949232}"/>
              </a:ext>
            </a:extLst>
          </p:cNvPr>
          <p:cNvSpPr/>
          <p:nvPr/>
        </p:nvSpPr>
        <p:spPr>
          <a:xfrm>
            <a:off x="9179111" y="1687415"/>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kumimoji="1" lang="ja-JP" altLang="en-US" sz="1200" dirty="0">
              <a:solidFill>
                <a:schemeClr val="tx1"/>
              </a:solidFill>
            </a:endParaRPr>
          </a:p>
        </p:txBody>
      </p:sp>
      <p:sp>
        <p:nvSpPr>
          <p:cNvPr id="285" name="正方形/長方形 284">
            <a:extLst>
              <a:ext uri="{FF2B5EF4-FFF2-40B4-BE49-F238E27FC236}">
                <a16:creationId xmlns:a16="http://schemas.microsoft.com/office/drawing/2014/main" id="{36E3F1D4-4ECA-46BC-9894-B578563C799D}"/>
              </a:ext>
            </a:extLst>
          </p:cNvPr>
          <p:cNvSpPr/>
          <p:nvPr/>
        </p:nvSpPr>
        <p:spPr>
          <a:xfrm>
            <a:off x="9952416" y="1686150"/>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kumimoji="1" lang="ja-JP" altLang="en-US" sz="1200" dirty="0">
              <a:solidFill>
                <a:schemeClr val="tx1"/>
              </a:solidFill>
            </a:endParaRPr>
          </a:p>
        </p:txBody>
      </p:sp>
      <p:sp>
        <p:nvSpPr>
          <p:cNvPr id="288" name="四角形: 角を丸くする 287">
            <a:extLst>
              <a:ext uri="{FF2B5EF4-FFF2-40B4-BE49-F238E27FC236}">
                <a16:creationId xmlns:a16="http://schemas.microsoft.com/office/drawing/2014/main" id="{97B47D32-EFC0-4AB3-8CB6-487228A82E51}"/>
              </a:ext>
            </a:extLst>
          </p:cNvPr>
          <p:cNvSpPr/>
          <p:nvPr/>
        </p:nvSpPr>
        <p:spPr>
          <a:xfrm>
            <a:off x="643138" y="3844001"/>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1" name="四角形: 角を丸くする 290">
            <a:extLst>
              <a:ext uri="{FF2B5EF4-FFF2-40B4-BE49-F238E27FC236}">
                <a16:creationId xmlns:a16="http://schemas.microsoft.com/office/drawing/2014/main" id="{118BE76C-AFC7-46E4-A322-438F9A8ED5B8}"/>
              </a:ext>
            </a:extLst>
          </p:cNvPr>
          <p:cNvSpPr/>
          <p:nvPr/>
        </p:nvSpPr>
        <p:spPr>
          <a:xfrm>
            <a:off x="1177249" y="5659019"/>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292" name="四角形: 角を丸くする 291">
            <a:extLst>
              <a:ext uri="{FF2B5EF4-FFF2-40B4-BE49-F238E27FC236}">
                <a16:creationId xmlns:a16="http://schemas.microsoft.com/office/drawing/2014/main" id="{C8698A6A-9B11-4C6B-98BF-C7F93A3377E5}"/>
              </a:ext>
            </a:extLst>
          </p:cNvPr>
          <p:cNvSpPr/>
          <p:nvPr/>
        </p:nvSpPr>
        <p:spPr>
          <a:xfrm>
            <a:off x="1506494" y="3837985"/>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3" name="四角形: 角を丸くする 292">
            <a:extLst>
              <a:ext uri="{FF2B5EF4-FFF2-40B4-BE49-F238E27FC236}">
                <a16:creationId xmlns:a16="http://schemas.microsoft.com/office/drawing/2014/main" id="{4CBE9611-8C48-4125-BC38-C452F2E86E52}"/>
              </a:ext>
            </a:extLst>
          </p:cNvPr>
          <p:cNvSpPr/>
          <p:nvPr/>
        </p:nvSpPr>
        <p:spPr>
          <a:xfrm>
            <a:off x="2110699" y="5659019"/>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294" name="四角形: 角を丸くする 293">
            <a:extLst>
              <a:ext uri="{FF2B5EF4-FFF2-40B4-BE49-F238E27FC236}">
                <a16:creationId xmlns:a16="http://schemas.microsoft.com/office/drawing/2014/main" id="{569ED9DF-7C97-456D-B291-3D265CD6FAAE}"/>
              </a:ext>
            </a:extLst>
          </p:cNvPr>
          <p:cNvSpPr/>
          <p:nvPr/>
        </p:nvSpPr>
        <p:spPr>
          <a:xfrm>
            <a:off x="2369850" y="3831969"/>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5" name="四角形: 角を丸くする 294">
            <a:extLst>
              <a:ext uri="{FF2B5EF4-FFF2-40B4-BE49-F238E27FC236}">
                <a16:creationId xmlns:a16="http://schemas.microsoft.com/office/drawing/2014/main" id="{9C5938DD-9CAE-46C7-BFF0-ECFDC3F299DD}"/>
              </a:ext>
            </a:extLst>
          </p:cNvPr>
          <p:cNvSpPr/>
          <p:nvPr/>
        </p:nvSpPr>
        <p:spPr>
          <a:xfrm>
            <a:off x="3072724" y="5659019"/>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296" name="四角形: 角を丸くする 295">
            <a:extLst>
              <a:ext uri="{FF2B5EF4-FFF2-40B4-BE49-F238E27FC236}">
                <a16:creationId xmlns:a16="http://schemas.microsoft.com/office/drawing/2014/main" id="{EA4E46B0-4FD1-40D9-A8A9-D21C0F0C50DD}"/>
              </a:ext>
            </a:extLst>
          </p:cNvPr>
          <p:cNvSpPr/>
          <p:nvPr/>
        </p:nvSpPr>
        <p:spPr>
          <a:xfrm>
            <a:off x="3233206" y="3819937"/>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7" name="四角形: 角を丸くする 296">
            <a:extLst>
              <a:ext uri="{FF2B5EF4-FFF2-40B4-BE49-F238E27FC236}">
                <a16:creationId xmlns:a16="http://schemas.microsoft.com/office/drawing/2014/main" id="{D31CF553-B1F2-409D-9A0E-D0050F503996}"/>
              </a:ext>
            </a:extLst>
          </p:cNvPr>
          <p:cNvSpPr/>
          <p:nvPr/>
        </p:nvSpPr>
        <p:spPr>
          <a:xfrm>
            <a:off x="4006174" y="5659019"/>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298" name="四角形: 角を丸くする 297">
            <a:extLst>
              <a:ext uri="{FF2B5EF4-FFF2-40B4-BE49-F238E27FC236}">
                <a16:creationId xmlns:a16="http://schemas.microsoft.com/office/drawing/2014/main" id="{195C5337-04BA-4428-B8E4-FA9718203868}"/>
              </a:ext>
            </a:extLst>
          </p:cNvPr>
          <p:cNvSpPr/>
          <p:nvPr/>
        </p:nvSpPr>
        <p:spPr>
          <a:xfrm>
            <a:off x="4096562" y="3874081"/>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299" name="四角形: 角を丸くする 298">
            <a:extLst>
              <a:ext uri="{FF2B5EF4-FFF2-40B4-BE49-F238E27FC236}">
                <a16:creationId xmlns:a16="http://schemas.microsoft.com/office/drawing/2014/main" id="{A62D867D-4BC4-40BF-9118-73F0E279B560}"/>
              </a:ext>
            </a:extLst>
          </p:cNvPr>
          <p:cNvSpPr/>
          <p:nvPr/>
        </p:nvSpPr>
        <p:spPr>
          <a:xfrm>
            <a:off x="4777699" y="5668544"/>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00" name="四角形: 角を丸くする 299">
            <a:extLst>
              <a:ext uri="{FF2B5EF4-FFF2-40B4-BE49-F238E27FC236}">
                <a16:creationId xmlns:a16="http://schemas.microsoft.com/office/drawing/2014/main" id="{CC3CD08B-6FA7-4F7F-8CE2-61EF93D9AF79}"/>
              </a:ext>
            </a:extLst>
          </p:cNvPr>
          <p:cNvSpPr/>
          <p:nvPr/>
        </p:nvSpPr>
        <p:spPr>
          <a:xfrm>
            <a:off x="4959918" y="3813921"/>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301" name="四角形: 角を丸くする 300">
            <a:extLst>
              <a:ext uri="{FF2B5EF4-FFF2-40B4-BE49-F238E27FC236}">
                <a16:creationId xmlns:a16="http://schemas.microsoft.com/office/drawing/2014/main" id="{3FBBC81A-9117-4322-8EA9-A1BE49ECA765}"/>
              </a:ext>
            </a:extLst>
          </p:cNvPr>
          <p:cNvSpPr/>
          <p:nvPr/>
        </p:nvSpPr>
        <p:spPr>
          <a:xfrm>
            <a:off x="5529697" y="5649908"/>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02" name="四角形: 角を丸くする 301">
            <a:extLst>
              <a:ext uri="{FF2B5EF4-FFF2-40B4-BE49-F238E27FC236}">
                <a16:creationId xmlns:a16="http://schemas.microsoft.com/office/drawing/2014/main" id="{0BC36001-AEA1-4A8B-ADF5-F33C52505782}"/>
              </a:ext>
            </a:extLst>
          </p:cNvPr>
          <p:cNvSpPr/>
          <p:nvPr/>
        </p:nvSpPr>
        <p:spPr>
          <a:xfrm>
            <a:off x="5823274" y="3868065"/>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303" name="四角形: 角を丸くする 302">
            <a:extLst>
              <a:ext uri="{FF2B5EF4-FFF2-40B4-BE49-F238E27FC236}">
                <a16:creationId xmlns:a16="http://schemas.microsoft.com/office/drawing/2014/main" id="{6EF85C9C-251B-42C1-95A7-37D3585F768B}"/>
              </a:ext>
            </a:extLst>
          </p:cNvPr>
          <p:cNvSpPr/>
          <p:nvPr/>
        </p:nvSpPr>
        <p:spPr>
          <a:xfrm>
            <a:off x="6378072" y="5649908"/>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04" name="四角形: 角を丸くする 303">
            <a:extLst>
              <a:ext uri="{FF2B5EF4-FFF2-40B4-BE49-F238E27FC236}">
                <a16:creationId xmlns:a16="http://schemas.microsoft.com/office/drawing/2014/main" id="{82C695B1-EBEA-4251-BEFA-7CE3BD3F678A}"/>
              </a:ext>
            </a:extLst>
          </p:cNvPr>
          <p:cNvSpPr/>
          <p:nvPr/>
        </p:nvSpPr>
        <p:spPr>
          <a:xfrm>
            <a:off x="6686630" y="3825953"/>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305" name="四角形: 角を丸くする 304">
            <a:extLst>
              <a:ext uri="{FF2B5EF4-FFF2-40B4-BE49-F238E27FC236}">
                <a16:creationId xmlns:a16="http://schemas.microsoft.com/office/drawing/2014/main" id="{10D2D343-36A9-4AB9-8C1C-85F91AC59752}"/>
              </a:ext>
            </a:extLst>
          </p:cNvPr>
          <p:cNvSpPr/>
          <p:nvPr/>
        </p:nvSpPr>
        <p:spPr>
          <a:xfrm>
            <a:off x="7233485" y="5659019"/>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06" name="四角形: 角を丸くする 305">
            <a:extLst>
              <a:ext uri="{FF2B5EF4-FFF2-40B4-BE49-F238E27FC236}">
                <a16:creationId xmlns:a16="http://schemas.microsoft.com/office/drawing/2014/main" id="{FC7B5265-2F45-4554-8E51-F38B7EA7E4AB}"/>
              </a:ext>
            </a:extLst>
          </p:cNvPr>
          <p:cNvSpPr/>
          <p:nvPr/>
        </p:nvSpPr>
        <p:spPr>
          <a:xfrm>
            <a:off x="7549986" y="3862049"/>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307" name="四角形: 角を丸くする 306">
            <a:extLst>
              <a:ext uri="{FF2B5EF4-FFF2-40B4-BE49-F238E27FC236}">
                <a16:creationId xmlns:a16="http://schemas.microsoft.com/office/drawing/2014/main" id="{93B4244B-3810-4C97-96AE-9AB58EB08D52}"/>
              </a:ext>
            </a:extLst>
          </p:cNvPr>
          <p:cNvSpPr/>
          <p:nvPr/>
        </p:nvSpPr>
        <p:spPr>
          <a:xfrm>
            <a:off x="8140024" y="5668544"/>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08" name="四角形: 角を丸くする 307">
            <a:extLst>
              <a:ext uri="{FF2B5EF4-FFF2-40B4-BE49-F238E27FC236}">
                <a16:creationId xmlns:a16="http://schemas.microsoft.com/office/drawing/2014/main" id="{B5C213DA-DBAC-4CBE-98C4-D7C3140F5F5A}"/>
              </a:ext>
            </a:extLst>
          </p:cNvPr>
          <p:cNvSpPr/>
          <p:nvPr/>
        </p:nvSpPr>
        <p:spPr>
          <a:xfrm>
            <a:off x="8413342" y="3886108"/>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309" name="四角形: 角を丸くする 308">
            <a:extLst>
              <a:ext uri="{FF2B5EF4-FFF2-40B4-BE49-F238E27FC236}">
                <a16:creationId xmlns:a16="http://schemas.microsoft.com/office/drawing/2014/main" id="{7A9C1CE6-EE1C-4ACC-B93D-7203D76470A2}"/>
              </a:ext>
            </a:extLst>
          </p:cNvPr>
          <p:cNvSpPr/>
          <p:nvPr/>
        </p:nvSpPr>
        <p:spPr>
          <a:xfrm>
            <a:off x="9073474" y="5668544"/>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10" name="四角形: 角を丸くする 309">
            <a:extLst>
              <a:ext uri="{FF2B5EF4-FFF2-40B4-BE49-F238E27FC236}">
                <a16:creationId xmlns:a16="http://schemas.microsoft.com/office/drawing/2014/main" id="{76E83890-2584-4249-BFED-E112F04EAB5A}"/>
              </a:ext>
            </a:extLst>
          </p:cNvPr>
          <p:cNvSpPr/>
          <p:nvPr/>
        </p:nvSpPr>
        <p:spPr>
          <a:xfrm>
            <a:off x="9276698" y="3856033"/>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sp>
        <p:nvSpPr>
          <p:cNvPr id="311" name="四角形: 角を丸くする 310">
            <a:extLst>
              <a:ext uri="{FF2B5EF4-FFF2-40B4-BE49-F238E27FC236}">
                <a16:creationId xmlns:a16="http://schemas.microsoft.com/office/drawing/2014/main" id="{1EB36A7C-63BC-4618-9C64-C89226166424}"/>
              </a:ext>
            </a:extLst>
          </p:cNvPr>
          <p:cNvSpPr/>
          <p:nvPr/>
        </p:nvSpPr>
        <p:spPr>
          <a:xfrm>
            <a:off x="9883712" y="5668544"/>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312" name="四角形: 角を丸くする 311">
            <a:extLst>
              <a:ext uri="{FF2B5EF4-FFF2-40B4-BE49-F238E27FC236}">
                <a16:creationId xmlns:a16="http://schemas.microsoft.com/office/drawing/2014/main" id="{EE4AD687-31B6-423F-BD4D-64C6AA01C7CB}"/>
              </a:ext>
            </a:extLst>
          </p:cNvPr>
          <p:cNvSpPr/>
          <p:nvPr/>
        </p:nvSpPr>
        <p:spPr>
          <a:xfrm>
            <a:off x="10140054" y="3850017"/>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cxnSp>
        <p:nvCxnSpPr>
          <p:cNvPr id="352" name="直線矢印コネクタ 351">
            <a:extLst>
              <a:ext uri="{FF2B5EF4-FFF2-40B4-BE49-F238E27FC236}">
                <a16:creationId xmlns:a16="http://schemas.microsoft.com/office/drawing/2014/main" id="{24913B6A-2E7C-4D18-907E-C099EDE794F5}"/>
              </a:ext>
            </a:extLst>
          </p:cNvPr>
          <p:cNvCxnSpPr>
            <a:cxnSpLocks/>
            <a:stCxn id="7" idx="4"/>
          </p:cNvCxnSpPr>
          <p:nvPr/>
        </p:nvCxnSpPr>
        <p:spPr>
          <a:xfrm>
            <a:off x="528837" y="4870372"/>
            <a:ext cx="11102" cy="1139536"/>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7" name="直線矢印コネクタ 356">
            <a:extLst>
              <a:ext uri="{FF2B5EF4-FFF2-40B4-BE49-F238E27FC236}">
                <a16:creationId xmlns:a16="http://schemas.microsoft.com/office/drawing/2014/main" id="{8178CCF0-3547-46BD-9D93-29DDC710C5BA}"/>
              </a:ext>
            </a:extLst>
          </p:cNvPr>
          <p:cNvCxnSpPr>
            <a:cxnSpLocks/>
            <a:stCxn id="52" idx="4"/>
            <a:endCxn id="4" idx="0"/>
          </p:cNvCxnSpPr>
          <p:nvPr/>
        </p:nvCxnSpPr>
        <p:spPr>
          <a:xfrm rot="5400000">
            <a:off x="610446" y="1412586"/>
            <a:ext cx="310797" cy="474004"/>
          </a:xfrm>
          <a:prstGeom prst="bentConnector3">
            <a:avLst>
              <a:gd name="adj1" fmla="val 50000"/>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1" name="テキスト ボックス 360">
            <a:extLst>
              <a:ext uri="{FF2B5EF4-FFF2-40B4-BE49-F238E27FC236}">
                <a16:creationId xmlns:a16="http://schemas.microsoft.com/office/drawing/2014/main" id="{9827CB17-7125-4387-9948-4912C2D3FAFA}"/>
              </a:ext>
            </a:extLst>
          </p:cNvPr>
          <p:cNvSpPr txBox="1"/>
          <p:nvPr/>
        </p:nvSpPr>
        <p:spPr>
          <a:xfrm>
            <a:off x="2375424" y="964819"/>
            <a:ext cx="751836" cy="369332"/>
          </a:xfrm>
          <a:prstGeom prst="rect">
            <a:avLst/>
          </a:prstGeom>
          <a:noFill/>
        </p:spPr>
        <p:txBody>
          <a:bodyPr wrap="square" rtlCol="0">
            <a:spAutoFit/>
          </a:bodyPr>
          <a:lstStyle/>
          <a:p>
            <a:pPr algn="ctr"/>
            <a:r>
              <a:rPr lang="ja-JP" altLang="en-US" dirty="0"/>
              <a:t>入力</a:t>
            </a:r>
            <a:endParaRPr kumimoji="1" lang="ja-JP" altLang="en-US" dirty="0"/>
          </a:p>
        </p:txBody>
      </p:sp>
      <p:sp>
        <p:nvSpPr>
          <p:cNvPr id="362" name="テキスト ボックス 361">
            <a:extLst>
              <a:ext uri="{FF2B5EF4-FFF2-40B4-BE49-F238E27FC236}">
                <a16:creationId xmlns:a16="http://schemas.microsoft.com/office/drawing/2014/main" id="{B737E26E-0EE4-4843-89F7-5F8DC9C1BFF8}"/>
              </a:ext>
            </a:extLst>
          </p:cNvPr>
          <p:cNvSpPr txBox="1"/>
          <p:nvPr/>
        </p:nvSpPr>
        <p:spPr>
          <a:xfrm>
            <a:off x="139001" y="5998825"/>
            <a:ext cx="751836" cy="369332"/>
          </a:xfrm>
          <a:prstGeom prst="rect">
            <a:avLst/>
          </a:prstGeom>
          <a:noFill/>
        </p:spPr>
        <p:txBody>
          <a:bodyPr wrap="square" rtlCol="0">
            <a:spAutoFit/>
          </a:bodyPr>
          <a:lstStyle/>
          <a:p>
            <a:pPr algn="ctr"/>
            <a:r>
              <a:rPr lang="ja-JP" altLang="en-US" dirty="0"/>
              <a:t>出力</a:t>
            </a:r>
            <a:endParaRPr kumimoji="1" lang="ja-JP" altLang="en-US" dirty="0"/>
          </a:p>
        </p:txBody>
      </p:sp>
      <p:sp>
        <p:nvSpPr>
          <p:cNvPr id="363" name="テキスト ボックス 362">
            <a:extLst>
              <a:ext uri="{FF2B5EF4-FFF2-40B4-BE49-F238E27FC236}">
                <a16:creationId xmlns:a16="http://schemas.microsoft.com/office/drawing/2014/main" id="{167D9FD4-B118-437C-A00D-4E5717D7AF7F}"/>
              </a:ext>
            </a:extLst>
          </p:cNvPr>
          <p:cNvSpPr txBox="1"/>
          <p:nvPr/>
        </p:nvSpPr>
        <p:spPr>
          <a:xfrm>
            <a:off x="5675407" y="1036681"/>
            <a:ext cx="4649397" cy="369332"/>
          </a:xfrm>
          <a:prstGeom prst="rect">
            <a:avLst/>
          </a:prstGeom>
          <a:noFill/>
        </p:spPr>
        <p:txBody>
          <a:bodyPr wrap="square" rtlCol="0">
            <a:spAutoFit/>
          </a:bodyPr>
          <a:lstStyle/>
          <a:p>
            <a:r>
              <a:rPr kumimoji="1" lang="ja-JP" altLang="en-US" dirty="0"/>
              <a:t>入力パケット：</a:t>
            </a:r>
            <a:r>
              <a:rPr kumimoji="1" lang="en-US" altLang="ja-JP" dirty="0"/>
              <a:t>gen</a:t>
            </a:r>
            <a:r>
              <a:rPr kumimoji="1" lang="ja-JP" altLang="en-US" dirty="0"/>
              <a:t>が</a:t>
            </a:r>
            <a:r>
              <a:rPr kumimoji="1" lang="en-US" altLang="ja-JP" dirty="0"/>
              <a:t>0</a:t>
            </a:r>
            <a:r>
              <a:rPr kumimoji="1" lang="ja-JP" altLang="en-US" dirty="0"/>
              <a:t>から</a:t>
            </a:r>
            <a:r>
              <a:rPr kumimoji="1" lang="en-US" altLang="ja-JP" dirty="0"/>
              <a:t>1</a:t>
            </a:r>
            <a:r>
              <a:rPr kumimoji="1" lang="ja-JP" altLang="en-US" dirty="0"/>
              <a:t>つずつ増加</a:t>
            </a:r>
          </a:p>
        </p:txBody>
      </p:sp>
      <p:cxnSp>
        <p:nvCxnSpPr>
          <p:cNvPr id="3" name="直線矢印コネクタ 2">
            <a:extLst>
              <a:ext uri="{FF2B5EF4-FFF2-40B4-BE49-F238E27FC236}">
                <a16:creationId xmlns:a16="http://schemas.microsoft.com/office/drawing/2014/main" id="{E1ECFE8B-F644-2B14-259A-9B81E81CA912}"/>
              </a:ext>
            </a:extLst>
          </p:cNvPr>
          <p:cNvCxnSpPr>
            <a:cxnSpLocks/>
            <a:stCxn id="52" idx="4"/>
            <a:endCxn id="8" idx="0"/>
          </p:cNvCxnSpPr>
          <p:nvPr/>
        </p:nvCxnSpPr>
        <p:spPr>
          <a:xfrm rot="16200000" flipH="1">
            <a:off x="1042650" y="1454385"/>
            <a:ext cx="312529" cy="392137"/>
          </a:xfrm>
          <a:prstGeom prst="bentConnector3">
            <a:avLst>
              <a:gd name="adj1" fmla="val 50000"/>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コネクタ: カギ線 61">
            <a:extLst>
              <a:ext uri="{FF2B5EF4-FFF2-40B4-BE49-F238E27FC236}">
                <a16:creationId xmlns:a16="http://schemas.microsoft.com/office/drawing/2014/main" id="{6AE48E45-802D-FDA5-4143-69F0E659922B}"/>
              </a:ext>
            </a:extLst>
          </p:cNvPr>
          <p:cNvCxnSpPr>
            <a:cxnSpLocks/>
            <a:stCxn id="4" idx="4"/>
            <a:endCxn id="12" idx="1"/>
          </p:cNvCxnSpPr>
          <p:nvPr/>
        </p:nvCxnSpPr>
        <p:spPr>
          <a:xfrm rot="5400000" flipH="1" flipV="1">
            <a:off x="1128523" y="1261490"/>
            <a:ext cx="303815" cy="1503179"/>
          </a:xfrm>
          <a:prstGeom prst="bentConnector5">
            <a:avLst>
              <a:gd name="adj1" fmla="val -48784"/>
              <a:gd name="adj2" fmla="val 89707"/>
              <a:gd name="adj3" fmla="val 185165"/>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0" name="コネクタ: カギ線 79">
            <a:extLst>
              <a:ext uri="{FF2B5EF4-FFF2-40B4-BE49-F238E27FC236}">
                <a16:creationId xmlns:a16="http://schemas.microsoft.com/office/drawing/2014/main" id="{BE5D68A6-B36A-ADC5-6C32-C06CD66CB564}"/>
              </a:ext>
            </a:extLst>
          </p:cNvPr>
          <p:cNvCxnSpPr>
            <a:cxnSpLocks/>
            <a:stCxn id="16" idx="4"/>
            <a:endCxn id="24" idx="1"/>
          </p:cNvCxnSpPr>
          <p:nvPr/>
        </p:nvCxnSpPr>
        <p:spPr>
          <a:xfrm rot="5400000" flipH="1" flipV="1">
            <a:off x="3726946" y="1266686"/>
            <a:ext cx="303815" cy="1503179"/>
          </a:xfrm>
          <a:prstGeom prst="bentConnector5">
            <a:avLst>
              <a:gd name="adj1" fmla="val -65321"/>
              <a:gd name="adj2" fmla="val 91713"/>
              <a:gd name="adj3" fmla="val 178550"/>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4" name="コネクタ: カギ線 93">
            <a:extLst>
              <a:ext uri="{FF2B5EF4-FFF2-40B4-BE49-F238E27FC236}">
                <a16:creationId xmlns:a16="http://schemas.microsoft.com/office/drawing/2014/main" id="{FED59B21-85E1-98E2-E43A-6A803EDCFFA2}"/>
              </a:ext>
            </a:extLst>
          </p:cNvPr>
          <p:cNvCxnSpPr>
            <a:cxnSpLocks/>
            <a:stCxn id="12" idx="4"/>
            <a:endCxn id="20" idx="1"/>
          </p:cNvCxnSpPr>
          <p:nvPr/>
        </p:nvCxnSpPr>
        <p:spPr>
          <a:xfrm rot="5400000" flipH="1" flipV="1">
            <a:off x="2860805" y="1264954"/>
            <a:ext cx="303815" cy="1503179"/>
          </a:xfrm>
          <a:prstGeom prst="bentConnector5">
            <a:avLst>
              <a:gd name="adj1" fmla="val -42169"/>
              <a:gd name="adj2" fmla="val 92382"/>
              <a:gd name="adj3" fmla="val 188473"/>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コネクタ: カギ線 123">
            <a:extLst>
              <a:ext uri="{FF2B5EF4-FFF2-40B4-BE49-F238E27FC236}">
                <a16:creationId xmlns:a16="http://schemas.microsoft.com/office/drawing/2014/main" id="{0E378D93-ED6B-C4D2-BFF3-2967B884586D}"/>
              </a:ext>
            </a:extLst>
          </p:cNvPr>
          <p:cNvCxnSpPr>
            <a:cxnSpLocks/>
            <a:stCxn id="24" idx="4"/>
            <a:endCxn id="32" idx="1"/>
          </p:cNvCxnSpPr>
          <p:nvPr/>
        </p:nvCxnSpPr>
        <p:spPr>
          <a:xfrm rot="5400000" flipH="1" flipV="1">
            <a:off x="5459228" y="1270150"/>
            <a:ext cx="303815" cy="1503179"/>
          </a:xfrm>
          <a:prstGeom prst="bentConnector5">
            <a:avLst>
              <a:gd name="adj1" fmla="val -65321"/>
              <a:gd name="adj2" fmla="val 89039"/>
              <a:gd name="adj3" fmla="val 175243"/>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コネクタ: カギ線 124">
            <a:extLst>
              <a:ext uri="{FF2B5EF4-FFF2-40B4-BE49-F238E27FC236}">
                <a16:creationId xmlns:a16="http://schemas.microsoft.com/office/drawing/2014/main" id="{235A65DE-E3DF-F21F-27E1-BE699B3DE7C0}"/>
              </a:ext>
            </a:extLst>
          </p:cNvPr>
          <p:cNvCxnSpPr>
            <a:cxnSpLocks/>
            <a:stCxn id="20" idx="4"/>
            <a:endCxn id="28" idx="1"/>
          </p:cNvCxnSpPr>
          <p:nvPr/>
        </p:nvCxnSpPr>
        <p:spPr>
          <a:xfrm rot="5400000" flipH="1" flipV="1">
            <a:off x="4593087" y="1268418"/>
            <a:ext cx="303815" cy="1503179"/>
          </a:xfrm>
          <a:prstGeom prst="bentConnector5">
            <a:avLst>
              <a:gd name="adj1" fmla="val -38862"/>
              <a:gd name="adj2" fmla="val 87702"/>
              <a:gd name="adj3" fmla="val 175243"/>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コネクタ: カギ線 176">
            <a:extLst>
              <a:ext uri="{FF2B5EF4-FFF2-40B4-BE49-F238E27FC236}">
                <a16:creationId xmlns:a16="http://schemas.microsoft.com/office/drawing/2014/main" id="{99B8891A-32AC-12E8-B223-3714AFF4272E}"/>
              </a:ext>
            </a:extLst>
          </p:cNvPr>
          <p:cNvCxnSpPr>
            <a:cxnSpLocks/>
            <a:stCxn id="32" idx="4"/>
            <a:endCxn id="40" idx="1"/>
          </p:cNvCxnSpPr>
          <p:nvPr/>
        </p:nvCxnSpPr>
        <p:spPr>
          <a:xfrm rot="5400000" flipH="1" flipV="1">
            <a:off x="7191510" y="1273614"/>
            <a:ext cx="303815" cy="1503179"/>
          </a:xfrm>
          <a:prstGeom prst="bentConnector5">
            <a:avLst>
              <a:gd name="adj1" fmla="val -62014"/>
              <a:gd name="adj2" fmla="val 88371"/>
              <a:gd name="adj3" fmla="val 175243"/>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コネクタ: カギ線 177">
            <a:extLst>
              <a:ext uri="{FF2B5EF4-FFF2-40B4-BE49-F238E27FC236}">
                <a16:creationId xmlns:a16="http://schemas.microsoft.com/office/drawing/2014/main" id="{2B0435D3-4ABE-8A9A-B58E-EA7C4DDAC223}"/>
              </a:ext>
            </a:extLst>
          </p:cNvPr>
          <p:cNvCxnSpPr>
            <a:cxnSpLocks/>
            <a:stCxn id="28" idx="4"/>
            <a:endCxn id="36" idx="1"/>
          </p:cNvCxnSpPr>
          <p:nvPr/>
        </p:nvCxnSpPr>
        <p:spPr>
          <a:xfrm rot="5400000" flipH="1" flipV="1">
            <a:off x="6325369" y="1271882"/>
            <a:ext cx="303815" cy="1503179"/>
          </a:xfrm>
          <a:prstGeom prst="bentConnector5">
            <a:avLst>
              <a:gd name="adj1" fmla="val -42169"/>
              <a:gd name="adj2" fmla="val 85697"/>
              <a:gd name="adj3" fmla="val 175243"/>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コネクタ: カギ線 198">
            <a:extLst>
              <a:ext uri="{FF2B5EF4-FFF2-40B4-BE49-F238E27FC236}">
                <a16:creationId xmlns:a16="http://schemas.microsoft.com/office/drawing/2014/main" id="{F8EE73CC-561E-8677-99F7-65F66090B618}"/>
              </a:ext>
            </a:extLst>
          </p:cNvPr>
          <p:cNvCxnSpPr>
            <a:cxnSpLocks/>
            <a:stCxn id="40" idx="4"/>
            <a:endCxn id="237" idx="1"/>
          </p:cNvCxnSpPr>
          <p:nvPr/>
        </p:nvCxnSpPr>
        <p:spPr>
          <a:xfrm rot="5400000" flipH="1" flipV="1">
            <a:off x="8922060" y="1275346"/>
            <a:ext cx="307279" cy="1503179"/>
          </a:xfrm>
          <a:prstGeom prst="bentConnector5">
            <a:avLst>
              <a:gd name="adj1" fmla="val -58044"/>
              <a:gd name="adj2" fmla="val 85697"/>
              <a:gd name="adj3" fmla="val 174395"/>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コネクタ: カギ線 199">
            <a:extLst>
              <a:ext uri="{FF2B5EF4-FFF2-40B4-BE49-F238E27FC236}">
                <a16:creationId xmlns:a16="http://schemas.microsoft.com/office/drawing/2014/main" id="{399BF374-130B-98C2-AD21-B5D9BA51B0BF}"/>
              </a:ext>
            </a:extLst>
          </p:cNvPr>
          <p:cNvCxnSpPr>
            <a:cxnSpLocks/>
            <a:stCxn id="36" idx="4"/>
            <a:endCxn id="44" idx="1"/>
          </p:cNvCxnSpPr>
          <p:nvPr/>
        </p:nvCxnSpPr>
        <p:spPr>
          <a:xfrm rot="5400000" flipH="1" flipV="1">
            <a:off x="8058516" y="1276211"/>
            <a:ext cx="302085" cy="1503179"/>
          </a:xfrm>
          <a:prstGeom prst="bentConnector5">
            <a:avLst>
              <a:gd name="adj1" fmla="val -29105"/>
              <a:gd name="adj2" fmla="val 84360"/>
              <a:gd name="adj3" fmla="val 175674"/>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4" name="楕円 263">
            <a:extLst>
              <a:ext uri="{FF2B5EF4-FFF2-40B4-BE49-F238E27FC236}">
                <a16:creationId xmlns:a16="http://schemas.microsoft.com/office/drawing/2014/main" id="{26379B09-2DE8-58D6-AD60-31D64858FE29}"/>
              </a:ext>
            </a:extLst>
          </p:cNvPr>
          <p:cNvSpPr/>
          <p:nvPr/>
        </p:nvSpPr>
        <p:spPr>
          <a:xfrm>
            <a:off x="11448686" y="2560755"/>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mul</a:t>
            </a:r>
            <a:endParaRPr kumimoji="1" lang="ja-JP" altLang="en-US" sz="1200" dirty="0">
              <a:solidFill>
                <a:schemeClr val="tx1"/>
              </a:solidFill>
            </a:endParaRPr>
          </a:p>
        </p:txBody>
      </p:sp>
      <p:sp>
        <p:nvSpPr>
          <p:cNvPr id="265" name="楕円 264">
            <a:extLst>
              <a:ext uri="{FF2B5EF4-FFF2-40B4-BE49-F238E27FC236}">
                <a16:creationId xmlns:a16="http://schemas.microsoft.com/office/drawing/2014/main" id="{E718B2DE-99BC-9CC2-A7C5-633869073D25}"/>
              </a:ext>
            </a:extLst>
          </p:cNvPr>
          <p:cNvSpPr/>
          <p:nvPr/>
        </p:nvSpPr>
        <p:spPr>
          <a:xfrm>
            <a:off x="11448683" y="3270367"/>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Lshift</a:t>
            </a:r>
            <a:endParaRPr kumimoji="1" lang="ja-JP" altLang="en-US" sz="1200" dirty="0">
              <a:solidFill>
                <a:schemeClr val="tx1"/>
              </a:solidFill>
            </a:endParaRPr>
          </a:p>
        </p:txBody>
      </p:sp>
      <p:sp>
        <p:nvSpPr>
          <p:cNvPr id="266" name="楕円 265">
            <a:extLst>
              <a:ext uri="{FF2B5EF4-FFF2-40B4-BE49-F238E27FC236}">
                <a16:creationId xmlns:a16="http://schemas.microsoft.com/office/drawing/2014/main" id="{02E40534-1EA4-D31D-38D2-5837C6A40C47}"/>
              </a:ext>
            </a:extLst>
          </p:cNvPr>
          <p:cNvSpPr/>
          <p:nvPr/>
        </p:nvSpPr>
        <p:spPr>
          <a:xfrm>
            <a:off x="11448682" y="452795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267" name="直線矢印コネクタ 266">
            <a:extLst>
              <a:ext uri="{FF2B5EF4-FFF2-40B4-BE49-F238E27FC236}">
                <a16:creationId xmlns:a16="http://schemas.microsoft.com/office/drawing/2014/main" id="{C7A7E649-D82C-6679-CE66-9F1EA0DDCA17}"/>
              </a:ext>
            </a:extLst>
          </p:cNvPr>
          <p:cNvCxnSpPr>
            <a:stCxn id="264" idx="4"/>
            <a:endCxn id="265" idx="0"/>
          </p:cNvCxnSpPr>
          <p:nvPr/>
        </p:nvCxnSpPr>
        <p:spPr>
          <a:xfrm flipH="1">
            <a:off x="11772683" y="2920755"/>
            <a:ext cx="3" cy="349612"/>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8" name="直線矢印コネクタ 267">
            <a:extLst>
              <a:ext uri="{FF2B5EF4-FFF2-40B4-BE49-F238E27FC236}">
                <a16:creationId xmlns:a16="http://schemas.microsoft.com/office/drawing/2014/main" id="{60F12F58-AD3B-7E3A-E277-9B90078567A3}"/>
              </a:ext>
            </a:extLst>
          </p:cNvPr>
          <p:cNvCxnSpPr>
            <a:cxnSpLocks/>
            <a:stCxn id="265" idx="4"/>
            <a:endCxn id="266" idx="0"/>
          </p:cNvCxnSpPr>
          <p:nvPr/>
        </p:nvCxnSpPr>
        <p:spPr>
          <a:xfrm flipH="1">
            <a:off x="11772682" y="3630367"/>
            <a:ext cx="1" cy="897585"/>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9" name="正方形/長方形 268">
            <a:extLst>
              <a:ext uri="{FF2B5EF4-FFF2-40B4-BE49-F238E27FC236}">
                <a16:creationId xmlns:a16="http://schemas.microsoft.com/office/drawing/2014/main" id="{C2131F31-E0AA-CAE9-1A24-491BFB36DCCB}"/>
              </a:ext>
            </a:extLst>
          </p:cNvPr>
          <p:cNvSpPr/>
          <p:nvPr/>
        </p:nvSpPr>
        <p:spPr>
          <a:xfrm>
            <a:off x="11814805" y="3101918"/>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271" name="正方形/長方形 270">
            <a:extLst>
              <a:ext uri="{FF2B5EF4-FFF2-40B4-BE49-F238E27FC236}">
                <a16:creationId xmlns:a16="http://schemas.microsoft.com/office/drawing/2014/main" id="{E0757678-C6F9-2DDA-A266-A8061B4BE59E}"/>
              </a:ext>
            </a:extLst>
          </p:cNvPr>
          <p:cNvSpPr/>
          <p:nvPr/>
        </p:nvSpPr>
        <p:spPr>
          <a:xfrm>
            <a:off x="11868000" y="2447797"/>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b</a:t>
            </a:r>
            <a:r>
              <a:rPr lang="en-US" altLang="ja-JP" sz="1200" baseline="-25000" dirty="0">
                <a:solidFill>
                  <a:schemeClr val="tx1"/>
                </a:solidFill>
              </a:rPr>
              <a:t>13</a:t>
            </a:r>
            <a:endParaRPr kumimoji="1" lang="ja-JP" altLang="en-US" sz="1200" dirty="0">
              <a:solidFill>
                <a:schemeClr val="tx1"/>
              </a:solidFill>
            </a:endParaRPr>
          </a:p>
        </p:txBody>
      </p:sp>
      <p:cxnSp>
        <p:nvCxnSpPr>
          <p:cNvPr id="272" name="コネクタ: カギ線 271">
            <a:extLst>
              <a:ext uri="{FF2B5EF4-FFF2-40B4-BE49-F238E27FC236}">
                <a16:creationId xmlns:a16="http://schemas.microsoft.com/office/drawing/2014/main" id="{0D4161A4-0B71-BA9A-CF60-E7A27EF27662}"/>
              </a:ext>
            </a:extLst>
          </p:cNvPr>
          <p:cNvCxnSpPr>
            <a:cxnSpLocks/>
            <a:stCxn id="44" idx="4"/>
            <a:endCxn id="242" idx="0"/>
          </p:cNvCxnSpPr>
          <p:nvPr/>
        </p:nvCxnSpPr>
        <p:spPr>
          <a:xfrm rot="16200000" flipH="1">
            <a:off x="9867298" y="1506990"/>
            <a:ext cx="378188" cy="1732281"/>
          </a:xfrm>
          <a:prstGeom prst="bentConnector3">
            <a:avLst>
              <a:gd name="adj1" fmla="val 3140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6" name="楕円 315">
            <a:extLst>
              <a:ext uri="{FF2B5EF4-FFF2-40B4-BE49-F238E27FC236}">
                <a16:creationId xmlns:a16="http://schemas.microsoft.com/office/drawing/2014/main" id="{665D087B-EF01-DF94-65EF-95C4F3442609}"/>
              </a:ext>
            </a:extLst>
          </p:cNvPr>
          <p:cNvSpPr/>
          <p:nvPr/>
        </p:nvSpPr>
        <p:spPr>
          <a:xfrm>
            <a:off x="10607299" y="4510372"/>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add</a:t>
            </a:r>
            <a:endParaRPr kumimoji="1" lang="ja-JP" altLang="en-US" sz="1200" dirty="0">
              <a:solidFill>
                <a:schemeClr val="tx1"/>
              </a:solidFill>
            </a:endParaRPr>
          </a:p>
        </p:txBody>
      </p:sp>
      <p:sp>
        <p:nvSpPr>
          <p:cNvPr id="317" name="四角形: 角を丸くする 316">
            <a:extLst>
              <a:ext uri="{FF2B5EF4-FFF2-40B4-BE49-F238E27FC236}">
                <a16:creationId xmlns:a16="http://schemas.microsoft.com/office/drawing/2014/main" id="{3E24B46A-B8C7-0E57-6001-E83FCA7DFBEA}"/>
              </a:ext>
            </a:extLst>
          </p:cNvPr>
          <p:cNvSpPr/>
          <p:nvPr/>
        </p:nvSpPr>
        <p:spPr>
          <a:xfrm>
            <a:off x="11014965" y="3835367"/>
            <a:ext cx="360606" cy="77569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tx1"/>
                </a:solidFill>
              </a:rPr>
              <a:t>①</a:t>
            </a:r>
            <a:endParaRPr kumimoji="1" lang="en-US" altLang="ja-JP" sz="1200" dirty="0">
              <a:solidFill>
                <a:schemeClr val="tx1"/>
              </a:solidFill>
            </a:endParaRPr>
          </a:p>
          <a:p>
            <a:pPr algn="ctr"/>
            <a:r>
              <a:rPr kumimoji="1" lang="ja-JP" altLang="en-US" sz="1200" dirty="0">
                <a:solidFill>
                  <a:schemeClr val="tx1"/>
                </a:solidFill>
              </a:rPr>
              <a:t>入力</a:t>
            </a:r>
            <a:endParaRPr kumimoji="1" lang="en-US" altLang="ja-JP" sz="1200" dirty="0">
              <a:solidFill>
                <a:schemeClr val="tx1"/>
              </a:solidFill>
            </a:endParaRPr>
          </a:p>
          <a:p>
            <a:pPr algn="ctr"/>
            <a:r>
              <a:rPr kumimoji="1" lang="en-US" altLang="ja-JP" sz="1200" dirty="0">
                <a:solidFill>
                  <a:schemeClr val="tx1"/>
                </a:solidFill>
              </a:rPr>
              <a:t>16b’0</a:t>
            </a:r>
          </a:p>
        </p:txBody>
      </p:sp>
      <p:cxnSp>
        <p:nvCxnSpPr>
          <p:cNvPr id="322" name="コネクタ: カギ線 321">
            <a:extLst>
              <a:ext uri="{FF2B5EF4-FFF2-40B4-BE49-F238E27FC236}">
                <a16:creationId xmlns:a16="http://schemas.microsoft.com/office/drawing/2014/main" id="{4A078D43-96BF-5E08-236F-5A309FDFEDEC}"/>
              </a:ext>
            </a:extLst>
          </p:cNvPr>
          <p:cNvCxnSpPr>
            <a:cxnSpLocks/>
            <a:stCxn id="266" idx="4"/>
            <a:endCxn id="317" idx="0"/>
          </p:cNvCxnSpPr>
          <p:nvPr/>
        </p:nvCxnSpPr>
        <p:spPr>
          <a:xfrm rot="5400000" flipH="1">
            <a:off x="10957682" y="4072953"/>
            <a:ext cx="1052585" cy="577414"/>
          </a:xfrm>
          <a:prstGeom prst="bentConnector5">
            <a:avLst>
              <a:gd name="adj1" fmla="val -21718"/>
              <a:gd name="adj2" fmla="val 55482"/>
              <a:gd name="adj3" fmla="val 121718"/>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7" name="楕円 326">
            <a:extLst>
              <a:ext uri="{FF2B5EF4-FFF2-40B4-BE49-F238E27FC236}">
                <a16:creationId xmlns:a16="http://schemas.microsoft.com/office/drawing/2014/main" id="{EA2ECF93-3E49-B7A3-5A0D-E34D60A2B9E6}"/>
              </a:ext>
            </a:extLst>
          </p:cNvPr>
          <p:cNvSpPr/>
          <p:nvPr/>
        </p:nvSpPr>
        <p:spPr>
          <a:xfrm>
            <a:off x="10598529" y="5222699"/>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err="1">
                <a:solidFill>
                  <a:schemeClr val="tx1"/>
                </a:solidFill>
              </a:rPr>
              <a:t>addgen</a:t>
            </a:r>
            <a:endParaRPr kumimoji="1" lang="ja-JP" altLang="en-US" sz="1200" dirty="0">
              <a:solidFill>
                <a:schemeClr val="tx1"/>
              </a:solidFill>
            </a:endParaRPr>
          </a:p>
        </p:txBody>
      </p:sp>
      <p:cxnSp>
        <p:nvCxnSpPr>
          <p:cNvPr id="328" name="直線矢印コネクタ 327">
            <a:extLst>
              <a:ext uri="{FF2B5EF4-FFF2-40B4-BE49-F238E27FC236}">
                <a16:creationId xmlns:a16="http://schemas.microsoft.com/office/drawing/2014/main" id="{7AD5D731-4347-EABA-231B-238867B2973A}"/>
              </a:ext>
            </a:extLst>
          </p:cNvPr>
          <p:cNvCxnSpPr>
            <a:cxnSpLocks/>
            <a:stCxn id="316" idx="4"/>
            <a:endCxn id="327" idx="0"/>
          </p:cNvCxnSpPr>
          <p:nvPr/>
        </p:nvCxnSpPr>
        <p:spPr>
          <a:xfrm flipH="1">
            <a:off x="10922529" y="4870372"/>
            <a:ext cx="8770" cy="352327"/>
          </a:xfrm>
          <a:prstGeom prst="straightConnector1">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9" name="正方形/長方形 328">
            <a:extLst>
              <a:ext uri="{FF2B5EF4-FFF2-40B4-BE49-F238E27FC236}">
                <a16:creationId xmlns:a16="http://schemas.microsoft.com/office/drawing/2014/main" id="{3163F1B2-CAF9-8E16-E9E2-A14086303F10}"/>
              </a:ext>
            </a:extLst>
          </p:cNvPr>
          <p:cNvSpPr/>
          <p:nvPr/>
        </p:nvSpPr>
        <p:spPr>
          <a:xfrm>
            <a:off x="10998069" y="5082040"/>
            <a:ext cx="252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1</a:t>
            </a:r>
            <a:endParaRPr kumimoji="1" lang="ja-JP" altLang="en-US" sz="1200" dirty="0">
              <a:solidFill>
                <a:schemeClr val="tx1"/>
              </a:solidFill>
            </a:endParaRPr>
          </a:p>
        </p:txBody>
      </p:sp>
      <p:sp>
        <p:nvSpPr>
          <p:cNvPr id="330" name="四角形: 角を丸くする 329">
            <a:extLst>
              <a:ext uri="{FF2B5EF4-FFF2-40B4-BE49-F238E27FC236}">
                <a16:creationId xmlns:a16="http://schemas.microsoft.com/office/drawing/2014/main" id="{29EDAA33-DFC7-8469-17B5-D1E8FD99BF51}"/>
              </a:ext>
            </a:extLst>
          </p:cNvPr>
          <p:cNvSpPr/>
          <p:nvPr/>
        </p:nvSpPr>
        <p:spPr>
          <a:xfrm>
            <a:off x="10750312" y="5671474"/>
            <a:ext cx="360000" cy="360000"/>
          </a:xfrm>
          <a:prstGeom prst="roundRect">
            <a:avLst/>
          </a:prstGeom>
          <a:solidFill>
            <a:schemeClr val="accent6">
              <a:lumMod val="20000"/>
              <a:lumOff val="80000"/>
            </a:schemeClr>
          </a:solidFill>
          <a:ln w="1905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200" dirty="0">
                <a:solidFill>
                  <a:schemeClr val="tx1"/>
                </a:solidFill>
              </a:rPr>
              <a:t>②～</a:t>
            </a:r>
            <a:endParaRPr kumimoji="1" lang="en-US" altLang="ja-JP" sz="1200" dirty="0">
              <a:solidFill>
                <a:schemeClr val="tx1"/>
              </a:solidFill>
            </a:endParaRPr>
          </a:p>
        </p:txBody>
      </p:sp>
      <p:sp>
        <p:nvSpPr>
          <p:cNvPr id="52" name="楕円 51">
            <a:extLst>
              <a:ext uri="{FF2B5EF4-FFF2-40B4-BE49-F238E27FC236}">
                <a16:creationId xmlns:a16="http://schemas.microsoft.com/office/drawing/2014/main" id="{D2AED49B-307E-8EA7-A657-A279B6E67817}"/>
              </a:ext>
            </a:extLst>
          </p:cNvPr>
          <p:cNvSpPr/>
          <p:nvPr/>
        </p:nvSpPr>
        <p:spPr>
          <a:xfrm>
            <a:off x="678846" y="1134190"/>
            <a:ext cx="648000" cy="360000"/>
          </a:xfrm>
          <a:prstGeom prst="ellipse">
            <a:avLst/>
          </a:prstGeom>
          <a:solidFill>
            <a:schemeClr val="accent4">
              <a:lumMod val="20000"/>
              <a:lumOff val="8000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dirty="0">
                <a:solidFill>
                  <a:schemeClr val="tx1"/>
                </a:solidFill>
              </a:rPr>
              <a:t>copy</a:t>
            </a:r>
            <a:endParaRPr kumimoji="1" lang="ja-JP" altLang="en-US" sz="1200" dirty="0">
              <a:solidFill>
                <a:schemeClr val="tx1"/>
              </a:solidFill>
            </a:endParaRPr>
          </a:p>
        </p:txBody>
      </p:sp>
      <p:sp>
        <p:nvSpPr>
          <p:cNvPr id="54" name="正方形/長方形 53">
            <a:extLst>
              <a:ext uri="{FF2B5EF4-FFF2-40B4-BE49-F238E27FC236}">
                <a16:creationId xmlns:a16="http://schemas.microsoft.com/office/drawing/2014/main" id="{9F618499-BC82-F134-08D4-C1860FA3A1F1}"/>
              </a:ext>
            </a:extLst>
          </p:cNvPr>
          <p:cNvSpPr/>
          <p:nvPr/>
        </p:nvSpPr>
        <p:spPr>
          <a:xfrm>
            <a:off x="1232978" y="1054713"/>
            <a:ext cx="324000" cy="252000"/>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ja-JP" sz="1200" dirty="0">
                <a:solidFill>
                  <a:schemeClr val="tx1"/>
                </a:solidFill>
              </a:rPr>
              <a:t>0</a:t>
            </a:r>
            <a:endParaRPr lang="ja-JP" altLang="en-US" sz="1200" dirty="0">
              <a:solidFill>
                <a:schemeClr val="tx1"/>
              </a:solidFill>
            </a:endParaRPr>
          </a:p>
        </p:txBody>
      </p:sp>
      <p:cxnSp>
        <p:nvCxnSpPr>
          <p:cNvPr id="56" name="直線矢印コネクタ 55">
            <a:extLst>
              <a:ext uri="{FF2B5EF4-FFF2-40B4-BE49-F238E27FC236}">
                <a16:creationId xmlns:a16="http://schemas.microsoft.com/office/drawing/2014/main" id="{CA0B38B5-04F3-2BC7-955D-34B722508D33}"/>
              </a:ext>
            </a:extLst>
          </p:cNvPr>
          <p:cNvCxnSpPr>
            <a:cxnSpLocks/>
            <a:stCxn id="361" idx="1"/>
            <a:endCxn id="52" idx="0"/>
          </p:cNvCxnSpPr>
          <p:nvPr/>
        </p:nvCxnSpPr>
        <p:spPr>
          <a:xfrm rot="10800000">
            <a:off x="1002846" y="1134191"/>
            <a:ext cx="1372578" cy="15295"/>
          </a:xfrm>
          <a:prstGeom prst="bentConnector4">
            <a:avLst>
              <a:gd name="adj1" fmla="val 38197"/>
              <a:gd name="adj2" fmla="val 1594606"/>
            </a:avLst>
          </a:prstGeom>
          <a:ln w="1905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日付プレースホルダー 81">
            <a:extLst>
              <a:ext uri="{FF2B5EF4-FFF2-40B4-BE49-F238E27FC236}">
                <a16:creationId xmlns:a16="http://schemas.microsoft.com/office/drawing/2014/main" id="{8AD3A70B-ECB5-A546-5AE1-E26D1B80FAB3}"/>
              </a:ext>
            </a:extLst>
          </p:cNvPr>
          <p:cNvSpPr>
            <a:spLocks noGrp="1"/>
          </p:cNvSpPr>
          <p:nvPr>
            <p:ph type="dt" sz="half" idx="10"/>
          </p:nvPr>
        </p:nvSpPr>
        <p:spPr/>
        <p:txBody>
          <a:bodyPr/>
          <a:lstStyle/>
          <a:p>
            <a:fld id="{8191466C-8D9B-4F35-9041-D93A0F256B64}" type="datetime1">
              <a:rPr kumimoji="1" lang="ja-JP" altLang="en-US" smtClean="0"/>
              <a:t>2026/9/15</a:t>
            </a:fld>
            <a:endParaRPr kumimoji="1" lang="ja-JP" altLang="en-US"/>
          </a:p>
        </p:txBody>
      </p:sp>
      <p:sp>
        <p:nvSpPr>
          <p:cNvPr id="84" name="フッター プレースホルダー 83">
            <a:extLst>
              <a:ext uri="{FF2B5EF4-FFF2-40B4-BE49-F238E27FC236}">
                <a16:creationId xmlns:a16="http://schemas.microsoft.com/office/drawing/2014/main" id="{979CEF6E-8155-67DE-6845-FBBEA84A1685}"/>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86" name="スライド番号プレースホルダー 85">
            <a:extLst>
              <a:ext uri="{FF2B5EF4-FFF2-40B4-BE49-F238E27FC236}">
                <a16:creationId xmlns:a16="http://schemas.microsoft.com/office/drawing/2014/main" id="{73A6D7A2-E827-35C9-CF10-9C7D9A8C4A27}"/>
              </a:ext>
            </a:extLst>
          </p:cNvPr>
          <p:cNvSpPr>
            <a:spLocks noGrp="1"/>
          </p:cNvSpPr>
          <p:nvPr>
            <p:ph type="sldNum" sz="quarter" idx="12"/>
          </p:nvPr>
        </p:nvSpPr>
        <p:spPr/>
        <p:txBody>
          <a:bodyPr/>
          <a:lstStyle/>
          <a:p>
            <a:fld id="{D424D12C-9692-4086-B843-0896D3A9ECC1}" type="slidenum">
              <a:rPr lang="ja-JP" altLang="en-US" smtClean="0"/>
              <a:pPr/>
              <a:t>41</a:t>
            </a:fld>
            <a:endParaRPr lang="ja-JP" altLang="en-US" dirty="0"/>
          </a:p>
        </p:txBody>
      </p:sp>
    </p:spTree>
    <p:extLst>
      <p:ext uri="{BB962C8B-B14F-4D97-AF65-F5344CB8AC3E}">
        <p14:creationId xmlns:p14="http://schemas.microsoft.com/office/powerpoint/2010/main" val="9457912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コンテンツ プレースホルダー 7">
            <a:extLst>
              <a:ext uri="{FF2B5EF4-FFF2-40B4-BE49-F238E27FC236}">
                <a16:creationId xmlns:a16="http://schemas.microsoft.com/office/drawing/2014/main" id="{2995FC3F-3B03-6CB1-BD95-F1E33F68631A}"/>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rcRect t="21383"/>
          <a:stretch/>
        </p:blipFill>
        <p:spPr>
          <a:xfrm>
            <a:off x="224308" y="4393689"/>
            <a:ext cx="11928318" cy="1083852"/>
          </a:xfrm>
          <a:prstGeom prst="rect">
            <a:avLst/>
          </a:prstGeom>
        </p:spPr>
      </p:pic>
      <p:sp>
        <p:nvSpPr>
          <p:cNvPr id="4" name="日付プレースホルダー 3">
            <a:extLst>
              <a:ext uri="{FF2B5EF4-FFF2-40B4-BE49-F238E27FC236}">
                <a16:creationId xmlns:a16="http://schemas.microsoft.com/office/drawing/2014/main" id="{B64E3102-DFE3-1C18-23F2-68363D353E0A}"/>
              </a:ext>
            </a:extLst>
          </p:cNvPr>
          <p:cNvSpPr>
            <a:spLocks noGrp="1"/>
          </p:cNvSpPr>
          <p:nvPr>
            <p:ph type="dt" sz="half" idx="10"/>
          </p:nvPr>
        </p:nvSpPr>
        <p:spPr>
          <a:xfrm>
            <a:off x="838200" y="6356350"/>
            <a:ext cx="2743200" cy="365125"/>
          </a:xfrm>
        </p:spPr>
        <p:txBody>
          <a:bodyPr/>
          <a:lstStyle/>
          <a:p>
            <a:fld id="{D9D1472D-AAB3-4CA2-BC4A-CE05DAD995FB}"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48FF2CCB-77B3-3678-2461-1360A82A1111}"/>
              </a:ext>
            </a:extLst>
          </p:cNvPr>
          <p:cNvSpPr>
            <a:spLocks noGrp="1"/>
          </p:cNvSpPr>
          <p:nvPr>
            <p:ph type="ftr" sz="quarter" idx="11"/>
          </p:nvPr>
        </p:nvSpPr>
        <p:spPr>
          <a:xfrm>
            <a:off x="4038600" y="6356350"/>
            <a:ext cx="4114800" cy="365125"/>
          </a:xfrm>
        </p:spPr>
        <p:txBody>
          <a:body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CB8E73A6-DA1C-5A95-5741-A33BE75BF33E}"/>
              </a:ext>
            </a:extLst>
          </p:cNvPr>
          <p:cNvSpPr>
            <a:spLocks noGrp="1"/>
          </p:cNvSpPr>
          <p:nvPr>
            <p:ph type="sldNum" sz="quarter" idx="12"/>
          </p:nvPr>
        </p:nvSpPr>
        <p:spPr>
          <a:xfrm>
            <a:off x="8610600" y="6356350"/>
            <a:ext cx="2743200" cy="365125"/>
          </a:xfrm>
        </p:spPr>
        <p:txBody>
          <a:bodyPr/>
          <a:lstStyle/>
          <a:p>
            <a:fld id="{273F27D2-06B6-4999-B31F-B875E94682A2}" type="slidenum">
              <a:rPr kumimoji="1" lang="ja-JP" altLang="en-US" smtClean="0"/>
              <a:t>42</a:t>
            </a:fld>
            <a:endParaRPr kumimoji="1" lang="ja-JP" altLang="en-US"/>
          </a:p>
        </p:txBody>
      </p:sp>
      <p:pic>
        <p:nvPicPr>
          <p:cNvPr id="10" name="図 9">
            <a:extLst>
              <a:ext uri="{FF2B5EF4-FFF2-40B4-BE49-F238E27FC236}">
                <a16:creationId xmlns:a16="http://schemas.microsoft.com/office/drawing/2014/main" id="{DD641C0C-5C3B-95EF-68AE-7F5BCA7403E3}"/>
              </a:ext>
            </a:extLst>
          </p:cNvPr>
          <p:cNvPicPr>
            <a:picLocks noChangeAspect="1"/>
          </p:cNvPicPr>
          <p:nvPr/>
        </p:nvPicPr>
        <p:blipFill>
          <a:blip r:embed="rId3">
            <a:extLst>
              <a:ext uri="{28A0092B-C50C-407E-A947-70E740481C1C}">
                <a14:useLocalDpi xmlns:a14="http://schemas.microsoft.com/office/drawing/2010/main" val="0"/>
              </a:ext>
            </a:extLst>
          </a:blip>
          <a:srcRect t="22596"/>
          <a:stretch/>
        </p:blipFill>
        <p:spPr>
          <a:xfrm>
            <a:off x="224307" y="2310777"/>
            <a:ext cx="11928318" cy="1172087"/>
          </a:xfrm>
          <a:prstGeom prst="rect">
            <a:avLst/>
          </a:prstGeom>
        </p:spPr>
      </p:pic>
      <p:sp>
        <p:nvSpPr>
          <p:cNvPr id="11" name="コンテンツ プレースホルダー 2">
            <a:extLst>
              <a:ext uri="{FF2B5EF4-FFF2-40B4-BE49-F238E27FC236}">
                <a16:creationId xmlns:a16="http://schemas.microsoft.com/office/drawing/2014/main" id="{A30DD402-9DC9-EB65-7680-53BF67F0383E}"/>
              </a:ext>
            </a:extLst>
          </p:cNvPr>
          <p:cNvSpPr txBox="1">
            <a:spLocks/>
          </p:cNvSpPr>
          <p:nvPr/>
        </p:nvSpPr>
        <p:spPr>
          <a:xfrm>
            <a:off x="224307" y="1783727"/>
            <a:ext cx="10515600" cy="5270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ü"/>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松坂</a:t>
            </a:r>
            <a:r>
              <a:rPr lang="en-US" altLang="ja-JP" dirty="0"/>
              <a:t>DDP</a:t>
            </a:r>
            <a:endParaRPr lang="ja-JP" altLang="en-US" dirty="0"/>
          </a:p>
        </p:txBody>
      </p:sp>
      <p:sp>
        <p:nvSpPr>
          <p:cNvPr id="12" name="コンテンツ プレースホルダー 2">
            <a:extLst>
              <a:ext uri="{FF2B5EF4-FFF2-40B4-BE49-F238E27FC236}">
                <a16:creationId xmlns:a16="http://schemas.microsoft.com/office/drawing/2014/main" id="{FCFC3277-28D6-2B62-81CB-A9C54F01E704}"/>
              </a:ext>
            </a:extLst>
          </p:cNvPr>
          <p:cNvSpPr txBox="1">
            <a:spLocks/>
          </p:cNvSpPr>
          <p:nvPr/>
        </p:nvSpPr>
        <p:spPr>
          <a:xfrm>
            <a:off x="224307" y="3980374"/>
            <a:ext cx="10515600" cy="5270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ü"/>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長崎</a:t>
            </a:r>
            <a:r>
              <a:rPr lang="en-US" altLang="ja-JP" dirty="0"/>
              <a:t>DDP</a:t>
            </a:r>
            <a:endParaRPr lang="ja-JP" altLang="en-US" dirty="0"/>
          </a:p>
        </p:txBody>
      </p:sp>
      <p:sp>
        <p:nvSpPr>
          <p:cNvPr id="13" name="正方形/長方形 12">
            <a:extLst>
              <a:ext uri="{FF2B5EF4-FFF2-40B4-BE49-F238E27FC236}">
                <a16:creationId xmlns:a16="http://schemas.microsoft.com/office/drawing/2014/main" id="{7193DA6D-6E1F-7A72-B5D9-CC9E539C4C7A}"/>
              </a:ext>
            </a:extLst>
          </p:cNvPr>
          <p:cNvSpPr/>
          <p:nvPr/>
        </p:nvSpPr>
        <p:spPr>
          <a:xfrm>
            <a:off x="224307" y="3110129"/>
            <a:ext cx="11928318" cy="22294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5D4531DE-0A94-4CCE-7FED-D23A927B7A3B}"/>
              </a:ext>
            </a:extLst>
          </p:cNvPr>
          <p:cNvSpPr/>
          <p:nvPr/>
        </p:nvSpPr>
        <p:spPr>
          <a:xfrm>
            <a:off x="224307" y="5254596"/>
            <a:ext cx="11928318" cy="22294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049458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927E8D9B-6232-E90A-CAEB-73169205B706}"/>
              </a:ext>
            </a:extLst>
          </p:cNvPr>
          <p:cNvSpPr>
            <a:spLocks noGrp="1"/>
          </p:cNvSpPr>
          <p:nvPr>
            <p:ph type="dt" sz="half" idx="10"/>
          </p:nvPr>
        </p:nvSpPr>
        <p:spPr/>
        <p:txBody>
          <a:bodyPr/>
          <a:lstStyle/>
          <a:p>
            <a:fld id="{0B7F7E44-C0DE-4369-831E-A09DDE33B435}"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E906280B-83F0-E143-A427-8AF45CF518CA}"/>
              </a:ext>
            </a:extLst>
          </p:cNvPr>
          <p:cNvSpPr>
            <a:spLocks noGrp="1"/>
          </p:cNvSpPr>
          <p:nvPr>
            <p:ph type="ftr" sz="quarter" idx="11"/>
          </p:nvPr>
        </p:nvSpPr>
        <p:spPr/>
        <p:txBody>
          <a:bodyPr/>
          <a:lstStyle/>
          <a:p>
            <a:r>
              <a:rPr kumimoji="1" lang="en-US" altLang="ja-JP"/>
              <a:t>B4_Research</a:t>
            </a:r>
            <a:endParaRPr kumimoji="1" lang="ja-JP" altLang="en-US" dirty="0"/>
          </a:p>
        </p:txBody>
      </p:sp>
      <p:sp>
        <p:nvSpPr>
          <p:cNvPr id="6" name="スライド番号プレースホルダー 5">
            <a:extLst>
              <a:ext uri="{FF2B5EF4-FFF2-40B4-BE49-F238E27FC236}">
                <a16:creationId xmlns:a16="http://schemas.microsoft.com/office/drawing/2014/main" id="{C8FD4A09-CE4D-F165-F6FC-6538ADB6D7F1}"/>
              </a:ext>
            </a:extLst>
          </p:cNvPr>
          <p:cNvSpPr>
            <a:spLocks noGrp="1"/>
          </p:cNvSpPr>
          <p:nvPr>
            <p:ph type="sldNum" sz="quarter" idx="12"/>
          </p:nvPr>
        </p:nvSpPr>
        <p:spPr/>
        <p:txBody>
          <a:bodyPr/>
          <a:lstStyle/>
          <a:p>
            <a:fld id="{D424D12C-9692-4086-B843-0896D3A9ECC1}" type="slidenum">
              <a:rPr lang="ja-JP" altLang="en-US" smtClean="0"/>
              <a:pPr/>
              <a:t>43</a:t>
            </a:fld>
            <a:endParaRPr lang="ja-JP" altLang="en-US" dirty="0"/>
          </a:p>
        </p:txBody>
      </p:sp>
      <p:sp>
        <p:nvSpPr>
          <p:cNvPr id="7" name="タイトル 1">
            <a:extLst>
              <a:ext uri="{FF2B5EF4-FFF2-40B4-BE49-F238E27FC236}">
                <a16:creationId xmlns:a16="http://schemas.microsoft.com/office/drawing/2014/main" id="{69D05B65-1544-A215-893A-935044FE61DB}"/>
              </a:ext>
            </a:extLst>
          </p:cNvPr>
          <p:cNvSpPr>
            <a:spLocks noGrp="1"/>
          </p:cNvSpPr>
          <p:nvPr>
            <p:ph type="title"/>
          </p:nvPr>
        </p:nvSpPr>
        <p:spPr>
          <a:xfrm>
            <a:off x="341313" y="136525"/>
            <a:ext cx="11518900" cy="727075"/>
          </a:xfrm>
          <a:prstGeom prst="rect">
            <a:avLst/>
          </a:prstGeom>
        </p:spPr>
        <p:txBody>
          <a:bodyPr/>
          <a:lstStyle/>
          <a:p>
            <a:r>
              <a:rPr kumimoji="1" lang="ja-JP" altLang="en-US" dirty="0"/>
              <a:t>相違点</a:t>
            </a:r>
          </a:p>
        </p:txBody>
      </p:sp>
      <p:sp>
        <p:nvSpPr>
          <p:cNvPr id="8" name="コンテンツ プレースホルダー 2">
            <a:extLst>
              <a:ext uri="{FF2B5EF4-FFF2-40B4-BE49-F238E27FC236}">
                <a16:creationId xmlns:a16="http://schemas.microsoft.com/office/drawing/2014/main" id="{C6DA49B4-FCF2-F3AB-BFF6-EA9269146487}"/>
              </a:ext>
            </a:extLst>
          </p:cNvPr>
          <p:cNvSpPr>
            <a:spLocks noGrp="1"/>
          </p:cNvSpPr>
          <p:nvPr>
            <p:ph idx="1"/>
          </p:nvPr>
        </p:nvSpPr>
        <p:spPr>
          <a:xfrm>
            <a:off x="341313" y="1050925"/>
            <a:ext cx="11518900" cy="5118100"/>
          </a:xfrm>
          <a:prstGeom prst="rect">
            <a:avLst/>
          </a:prstGeom>
        </p:spPr>
        <p:txBody>
          <a:bodyPr/>
          <a:lstStyle/>
          <a:p>
            <a:r>
              <a:rPr kumimoji="1" lang="ja-JP" altLang="en-US" dirty="0"/>
              <a:t>松坂</a:t>
            </a:r>
            <a:r>
              <a:rPr kumimoji="1" lang="en-US" altLang="ja-JP" dirty="0"/>
              <a:t>DDP</a:t>
            </a:r>
          </a:p>
          <a:p>
            <a:pPr lvl="1"/>
            <a:r>
              <a:rPr kumimoji="1" lang="en-US" altLang="ja-JP" dirty="0"/>
              <a:t>ALU</a:t>
            </a:r>
            <a:r>
              <a:rPr kumimoji="1" lang="ja-JP" altLang="en-US" dirty="0"/>
              <a:t>の計算は基本</a:t>
            </a:r>
            <a:r>
              <a:rPr lang="ja-JP" altLang="en-US" dirty="0"/>
              <a:t>符号あり</a:t>
            </a:r>
            <a:endParaRPr lang="en-US" altLang="ja-JP" dirty="0"/>
          </a:p>
          <a:p>
            <a:pPr lvl="1"/>
            <a:r>
              <a:rPr lang="en-US" altLang="ja-JP" dirty="0"/>
              <a:t>MUL</a:t>
            </a:r>
            <a:r>
              <a:rPr lang="ja-JP" altLang="en-US" dirty="0"/>
              <a:t>で</a:t>
            </a:r>
            <a:r>
              <a:rPr lang="en-US" altLang="ja-JP" dirty="0"/>
              <a:t>16bit</a:t>
            </a:r>
            <a:r>
              <a:rPr lang="ja-JP" altLang="en-US" dirty="0"/>
              <a:t>の算術右シフトあり</a:t>
            </a:r>
            <a:endParaRPr lang="en-US" altLang="ja-JP" dirty="0"/>
          </a:p>
          <a:p>
            <a:pPr lvl="1"/>
            <a:endParaRPr kumimoji="1" lang="en-US" altLang="ja-JP" dirty="0"/>
          </a:p>
          <a:p>
            <a:r>
              <a:rPr lang="ja-JP" altLang="en-US" dirty="0"/>
              <a:t>長崎</a:t>
            </a:r>
            <a:r>
              <a:rPr lang="en-US" altLang="ja-JP" dirty="0"/>
              <a:t>DDP</a:t>
            </a:r>
          </a:p>
          <a:p>
            <a:pPr lvl="1"/>
            <a:r>
              <a:rPr kumimoji="1" lang="en-US" altLang="ja-JP" dirty="0"/>
              <a:t>ALU</a:t>
            </a:r>
            <a:r>
              <a:rPr kumimoji="1" lang="ja-JP" altLang="en-US" dirty="0"/>
              <a:t>の計算は基本符号なし</a:t>
            </a:r>
          </a:p>
        </p:txBody>
      </p:sp>
    </p:spTree>
    <p:extLst>
      <p:ext uri="{BB962C8B-B14F-4D97-AF65-F5344CB8AC3E}">
        <p14:creationId xmlns:p14="http://schemas.microsoft.com/office/powerpoint/2010/main" val="23007030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B81498-F185-C41E-C868-82A2B3D60EEC}"/>
              </a:ext>
            </a:extLst>
          </p:cNvPr>
          <p:cNvSpPr>
            <a:spLocks noGrp="1"/>
          </p:cNvSpPr>
          <p:nvPr>
            <p:ph type="title"/>
          </p:nvPr>
        </p:nvSpPr>
        <p:spPr>
          <a:xfrm>
            <a:off x="838200" y="365125"/>
            <a:ext cx="10515600" cy="1325563"/>
          </a:xfrm>
          <a:prstGeom prst="rect">
            <a:avLst/>
          </a:prstGeom>
        </p:spPr>
        <p:txBody>
          <a:bodyPr/>
          <a:lstStyle/>
          <a:p>
            <a:endParaRPr kumimoji="1" lang="ja-JP" altLang="en-US"/>
          </a:p>
        </p:txBody>
      </p:sp>
      <p:sp>
        <p:nvSpPr>
          <p:cNvPr id="4" name="日付プレースホルダー 3">
            <a:extLst>
              <a:ext uri="{FF2B5EF4-FFF2-40B4-BE49-F238E27FC236}">
                <a16:creationId xmlns:a16="http://schemas.microsoft.com/office/drawing/2014/main" id="{DD9FDC06-1962-13B4-AADC-9823ED811C0C}"/>
              </a:ext>
            </a:extLst>
          </p:cNvPr>
          <p:cNvSpPr>
            <a:spLocks noGrp="1"/>
          </p:cNvSpPr>
          <p:nvPr>
            <p:ph type="dt" sz="half" idx="10"/>
          </p:nvPr>
        </p:nvSpPr>
        <p:spPr>
          <a:xfrm>
            <a:off x="838200" y="6356350"/>
            <a:ext cx="2743200" cy="365125"/>
          </a:xfrm>
        </p:spPr>
        <p:txBody>
          <a:bodyPr/>
          <a:lstStyle/>
          <a:p>
            <a:fld id="{7C1547A3-103D-44D6-A8E5-AA2553F50EE3}"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9D7E9A58-4C5C-DFFC-CCF6-7E1931F77F77}"/>
              </a:ext>
            </a:extLst>
          </p:cNvPr>
          <p:cNvSpPr>
            <a:spLocks noGrp="1"/>
          </p:cNvSpPr>
          <p:nvPr>
            <p:ph type="ftr" sz="quarter" idx="11"/>
          </p:nvPr>
        </p:nvSpPr>
        <p:spPr>
          <a:xfrm>
            <a:off x="4038600" y="6356350"/>
            <a:ext cx="4114800" cy="365125"/>
          </a:xfrm>
        </p:spPr>
        <p:txBody>
          <a:body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371A3408-CAE4-447A-C4A8-339D0F68D8C1}"/>
              </a:ext>
            </a:extLst>
          </p:cNvPr>
          <p:cNvSpPr>
            <a:spLocks noGrp="1"/>
          </p:cNvSpPr>
          <p:nvPr>
            <p:ph type="sldNum" sz="quarter" idx="12"/>
          </p:nvPr>
        </p:nvSpPr>
        <p:spPr>
          <a:xfrm>
            <a:off x="8610600" y="6356350"/>
            <a:ext cx="2743200" cy="365125"/>
          </a:xfrm>
        </p:spPr>
        <p:txBody>
          <a:bodyPr/>
          <a:lstStyle/>
          <a:p>
            <a:fld id="{273F27D2-06B6-4999-B31F-B875E94682A2}" type="slidenum">
              <a:rPr kumimoji="1" lang="ja-JP" altLang="en-US" smtClean="0"/>
              <a:t>44</a:t>
            </a:fld>
            <a:endParaRPr kumimoji="1" lang="ja-JP" altLang="en-US"/>
          </a:p>
        </p:txBody>
      </p:sp>
      <p:pic>
        <p:nvPicPr>
          <p:cNvPr id="8" name="図 7">
            <a:extLst>
              <a:ext uri="{FF2B5EF4-FFF2-40B4-BE49-F238E27FC236}">
                <a16:creationId xmlns:a16="http://schemas.microsoft.com/office/drawing/2014/main" id="{1D1CB115-5DCC-47D2-E8E4-E830C6D1B9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545" y="2058090"/>
            <a:ext cx="9916909" cy="1495634"/>
          </a:xfrm>
          <a:prstGeom prst="rect">
            <a:avLst/>
          </a:prstGeom>
        </p:spPr>
      </p:pic>
      <p:pic>
        <p:nvPicPr>
          <p:cNvPr id="10" name="図 9">
            <a:extLst>
              <a:ext uri="{FF2B5EF4-FFF2-40B4-BE49-F238E27FC236}">
                <a16:creationId xmlns:a16="http://schemas.microsoft.com/office/drawing/2014/main" id="{90E13460-19CA-7A7A-20A2-DAE00CEEBA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545" y="4477294"/>
            <a:ext cx="9964541" cy="1476581"/>
          </a:xfrm>
          <a:prstGeom prst="rect">
            <a:avLst/>
          </a:prstGeom>
        </p:spPr>
      </p:pic>
      <p:sp>
        <p:nvSpPr>
          <p:cNvPr id="11" name="矢印: 下 10">
            <a:extLst>
              <a:ext uri="{FF2B5EF4-FFF2-40B4-BE49-F238E27FC236}">
                <a16:creationId xmlns:a16="http://schemas.microsoft.com/office/drawing/2014/main" id="{D012E413-A992-B180-9FD5-193640B95244}"/>
              </a:ext>
            </a:extLst>
          </p:cNvPr>
          <p:cNvSpPr/>
          <p:nvPr/>
        </p:nvSpPr>
        <p:spPr>
          <a:xfrm>
            <a:off x="5679895" y="3674198"/>
            <a:ext cx="832207" cy="69864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90E569FD-C172-F6DE-B4EC-2972A82AE30F}"/>
              </a:ext>
            </a:extLst>
          </p:cNvPr>
          <p:cNvSpPr txBox="1"/>
          <p:nvPr/>
        </p:nvSpPr>
        <p:spPr>
          <a:xfrm>
            <a:off x="970746" y="1719001"/>
            <a:ext cx="1966645" cy="369332"/>
          </a:xfrm>
          <a:prstGeom prst="rect">
            <a:avLst/>
          </a:prstGeom>
          <a:noFill/>
        </p:spPr>
        <p:txBody>
          <a:bodyPr wrap="square" rtlCol="0">
            <a:spAutoFit/>
          </a:bodyPr>
          <a:lstStyle/>
          <a:p>
            <a:r>
              <a:rPr kumimoji="1" lang="ja-JP" altLang="en-US" dirty="0"/>
              <a:t>修正前</a:t>
            </a:r>
          </a:p>
        </p:txBody>
      </p:sp>
      <p:sp>
        <p:nvSpPr>
          <p:cNvPr id="13" name="テキスト ボックス 12">
            <a:extLst>
              <a:ext uri="{FF2B5EF4-FFF2-40B4-BE49-F238E27FC236}">
                <a16:creationId xmlns:a16="http://schemas.microsoft.com/office/drawing/2014/main" id="{92EA8924-B130-74E6-0B87-7275BA09A768}"/>
              </a:ext>
            </a:extLst>
          </p:cNvPr>
          <p:cNvSpPr txBox="1"/>
          <p:nvPr/>
        </p:nvSpPr>
        <p:spPr>
          <a:xfrm>
            <a:off x="970745" y="4107962"/>
            <a:ext cx="1966645" cy="369332"/>
          </a:xfrm>
          <a:prstGeom prst="rect">
            <a:avLst/>
          </a:prstGeom>
          <a:noFill/>
        </p:spPr>
        <p:txBody>
          <a:bodyPr wrap="square" rtlCol="0">
            <a:spAutoFit/>
          </a:bodyPr>
          <a:lstStyle/>
          <a:p>
            <a:r>
              <a:rPr kumimoji="1" lang="ja-JP" altLang="en-US" dirty="0"/>
              <a:t>修正後</a:t>
            </a:r>
          </a:p>
        </p:txBody>
      </p:sp>
    </p:spTree>
    <p:extLst>
      <p:ext uri="{BB962C8B-B14F-4D97-AF65-F5344CB8AC3E}">
        <p14:creationId xmlns:p14="http://schemas.microsoft.com/office/powerpoint/2010/main" val="36850093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32086DD-212B-3D82-0384-0942F346DF10}"/>
              </a:ext>
            </a:extLst>
          </p:cNvPr>
          <p:cNvSpPr>
            <a:spLocks noGrp="1"/>
          </p:cNvSpPr>
          <p:nvPr>
            <p:ph type="dt" sz="half" idx="10"/>
          </p:nvPr>
        </p:nvSpPr>
        <p:spPr/>
        <p:txBody>
          <a:bodyPr/>
          <a:lstStyle/>
          <a:p>
            <a:fld id="{C709C414-FD45-42DF-81C1-76F412F335B7}" type="datetime1">
              <a:rPr kumimoji="1" lang="ja-JP" altLang="en-US" smtClean="0"/>
              <a:t>2026/9/15</a:t>
            </a:fld>
            <a:endParaRPr kumimoji="1" lang="ja-JP" altLang="en-US"/>
          </a:p>
        </p:txBody>
      </p:sp>
      <p:sp>
        <p:nvSpPr>
          <p:cNvPr id="3" name="フッター プレースホルダー 2">
            <a:extLst>
              <a:ext uri="{FF2B5EF4-FFF2-40B4-BE49-F238E27FC236}">
                <a16:creationId xmlns:a16="http://schemas.microsoft.com/office/drawing/2014/main" id="{D5B8A2B4-B394-79B9-6E96-AF3F80C17499}"/>
              </a:ext>
            </a:extLst>
          </p:cNvPr>
          <p:cNvSpPr>
            <a:spLocks noGrp="1"/>
          </p:cNvSpPr>
          <p:nvPr>
            <p:ph type="ftr" sz="quarter" idx="11"/>
          </p:nvPr>
        </p:nvSpPr>
        <p:spPr/>
        <p:txBody>
          <a:bodyPr/>
          <a:lstStyle/>
          <a:p>
            <a:r>
              <a:rPr kumimoji="1" lang="en-US" altLang="ja-JP"/>
              <a:t>B4_Research</a:t>
            </a:r>
            <a:endParaRPr kumimoji="1" lang="ja-JP" altLang="en-US"/>
          </a:p>
        </p:txBody>
      </p:sp>
      <p:sp>
        <p:nvSpPr>
          <p:cNvPr id="4" name="スライド番号プレースホルダー 3">
            <a:extLst>
              <a:ext uri="{FF2B5EF4-FFF2-40B4-BE49-F238E27FC236}">
                <a16:creationId xmlns:a16="http://schemas.microsoft.com/office/drawing/2014/main" id="{73EFEC36-F05A-6165-D850-4F0277357008}"/>
              </a:ext>
            </a:extLst>
          </p:cNvPr>
          <p:cNvSpPr>
            <a:spLocks noGrp="1"/>
          </p:cNvSpPr>
          <p:nvPr>
            <p:ph type="sldNum" sz="quarter" idx="12"/>
          </p:nvPr>
        </p:nvSpPr>
        <p:spPr/>
        <p:txBody>
          <a:bodyPr/>
          <a:lstStyle/>
          <a:p>
            <a:fld id="{273F27D2-06B6-4999-B31F-B875E94682A2}" type="slidenum">
              <a:rPr kumimoji="1" lang="ja-JP" altLang="en-US" smtClean="0"/>
              <a:t>45</a:t>
            </a:fld>
            <a:endParaRPr kumimoji="1" lang="ja-JP" altLang="en-US"/>
          </a:p>
        </p:txBody>
      </p:sp>
      <p:sp>
        <p:nvSpPr>
          <p:cNvPr id="5" name="日付プレースホルダー 3">
            <a:extLst>
              <a:ext uri="{FF2B5EF4-FFF2-40B4-BE49-F238E27FC236}">
                <a16:creationId xmlns:a16="http://schemas.microsoft.com/office/drawing/2014/main" id="{EEF37B85-9D40-CB25-F9FE-DF3E54F28495}"/>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ja-JP"/>
            </a:defPPr>
            <a:lvl1pPr marL="0" algn="l"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AFD69678-CCAB-4183-808F-40D341CCF7A4}" type="datetime1">
              <a:rPr lang="ja-JP" altLang="en-US" smtClean="0"/>
              <a:pPr/>
              <a:t>2026/9/15</a:t>
            </a:fld>
            <a:endParaRPr lang="ja-JP" altLang="en-US"/>
          </a:p>
        </p:txBody>
      </p:sp>
      <p:sp>
        <p:nvSpPr>
          <p:cNvPr id="6" name="フッター プレースホルダー 4">
            <a:extLst>
              <a:ext uri="{FF2B5EF4-FFF2-40B4-BE49-F238E27FC236}">
                <a16:creationId xmlns:a16="http://schemas.microsoft.com/office/drawing/2014/main" id="{DAAD2736-2F5C-A5B2-1311-55EC5AEC589C}"/>
              </a:ext>
            </a:extLst>
          </p:cNvPr>
          <p:cNvSpPr txBox="1">
            <a:spLocks/>
          </p:cNvSpPr>
          <p:nvPr/>
        </p:nvSpPr>
        <p:spPr>
          <a:xfrm>
            <a:off x="4038600" y="6356350"/>
            <a:ext cx="4114800" cy="365125"/>
          </a:xfrm>
          <a:prstGeom prst="rect">
            <a:avLst/>
          </a:prstGeom>
        </p:spPr>
        <p:txBody>
          <a:bodyPr vert="horz" lIns="91440" tIns="45720" rIns="91440" bIns="45720" rtlCol="0" anchor="ctr"/>
          <a:lstStyle>
            <a:defPPr>
              <a:defRPr lang="ja-JP"/>
            </a:defPPr>
            <a:lvl1pPr marL="0" algn="ct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a:t>B4_Research</a:t>
            </a:r>
            <a:endParaRPr lang="ja-JP" altLang="en-US"/>
          </a:p>
        </p:txBody>
      </p:sp>
      <p:sp>
        <p:nvSpPr>
          <p:cNvPr id="7" name="スライド番号プレースホルダー 5">
            <a:extLst>
              <a:ext uri="{FF2B5EF4-FFF2-40B4-BE49-F238E27FC236}">
                <a16:creationId xmlns:a16="http://schemas.microsoft.com/office/drawing/2014/main" id="{7D452A62-56EE-E302-6D7C-AB53770E6E55}"/>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273F27D2-06B6-4999-B31F-B875E94682A2}" type="slidenum">
              <a:rPr lang="ja-JP" altLang="en-US" smtClean="0"/>
              <a:pPr/>
              <a:t>45</a:t>
            </a:fld>
            <a:endParaRPr lang="ja-JP" altLang="en-US"/>
          </a:p>
        </p:txBody>
      </p:sp>
      <p:pic>
        <p:nvPicPr>
          <p:cNvPr id="8" name="図 7">
            <a:extLst>
              <a:ext uri="{FF2B5EF4-FFF2-40B4-BE49-F238E27FC236}">
                <a16:creationId xmlns:a16="http://schemas.microsoft.com/office/drawing/2014/main" id="{6ABC5939-BA06-1EAB-19BB-2497D10BAC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545" y="1344098"/>
            <a:ext cx="11098174" cy="1971950"/>
          </a:xfrm>
          <a:prstGeom prst="rect">
            <a:avLst/>
          </a:prstGeom>
        </p:spPr>
      </p:pic>
      <p:pic>
        <p:nvPicPr>
          <p:cNvPr id="9" name="図 8">
            <a:extLst>
              <a:ext uri="{FF2B5EF4-FFF2-40B4-BE49-F238E27FC236}">
                <a16:creationId xmlns:a16="http://schemas.microsoft.com/office/drawing/2014/main" id="{21BF71E7-A3B4-7ADA-283B-2E8F645A33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545" y="4084731"/>
            <a:ext cx="11164858" cy="1952898"/>
          </a:xfrm>
          <a:prstGeom prst="rect">
            <a:avLst/>
          </a:prstGeom>
        </p:spPr>
      </p:pic>
      <p:sp>
        <p:nvSpPr>
          <p:cNvPr id="10" name="コンテンツ プレースホルダー 2">
            <a:extLst>
              <a:ext uri="{FF2B5EF4-FFF2-40B4-BE49-F238E27FC236}">
                <a16:creationId xmlns:a16="http://schemas.microsoft.com/office/drawing/2014/main" id="{80928702-C1B8-31A7-04F5-47D6F736A161}"/>
              </a:ext>
            </a:extLst>
          </p:cNvPr>
          <p:cNvSpPr txBox="1">
            <a:spLocks/>
          </p:cNvSpPr>
          <p:nvPr/>
        </p:nvSpPr>
        <p:spPr>
          <a:xfrm>
            <a:off x="413545" y="871165"/>
            <a:ext cx="10515600" cy="5270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ü"/>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松坂</a:t>
            </a:r>
            <a:r>
              <a:rPr lang="en-US" altLang="ja-JP" dirty="0"/>
              <a:t>DDP</a:t>
            </a:r>
            <a:endParaRPr lang="ja-JP" altLang="en-US" dirty="0"/>
          </a:p>
        </p:txBody>
      </p:sp>
      <p:sp>
        <p:nvSpPr>
          <p:cNvPr id="11" name="コンテンツ プレースホルダー 2">
            <a:extLst>
              <a:ext uri="{FF2B5EF4-FFF2-40B4-BE49-F238E27FC236}">
                <a16:creationId xmlns:a16="http://schemas.microsoft.com/office/drawing/2014/main" id="{33B87CFC-1A57-AE11-2509-B8CC1BC3B06E}"/>
              </a:ext>
            </a:extLst>
          </p:cNvPr>
          <p:cNvSpPr txBox="1">
            <a:spLocks/>
          </p:cNvSpPr>
          <p:nvPr/>
        </p:nvSpPr>
        <p:spPr>
          <a:xfrm>
            <a:off x="413545" y="3634768"/>
            <a:ext cx="10515600" cy="5270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ü"/>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長崎</a:t>
            </a:r>
            <a:r>
              <a:rPr lang="en-US" altLang="ja-JP" dirty="0"/>
              <a:t>DDP</a:t>
            </a:r>
            <a:endParaRPr lang="ja-JP" altLang="en-US" dirty="0"/>
          </a:p>
        </p:txBody>
      </p:sp>
      <p:sp>
        <p:nvSpPr>
          <p:cNvPr id="12" name="テキスト ボックス 11">
            <a:extLst>
              <a:ext uri="{FF2B5EF4-FFF2-40B4-BE49-F238E27FC236}">
                <a16:creationId xmlns:a16="http://schemas.microsoft.com/office/drawing/2014/main" id="{053E362A-E31F-351A-8218-79468E46336F}"/>
              </a:ext>
            </a:extLst>
          </p:cNvPr>
          <p:cNvSpPr txBox="1"/>
          <p:nvPr/>
        </p:nvSpPr>
        <p:spPr>
          <a:xfrm>
            <a:off x="413545" y="153243"/>
            <a:ext cx="9840084" cy="523220"/>
          </a:xfrm>
          <a:prstGeom prst="rect">
            <a:avLst/>
          </a:prstGeom>
          <a:noFill/>
        </p:spPr>
        <p:txBody>
          <a:bodyPr wrap="square" rtlCol="0">
            <a:spAutoFit/>
          </a:bodyPr>
          <a:lstStyle/>
          <a:p>
            <a:r>
              <a:rPr kumimoji="1" lang="en-US" altLang="ja-JP" sz="2800" dirty="0">
                <a:latin typeface="+mj-lt"/>
              </a:rPr>
              <a:t>PACKET_OUT</a:t>
            </a:r>
            <a:r>
              <a:rPr kumimoji="1" lang="ja-JP" altLang="en-US" sz="2800" dirty="0">
                <a:latin typeface="+mj-lt"/>
              </a:rPr>
              <a:t>の比較</a:t>
            </a:r>
          </a:p>
        </p:txBody>
      </p:sp>
    </p:spTree>
    <p:extLst>
      <p:ext uri="{BB962C8B-B14F-4D97-AF65-F5344CB8AC3E}">
        <p14:creationId xmlns:p14="http://schemas.microsoft.com/office/powerpoint/2010/main" val="38613507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AF4104C-2B1B-2077-1576-EC833E5B47E0}"/>
              </a:ext>
            </a:extLst>
          </p:cNvPr>
          <p:cNvSpPr>
            <a:spLocks noGrp="1"/>
          </p:cNvSpPr>
          <p:nvPr>
            <p:ph type="dt" sz="half" idx="10"/>
          </p:nvPr>
        </p:nvSpPr>
        <p:spPr/>
        <p:txBody>
          <a:bodyPr/>
          <a:lstStyle/>
          <a:p>
            <a:fld id="{CD6D9B42-B917-44AF-9C60-26856E9B8105}" type="datetime1">
              <a:rPr kumimoji="1" lang="ja-JP" altLang="en-US" smtClean="0"/>
              <a:t>2026/9/15</a:t>
            </a:fld>
            <a:endParaRPr kumimoji="1" lang="ja-JP" altLang="en-US"/>
          </a:p>
        </p:txBody>
      </p:sp>
      <p:sp>
        <p:nvSpPr>
          <p:cNvPr id="3" name="フッター プレースホルダー 2">
            <a:extLst>
              <a:ext uri="{FF2B5EF4-FFF2-40B4-BE49-F238E27FC236}">
                <a16:creationId xmlns:a16="http://schemas.microsoft.com/office/drawing/2014/main" id="{67361919-9451-5C01-F66F-FB1BD64B9B30}"/>
              </a:ext>
            </a:extLst>
          </p:cNvPr>
          <p:cNvSpPr>
            <a:spLocks noGrp="1"/>
          </p:cNvSpPr>
          <p:nvPr>
            <p:ph type="ftr" sz="quarter" idx="11"/>
          </p:nvPr>
        </p:nvSpPr>
        <p:spPr/>
        <p:txBody>
          <a:bodyPr/>
          <a:lstStyle/>
          <a:p>
            <a:r>
              <a:rPr kumimoji="1" lang="en-US" altLang="ja-JP"/>
              <a:t>B4_Research</a:t>
            </a:r>
            <a:endParaRPr kumimoji="1" lang="ja-JP" altLang="en-US"/>
          </a:p>
        </p:txBody>
      </p:sp>
      <p:sp>
        <p:nvSpPr>
          <p:cNvPr id="4" name="スライド番号プレースホルダー 3">
            <a:extLst>
              <a:ext uri="{FF2B5EF4-FFF2-40B4-BE49-F238E27FC236}">
                <a16:creationId xmlns:a16="http://schemas.microsoft.com/office/drawing/2014/main" id="{19B4982E-2E02-ECC3-973A-E1C4804F4E36}"/>
              </a:ext>
            </a:extLst>
          </p:cNvPr>
          <p:cNvSpPr>
            <a:spLocks noGrp="1"/>
          </p:cNvSpPr>
          <p:nvPr>
            <p:ph type="sldNum" sz="quarter" idx="12"/>
          </p:nvPr>
        </p:nvSpPr>
        <p:spPr/>
        <p:txBody>
          <a:bodyPr/>
          <a:lstStyle/>
          <a:p>
            <a:fld id="{273F27D2-06B6-4999-B31F-B875E94682A2}" type="slidenum">
              <a:rPr kumimoji="1" lang="ja-JP" altLang="en-US" smtClean="0"/>
              <a:t>46</a:t>
            </a:fld>
            <a:endParaRPr kumimoji="1" lang="ja-JP" altLang="en-US"/>
          </a:p>
        </p:txBody>
      </p:sp>
      <p:sp>
        <p:nvSpPr>
          <p:cNvPr id="5" name="コンテンツ プレースホルダー 2">
            <a:extLst>
              <a:ext uri="{FF2B5EF4-FFF2-40B4-BE49-F238E27FC236}">
                <a16:creationId xmlns:a16="http://schemas.microsoft.com/office/drawing/2014/main" id="{5EC59785-B80E-7C8A-63B3-6562ED76B84C}"/>
              </a:ext>
            </a:extLst>
          </p:cNvPr>
          <p:cNvSpPr txBox="1">
            <a:spLocks/>
          </p:cNvSpPr>
          <p:nvPr/>
        </p:nvSpPr>
        <p:spPr>
          <a:xfrm>
            <a:off x="365912" y="1402058"/>
            <a:ext cx="10515600" cy="5270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ü"/>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松坂</a:t>
            </a:r>
            <a:r>
              <a:rPr lang="en-US" altLang="ja-JP" dirty="0"/>
              <a:t>DDP</a:t>
            </a:r>
            <a:endParaRPr lang="ja-JP" altLang="en-US" dirty="0"/>
          </a:p>
        </p:txBody>
      </p:sp>
      <p:sp>
        <p:nvSpPr>
          <p:cNvPr id="6" name="コンテンツ プレースホルダー 2">
            <a:extLst>
              <a:ext uri="{FF2B5EF4-FFF2-40B4-BE49-F238E27FC236}">
                <a16:creationId xmlns:a16="http://schemas.microsoft.com/office/drawing/2014/main" id="{405DBBEF-9FF4-6600-10B4-6AD39D4EE82D}"/>
              </a:ext>
            </a:extLst>
          </p:cNvPr>
          <p:cNvSpPr txBox="1">
            <a:spLocks/>
          </p:cNvSpPr>
          <p:nvPr/>
        </p:nvSpPr>
        <p:spPr>
          <a:xfrm>
            <a:off x="413545" y="4053937"/>
            <a:ext cx="10515600" cy="5270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ü"/>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長崎</a:t>
            </a:r>
            <a:r>
              <a:rPr lang="en-US" altLang="ja-JP" dirty="0"/>
              <a:t>DDP</a:t>
            </a:r>
            <a:endParaRPr lang="ja-JP" altLang="en-US" dirty="0"/>
          </a:p>
        </p:txBody>
      </p:sp>
      <p:pic>
        <p:nvPicPr>
          <p:cNvPr id="7" name="図 6">
            <a:extLst>
              <a:ext uri="{FF2B5EF4-FFF2-40B4-BE49-F238E27FC236}">
                <a16:creationId xmlns:a16="http://schemas.microsoft.com/office/drawing/2014/main" id="{6564A49A-2E52-44B4-4071-8B0E329A50CE}"/>
              </a:ext>
            </a:extLst>
          </p:cNvPr>
          <p:cNvPicPr>
            <a:picLocks noChangeAspect="1"/>
          </p:cNvPicPr>
          <p:nvPr/>
        </p:nvPicPr>
        <p:blipFill>
          <a:blip r:embed="rId2">
            <a:extLst>
              <a:ext uri="{28A0092B-C50C-407E-A947-70E740481C1C}">
                <a14:useLocalDpi xmlns:a14="http://schemas.microsoft.com/office/drawing/2010/main" val="0"/>
              </a:ext>
            </a:extLst>
          </a:blip>
          <a:srcRect b="36783"/>
          <a:stretch/>
        </p:blipFill>
        <p:spPr>
          <a:xfrm>
            <a:off x="670752" y="4580987"/>
            <a:ext cx="10945753" cy="1511575"/>
          </a:xfrm>
          <a:prstGeom prst="rect">
            <a:avLst/>
          </a:prstGeom>
        </p:spPr>
      </p:pic>
      <p:pic>
        <p:nvPicPr>
          <p:cNvPr id="8" name="図 7">
            <a:extLst>
              <a:ext uri="{FF2B5EF4-FFF2-40B4-BE49-F238E27FC236}">
                <a16:creationId xmlns:a16="http://schemas.microsoft.com/office/drawing/2014/main" id="{78023439-66FA-F7D2-501A-662F995EE558}"/>
              </a:ext>
            </a:extLst>
          </p:cNvPr>
          <p:cNvPicPr>
            <a:picLocks noChangeAspect="1"/>
          </p:cNvPicPr>
          <p:nvPr/>
        </p:nvPicPr>
        <p:blipFill>
          <a:blip r:embed="rId3">
            <a:extLst>
              <a:ext uri="{28A0092B-C50C-407E-A947-70E740481C1C}">
                <a14:useLocalDpi xmlns:a14="http://schemas.microsoft.com/office/drawing/2010/main" val="0"/>
              </a:ext>
            </a:extLst>
          </a:blip>
          <a:srcRect b="37530"/>
          <a:stretch/>
        </p:blipFill>
        <p:spPr>
          <a:xfrm>
            <a:off x="670752" y="1982778"/>
            <a:ext cx="10850489" cy="1511574"/>
          </a:xfrm>
          <a:prstGeom prst="rect">
            <a:avLst/>
          </a:prstGeom>
        </p:spPr>
      </p:pic>
      <p:sp>
        <p:nvSpPr>
          <p:cNvPr id="9" name="正方形/長方形 8">
            <a:extLst>
              <a:ext uri="{FF2B5EF4-FFF2-40B4-BE49-F238E27FC236}">
                <a16:creationId xmlns:a16="http://schemas.microsoft.com/office/drawing/2014/main" id="{9EC5A126-EB0D-8612-E8E3-FF6B27760DC2}"/>
              </a:ext>
            </a:extLst>
          </p:cNvPr>
          <p:cNvSpPr/>
          <p:nvPr/>
        </p:nvSpPr>
        <p:spPr>
          <a:xfrm>
            <a:off x="670752" y="3264767"/>
            <a:ext cx="10802863" cy="24098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5C20752D-2F4C-1290-90C9-B3C8FE946906}"/>
              </a:ext>
            </a:extLst>
          </p:cNvPr>
          <p:cNvSpPr/>
          <p:nvPr/>
        </p:nvSpPr>
        <p:spPr>
          <a:xfrm>
            <a:off x="813642" y="5851576"/>
            <a:ext cx="10802863" cy="24098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CF33F9E9-86A7-9750-5311-0D64A82BC67A}"/>
              </a:ext>
            </a:extLst>
          </p:cNvPr>
          <p:cNvSpPr txBox="1"/>
          <p:nvPr/>
        </p:nvSpPr>
        <p:spPr>
          <a:xfrm>
            <a:off x="413545" y="556954"/>
            <a:ext cx="9840084" cy="523220"/>
          </a:xfrm>
          <a:prstGeom prst="rect">
            <a:avLst/>
          </a:prstGeom>
          <a:noFill/>
        </p:spPr>
        <p:txBody>
          <a:bodyPr wrap="square" rtlCol="0">
            <a:spAutoFit/>
          </a:bodyPr>
          <a:lstStyle/>
          <a:p>
            <a:r>
              <a:rPr kumimoji="1" lang="en-US" altLang="ja-JP" sz="2800" dirty="0">
                <a:latin typeface="+mj-lt"/>
              </a:rPr>
              <a:t>MMRAM</a:t>
            </a:r>
            <a:r>
              <a:rPr kumimoji="1" lang="ja-JP" altLang="en-US" sz="2800" dirty="0">
                <a:latin typeface="+mj-lt"/>
              </a:rPr>
              <a:t>の比較</a:t>
            </a:r>
          </a:p>
        </p:txBody>
      </p:sp>
    </p:spTree>
    <p:extLst>
      <p:ext uri="{BB962C8B-B14F-4D97-AF65-F5344CB8AC3E}">
        <p14:creationId xmlns:p14="http://schemas.microsoft.com/office/powerpoint/2010/main" val="28436250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 name="図 11">
            <a:extLst>
              <a:ext uri="{FF2B5EF4-FFF2-40B4-BE49-F238E27FC236}">
                <a16:creationId xmlns:a16="http://schemas.microsoft.com/office/drawing/2014/main" id="{68C54EE1-BF9F-52C4-3E08-F4B701EB83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18" y="4542610"/>
            <a:ext cx="12008713" cy="1372425"/>
          </a:xfrm>
          <a:prstGeom prst="rect">
            <a:avLst/>
          </a:prstGeom>
        </p:spPr>
      </p:pic>
      <p:pic>
        <p:nvPicPr>
          <p:cNvPr id="14" name="図 13">
            <a:extLst>
              <a:ext uri="{FF2B5EF4-FFF2-40B4-BE49-F238E27FC236}">
                <a16:creationId xmlns:a16="http://schemas.microsoft.com/office/drawing/2014/main" id="{F6E4E3B3-B3EC-04EF-FEB2-4864680E07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9073" y="2123173"/>
            <a:ext cx="11994158" cy="1429459"/>
          </a:xfrm>
          <a:prstGeom prst="rect">
            <a:avLst/>
          </a:prstGeom>
        </p:spPr>
      </p:pic>
      <p:sp>
        <p:nvSpPr>
          <p:cNvPr id="2" name="日付プレースホルダー 1">
            <a:extLst>
              <a:ext uri="{FF2B5EF4-FFF2-40B4-BE49-F238E27FC236}">
                <a16:creationId xmlns:a16="http://schemas.microsoft.com/office/drawing/2014/main" id="{D86869D6-09DB-CBF1-2213-223F6408761C}"/>
              </a:ext>
            </a:extLst>
          </p:cNvPr>
          <p:cNvSpPr>
            <a:spLocks noGrp="1"/>
          </p:cNvSpPr>
          <p:nvPr>
            <p:ph type="dt" sz="half" idx="10"/>
          </p:nvPr>
        </p:nvSpPr>
        <p:spPr/>
        <p:txBody>
          <a:bodyPr/>
          <a:lstStyle/>
          <a:p>
            <a:fld id="{D04F9C26-E104-476E-A9AD-010346A2451A}" type="datetime1">
              <a:rPr kumimoji="1" lang="ja-JP" altLang="en-US" smtClean="0"/>
              <a:t>2026/9/15</a:t>
            </a:fld>
            <a:endParaRPr kumimoji="1" lang="ja-JP" altLang="en-US"/>
          </a:p>
        </p:txBody>
      </p:sp>
      <p:sp>
        <p:nvSpPr>
          <p:cNvPr id="3" name="フッター プレースホルダー 2">
            <a:extLst>
              <a:ext uri="{FF2B5EF4-FFF2-40B4-BE49-F238E27FC236}">
                <a16:creationId xmlns:a16="http://schemas.microsoft.com/office/drawing/2014/main" id="{4C4E43DE-5DE6-E2F6-43D5-DC41509E4938}"/>
              </a:ext>
            </a:extLst>
          </p:cNvPr>
          <p:cNvSpPr>
            <a:spLocks noGrp="1"/>
          </p:cNvSpPr>
          <p:nvPr>
            <p:ph type="ftr" sz="quarter" idx="11"/>
          </p:nvPr>
        </p:nvSpPr>
        <p:spPr/>
        <p:txBody>
          <a:bodyPr/>
          <a:lstStyle/>
          <a:p>
            <a:r>
              <a:rPr kumimoji="1" lang="en-US" altLang="ja-JP"/>
              <a:t>B4_Research</a:t>
            </a:r>
            <a:endParaRPr kumimoji="1" lang="ja-JP" altLang="en-US"/>
          </a:p>
        </p:txBody>
      </p:sp>
      <p:sp>
        <p:nvSpPr>
          <p:cNvPr id="4" name="スライド番号プレースホルダー 3">
            <a:extLst>
              <a:ext uri="{FF2B5EF4-FFF2-40B4-BE49-F238E27FC236}">
                <a16:creationId xmlns:a16="http://schemas.microsoft.com/office/drawing/2014/main" id="{AE794C45-3BCB-9584-A67E-C132AFF2B7C0}"/>
              </a:ext>
            </a:extLst>
          </p:cNvPr>
          <p:cNvSpPr>
            <a:spLocks noGrp="1"/>
          </p:cNvSpPr>
          <p:nvPr>
            <p:ph type="sldNum" sz="quarter" idx="12"/>
          </p:nvPr>
        </p:nvSpPr>
        <p:spPr/>
        <p:txBody>
          <a:bodyPr/>
          <a:lstStyle/>
          <a:p>
            <a:fld id="{273F27D2-06B6-4999-B31F-B875E94682A2}" type="slidenum">
              <a:rPr kumimoji="1" lang="ja-JP" altLang="en-US" smtClean="0"/>
              <a:t>47</a:t>
            </a:fld>
            <a:endParaRPr kumimoji="1" lang="ja-JP" altLang="en-US"/>
          </a:p>
        </p:txBody>
      </p:sp>
      <p:sp>
        <p:nvSpPr>
          <p:cNvPr id="5" name="コンテンツ プレースホルダー 2">
            <a:extLst>
              <a:ext uri="{FF2B5EF4-FFF2-40B4-BE49-F238E27FC236}">
                <a16:creationId xmlns:a16="http://schemas.microsoft.com/office/drawing/2014/main" id="{D200C410-5AC2-9D90-CB23-D2149F03CC86}"/>
              </a:ext>
            </a:extLst>
          </p:cNvPr>
          <p:cNvSpPr txBox="1">
            <a:spLocks/>
          </p:cNvSpPr>
          <p:nvPr/>
        </p:nvSpPr>
        <p:spPr>
          <a:xfrm>
            <a:off x="365912" y="1402058"/>
            <a:ext cx="10515600" cy="5270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ü"/>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松坂</a:t>
            </a:r>
            <a:r>
              <a:rPr lang="en-US" altLang="ja-JP" dirty="0"/>
              <a:t>DDP</a:t>
            </a:r>
            <a:endParaRPr lang="ja-JP" altLang="en-US" dirty="0"/>
          </a:p>
        </p:txBody>
      </p:sp>
      <p:sp>
        <p:nvSpPr>
          <p:cNvPr id="6" name="コンテンツ プレースホルダー 2">
            <a:extLst>
              <a:ext uri="{FF2B5EF4-FFF2-40B4-BE49-F238E27FC236}">
                <a16:creationId xmlns:a16="http://schemas.microsoft.com/office/drawing/2014/main" id="{0BB38B2C-9F4F-87A0-EE1B-DC873D1C9902}"/>
              </a:ext>
            </a:extLst>
          </p:cNvPr>
          <p:cNvSpPr txBox="1">
            <a:spLocks/>
          </p:cNvSpPr>
          <p:nvPr/>
        </p:nvSpPr>
        <p:spPr>
          <a:xfrm>
            <a:off x="413545" y="4053937"/>
            <a:ext cx="10515600" cy="5270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ü"/>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長崎</a:t>
            </a:r>
            <a:r>
              <a:rPr lang="en-US" altLang="ja-JP" dirty="0"/>
              <a:t>DDP</a:t>
            </a:r>
            <a:endParaRPr lang="ja-JP" altLang="en-US" dirty="0"/>
          </a:p>
        </p:txBody>
      </p:sp>
      <p:sp>
        <p:nvSpPr>
          <p:cNvPr id="9" name="正方形/長方形 8">
            <a:extLst>
              <a:ext uri="{FF2B5EF4-FFF2-40B4-BE49-F238E27FC236}">
                <a16:creationId xmlns:a16="http://schemas.microsoft.com/office/drawing/2014/main" id="{BD5FD010-854C-595A-57AF-06169DED131C}"/>
              </a:ext>
            </a:extLst>
          </p:cNvPr>
          <p:cNvSpPr/>
          <p:nvPr/>
        </p:nvSpPr>
        <p:spPr>
          <a:xfrm>
            <a:off x="178941" y="2601897"/>
            <a:ext cx="11893986" cy="35327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B13ED1C8-F826-11E9-8360-013B9FCC0657}"/>
              </a:ext>
            </a:extLst>
          </p:cNvPr>
          <p:cNvSpPr/>
          <p:nvPr/>
        </p:nvSpPr>
        <p:spPr>
          <a:xfrm>
            <a:off x="219245" y="5016805"/>
            <a:ext cx="11893986" cy="35327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856206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0F474D-081F-5DB6-359B-62386A2053BA}"/>
              </a:ext>
            </a:extLst>
          </p:cNvPr>
          <p:cNvSpPr>
            <a:spLocks noGrp="1"/>
          </p:cNvSpPr>
          <p:nvPr>
            <p:ph type="title"/>
          </p:nvPr>
        </p:nvSpPr>
        <p:spPr>
          <a:xfrm>
            <a:off x="838200" y="365125"/>
            <a:ext cx="10515600" cy="1325563"/>
          </a:xfrm>
          <a:prstGeom prst="rect">
            <a:avLst/>
          </a:prstGeom>
        </p:spPr>
        <p:txBody>
          <a:bodyPr/>
          <a:lstStyle/>
          <a:p>
            <a:r>
              <a:rPr kumimoji="1" lang="en-US" altLang="ja-JP" dirty="0"/>
              <a:t>DDP_</a:t>
            </a:r>
            <a:r>
              <a:rPr kumimoji="1" lang="ja-JP" altLang="en-US" dirty="0"/>
              <a:t>スーパースカラ構想</a:t>
            </a:r>
          </a:p>
        </p:txBody>
      </p:sp>
      <p:sp>
        <p:nvSpPr>
          <p:cNvPr id="3" name="日付プレースホルダー 2">
            <a:extLst>
              <a:ext uri="{FF2B5EF4-FFF2-40B4-BE49-F238E27FC236}">
                <a16:creationId xmlns:a16="http://schemas.microsoft.com/office/drawing/2014/main" id="{2FBD0D90-8301-4148-DAA3-FC666A2AFCD6}"/>
              </a:ext>
            </a:extLst>
          </p:cNvPr>
          <p:cNvSpPr>
            <a:spLocks noGrp="1"/>
          </p:cNvSpPr>
          <p:nvPr>
            <p:ph type="dt" sz="half" idx="10"/>
          </p:nvPr>
        </p:nvSpPr>
        <p:spPr>
          <a:xfrm>
            <a:off x="838200" y="6356350"/>
            <a:ext cx="2743200" cy="365125"/>
          </a:xfrm>
        </p:spPr>
        <p:txBody>
          <a:bodyPr/>
          <a:lstStyle/>
          <a:p>
            <a:fld id="{FC06F53C-5E15-4DEE-A4D5-E45D4F8698F2}" type="datetime1">
              <a:rPr kumimoji="1" lang="ja-JP" altLang="en-US" smtClean="0"/>
              <a:t>2026/9/15</a:t>
            </a:fld>
            <a:endParaRPr kumimoji="1" lang="ja-JP" altLang="en-US"/>
          </a:p>
        </p:txBody>
      </p:sp>
      <p:sp>
        <p:nvSpPr>
          <p:cNvPr id="4" name="フッター プレースホルダー 3">
            <a:extLst>
              <a:ext uri="{FF2B5EF4-FFF2-40B4-BE49-F238E27FC236}">
                <a16:creationId xmlns:a16="http://schemas.microsoft.com/office/drawing/2014/main" id="{4E015B79-FAB9-5289-438E-97C7A3EA2306}"/>
              </a:ext>
            </a:extLst>
          </p:cNvPr>
          <p:cNvSpPr>
            <a:spLocks noGrp="1"/>
          </p:cNvSpPr>
          <p:nvPr>
            <p:ph type="ftr" sz="quarter" idx="11"/>
          </p:nvPr>
        </p:nvSpPr>
        <p:spPr>
          <a:xfrm>
            <a:off x="4038600" y="6356350"/>
            <a:ext cx="4114800" cy="365125"/>
          </a:xfrm>
        </p:spPr>
        <p:txBody>
          <a:bodyPr/>
          <a:lstStyle/>
          <a:p>
            <a:r>
              <a:rPr kumimoji="1" lang="en-US" altLang="ja-JP"/>
              <a:t>B4_Research</a:t>
            </a:r>
            <a:endParaRPr kumimoji="1" lang="ja-JP" altLang="en-US"/>
          </a:p>
        </p:txBody>
      </p:sp>
      <p:sp>
        <p:nvSpPr>
          <p:cNvPr id="5" name="スライド番号プレースホルダー 4">
            <a:extLst>
              <a:ext uri="{FF2B5EF4-FFF2-40B4-BE49-F238E27FC236}">
                <a16:creationId xmlns:a16="http://schemas.microsoft.com/office/drawing/2014/main" id="{088C1A85-A81B-C8CB-F6FB-5BCEFBDC4F5C}"/>
              </a:ext>
            </a:extLst>
          </p:cNvPr>
          <p:cNvSpPr>
            <a:spLocks noGrp="1"/>
          </p:cNvSpPr>
          <p:nvPr>
            <p:ph type="sldNum" sz="quarter" idx="12"/>
          </p:nvPr>
        </p:nvSpPr>
        <p:spPr>
          <a:xfrm>
            <a:off x="8610600" y="6356350"/>
            <a:ext cx="2743200" cy="365125"/>
          </a:xfrm>
        </p:spPr>
        <p:txBody>
          <a:bodyPr/>
          <a:lstStyle/>
          <a:p>
            <a:fld id="{273F27D2-06B6-4999-B31F-B875E94682A2}" type="slidenum">
              <a:rPr kumimoji="1" lang="ja-JP" altLang="en-US" smtClean="0"/>
              <a:t>48</a:t>
            </a:fld>
            <a:endParaRPr kumimoji="1" lang="ja-JP" altLang="en-US"/>
          </a:p>
        </p:txBody>
      </p:sp>
      <p:pic>
        <p:nvPicPr>
          <p:cNvPr id="7" name="図 6">
            <a:extLst>
              <a:ext uri="{FF2B5EF4-FFF2-40B4-BE49-F238E27FC236}">
                <a16:creationId xmlns:a16="http://schemas.microsoft.com/office/drawing/2014/main" id="{1CC11A0A-2FE9-B945-FFDA-397535937B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1518" y="1765932"/>
            <a:ext cx="8696131" cy="4726943"/>
          </a:xfrm>
          <a:prstGeom prst="rect">
            <a:avLst/>
          </a:prstGeom>
        </p:spPr>
      </p:pic>
    </p:spTree>
    <p:extLst>
      <p:ext uri="{BB962C8B-B14F-4D97-AF65-F5344CB8AC3E}">
        <p14:creationId xmlns:p14="http://schemas.microsoft.com/office/powerpoint/2010/main" val="1243194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9A4D96-3580-5F96-B3E0-D5B8B1E91439}"/>
              </a:ext>
            </a:extLst>
          </p:cNvPr>
          <p:cNvSpPr>
            <a:spLocks noGrp="1"/>
          </p:cNvSpPr>
          <p:nvPr>
            <p:ph type="title"/>
          </p:nvPr>
        </p:nvSpPr>
        <p:spPr>
          <a:xfrm>
            <a:off x="838200" y="365125"/>
            <a:ext cx="10515600" cy="1325563"/>
          </a:xfrm>
          <a:prstGeom prst="rect">
            <a:avLst/>
          </a:prstGeom>
        </p:spPr>
        <p:txBody>
          <a:bodyPr/>
          <a:lstStyle/>
          <a:p>
            <a:r>
              <a:rPr kumimoji="1" lang="ja-JP" altLang="en-US" dirty="0"/>
              <a:t>実行部</a:t>
            </a:r>
          </a:p>
        </p:txBody>
      </p:sp>
      <p:sp>
        <p:nvSpPr>
          <p:cNvPr id="3" name="コンテンツ プレースホルダー 2">
            <a:extLst>
              <a:ext uri="{FF2B5EF4-FFF2-40B4-BE49-F238E27FC236}">
                <a16:creationId xmlns:a16="http://schemas.microsoft.com/office/drawing/2014/main" id="{5606FC72-D7B7-2155-1D9E-1D3D51BBFC17}"/>
              </a:ext>
            </a:extLst>
          </p:cNvPr>
          <p:cNvSpPr>
            <a:spLocks noGrp="1"/>
          </p:cNvSpPr>
          <p:nvPr>
            <p:ph idx="4294967295"/>
          </p:nvPr>
        </p:nvSpPr>
        <p:spPr>
          <a:xfrm>
            <a:off x="838200" y="1825625"/>
            <a:ext cx="10515600" cy="4351338"/>
          </a:xfrm>
          <a:prstGeom prst="rect">
            <a:avLst/>
          </a:prstGeom>
        </p:spPr>
        <p:txBody>
          <a:bodyPr/>
          <a:lstStyle/>
          <a:p>
            <a:endParaRPr kumimoji="1" lang="ja-JP" altLang="en-US" dirty="0"/>
          </a:p>
        </p:txBody>
      </p:sp>
      <p:sp>
        <p:nvSpPr>
          <p:cNvPr id="4" name="日付プレースホルダー 3">
            <a:extLst>
              <a:ext uri="{FF2B5EF4-FFF2-40B4-BE49-F238E27FC236}">
                <a16:creationId xmlns:a16="http://schemas.microsoft.com/office/drawing/2014/main" id="{13DB801B-AC5F-7761-CD19-B35F87BFFDE8}"/>
              </a:ext>
            </a:extLst>
          </p:cNvPr>
          <p:cNvSpPr>
            <a:spLocks noGrp="1"/>
          </p:cNvSpPr>
          <p:nvPr>
            <p:ph type="dt" sz="half" idx="10"/>
          </p:nvPr>
        </p:nvSpPr>
        <p:spPr>
          <a:xfrm>
            <a:off x="838200" y="6356350"/>
            <a:ext cx="2743200" cy="365125"/>
          </a:xfrm>
        </p:spPr>
        <p:txBody>
          <a:bodyPr/>
          <a:lstStyle/>
          <a:p>
            <a:fld id="{029413BD-C161-4111-A7E8-5F27B233C3C7}"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52A52392-734C-4063-6027-AA47E3B43167}"/>
              </a:ext>
            </a:extLst>
          </p:cNvPr>
          <p:cNvSpPr>
            <a:spLocks noGrp="1"/>
          </p:cNvSpPr>
          <p:nvPr>
            <p:ph type="ftr" sz="quarter" idx="11"/>
          </p:nvPr>
        </p:nvSpPr>
        <p:spPr>
          <a:xfrm>
            <a:off x="4038600" y="6356350"/>
            <a:ext cx="4114800" cy="365125"/>
          </a:xfrm>
        </p:spPr>
        <p:txBody>
          <a:body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33F1B0C0-840F-B68B-4448-1FC063BA817E}"/>
              </a:ext>
            </a:extLst>
          </p:cNvPr>
          <p:cNvSpPr>
            <a:spLocks noGrp="1"/>
          </p:cNvSpPr>
          <p:nvPr>
            <p:ph type="sldNum" sz="quarter" idx="12"/>
          </p:nvPr>
        </p:nvSpPr>
        <p:spPr>
          <a:xfrm>
            <a:off x="8610600" y="6356350"/>
            <a:ext cx="2743200" cy="365125"/>
          </a:xfrm>
        </p:spPr>
        <p:txBody>
          <a:bodyPr/>
          <a:lstStyle/>
          <a:p>
            <a:fld id="{273F27D2-06B6-4999-B31F-B875E94682A2}" type="slidenum">
              <a:rPr kumimoji="1" lang="ja-JP" altLang="en-US" smtClean="0"/>
              <a:t>49</a:t>
            </a:fld>
            <a:endParaRPr kumimoji="1" lang="ja-JP" altLang="en-US"/>
          </a:p>
        </p:txBody>
      </p:sp>
      <p:pic>
        <p:nvPicPr>
          <p:cNvPr id="8" name="図 7">
            <a:extLst>
              <a:ext uri="{FF2B5EF4-FFF2-40B4-BE49-F238E27FC236}">
                <a16:creationId xmlns:a16="http://schemas.microsoft.com/office/drawing/2014/main" id="{F4B9E37A-DF04-14EA-572F-794E59F77482}"/>
              </a:ext>
            </a:extLst>
          </p:cNvPr>
          <p:cNvPicPr>
            <a:picLocks noChangeAspect="1"/>
          </p:cNvPicPr>
          <p:nvPr/>
        </p:nvPicPr>
        <p:blipFill>
          <a:blip r:embed="rId2"/>
          <a:srcRect t="47127"/>
          <a:stretch/>
        </p:blipFill>
        <p:spPr>
          <a:xfrm>
            <a:off x="2101141" y="3347275"/>
            <a:ext cx="8306959" cy="1803185"/>
          </a:xfrm>
          <a:prstGeom prst="rect">
            <a:avLst/>
          </a:prstGeom>
        </p:spPr>
      </p:pic>
      <p:sp>
        <p:nvSpPr>
          <p:cNvPr id="9" name="テキスト ボックス 8">
            <a:extLst>
              <a:ext uri="{FF2B5EF4-FFF2-40B4-BE49-F238E27FC236}">
                <a16:creationId xmlns:a16="http://schemas.microsoft.com/office/drawing/2014/main" id="{7ACE2303-FF64-7C2D-1272-41504780E034}"/>
              </a:ext>
            </a:extLst>
          </p:cNvPr>
          <p:cNvSpPr txBox="1"/>
          <p:nvPr/>
        </p:nvSpPr>
        <p:spPr>
          <a:xfrm>
            <a:off x="5648130" y="2676370"/>
            <a:ext cx="895739" cy="584775"/>
          </a:xfrm>
          <a:prstGeom prst="rect">
            <a:avLst/>
          </a:prstGeom>
          <a:noFill/>
        </p:spPr>
        <p:txBody>
          <a:bodyPr wrap="square" rtlCol="0">
            <a:spAutoFit/>
          </a:bodyPr>
          <a:lstStyle/>
          <a:p>
            <a:pPr algn="ctr"/>
            <a:r>
              <a:rPr kumimoji="1" lang="en-US" altLang="ja-JP" sz="3200" b="1" dirty="0"/>
              <a:t>n</a:t>
            </a:r>
            <a:endParaRPr kumimoji="1" lang="ja-JP" altLang="en-US" sz="3200" b="1" dirty="0"/>
          </a:p>
        </p:txBody>
      </p:sp>
    </p:spTree>
    <p:extLst>
      <p:ext uri="{BB962C8B-B14F-4D97-AF65-F5344CB8AC3E}">
        <p14:creationId xmlns:p14="http://schemas.microsoft.com/office/powerpoint/2010/main" val="8637290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C65419-5CD1-F307-6BC7-61E1EB48E5C0}"/>
              </a:ext>
            </a:extLst>
          </p:cNvPr>
          <p:cNvSpPr>
            <a:spLocks noGrp="1"/>
          </p:cNvSpPr>
          <p:nvPr>
            <p:ph type="title"/>
          </p:nvPr>
        </p:nvSpPr>
        <p:spPr>
          <a:xfrm>
            <a:off x="838200" y="365125"/>
            <a:ext cx="10515600" cy="1325563"/>
          </a:xfrm>
          <a:prstGeom prst="rect">
            <a:avLst/>
          </a:prstGeom>
        </p:spPr>
        <p:txBody>
          <a:bodyPr/>
          <a:lstStyle/>
          <a:p>
            <a:r>
              <a:rPr kumimoji="1" lang="ja-JP" altLang="en-US" dirty="0"/>
              <a:t>案</a:t>
            </a:r>
            <a:r>
              <a:rPr lang="en-US" altLang="ja-JP" dirty="0"/>
              <a:t>1_INPUT</a:t>
            </a:r>
            <a:r>
              <a:rPr lang="ja-JP" altLang="en-US" dirty="0"/>
              <a:t>分岐</a:t>
            </a:r>
            <a:endParaRPr kumimoji="1" lang="ja-JP" altLang="en-US" dirty="0"/>
          </a:p>
        </p:txBody>
      </p:sp>
      <p:sp>
        <p:nvSpPr>
          <p:cNvPr id="3" name="コンテンツ プレースホルダー 2">
            <a:extLst>
              <a:ext uri="{FF2B5EF4-FFF2-40B4-BE49-F238E27FC236}">
                <a16:creationId xmlns:a16="http://schemas.microsoft.com/office/drawing/2014/main" id="{8E2B2139-E818-6365-56FD-423A8B97574E}"/>
              </a:ext>
            </a:extLst>
          </p:cNvPr>
          <p:cNvSpPr>
            <a:spLocks noGrp="1"/>
          </p:cNvSpPr>
          <p:nvPr>
            <p:ph idx="4294967295"/>
          </p:nvPr>
        </p:nvSpPr>
        <p:spPr>
          <a:xfrm>
            <a:off x="838200" y="1825625"/>
            <a:ext cx="10515600" cy="4351338"/>
          </a:xfrm>
          <a:prstGeom prst="rect">
            <a:avLst/>
          </a:prstGeom>
        </p:spPr>
        <p:txBody>
          <a:bodyPr/>
          <a:lstStyle/>
          <a:p>
            <a:pPr marL="0" indent="0">
              <a:buNone/>
            </a:pPr>
            <a:r>
              <a:rPr lang="en-US" altLang="ja-JP" dirty="0" err="1"/>
              <a:t>M_Stage</a:t>
            </a:r>
            <a:r>
              <a:rPr lang="ja-JP" altLang="en-US" dirty="0"/>
              <a:t>の前に</a:t>
            </a:r>
            <a:r>
              <a:rPr lang="en-US" altLang="ja-JP" dirty="0"/>
              <a:t>1</a:t>
            </a:r>
            <a:r>
              <a:rPr lang="ja-JP" altLang="en-US" dirty="0"/>
              <a:t>ステージ用意し、</a:t>
            </a:r>
            <a:br>
              <a:rPr lang="en-US" altLang="ja-JP" dirty="0"/>
            </a:br>
            <a:r>
              <a:rPr lang="en-US" altLang="ja-JP" dirty="0" err="1"/>
              <a:t>dest</a:t>
            </a:r>
            <a:r>
              <a:rPr lang="ja-JP" altLang="en-US" dirty="0"/>
              <a:t>と</a:t>
            </a:r>
            <a:r>
              <a:rPr lang="en-US" altLang="ja-JP" dirty="0"/>
              <a:t>dest+1</a:t>
            </a:r>
            <a:r>
              <a:rPr lang="ja-JP" altLang="en-US" dirty="0"/>
              <a:t>のパケットを生成</a:t>
            </a:r>
            <a:endParaRPr lang="en-US" altLang="ja-JP" dirty="0"/>
          </a:p>
          <a:p>
            <a:pPr marL="0" indent="0">
              <a:buNone/>
            </a:pPr>
            <a:endParaRPr lang="en-US" altLang="ja-JP" dirty="0"/>
          </a:p>
          <a:p>
            <a:r>
              <a:rPr lang="ja-JP" altLang="en-US" dirty="0"/>
              <a:t>メリット</a:t>
            </a:r>
            <a:endParaRPr lang="en-US" altLang="ja-JP" dirty="0"/>
          </a:p>
          <a:p>
            <a:pPr lvl="1"/>
            <a:r>
              <a:rPr kumimoji="1" lang="en-US" altLang="ja-JP" dirty="0" err="1"/>
              <a:t>M_Stage</a:t>
            </a:r>
            <a:r>
              <a:rPr kumimoji="1" lang="ja-JP" altLang="en-US" dirty="0"/>
              <a:t>以降の動作処理はほぼ</a:t>
            </a:r>
            <a:r>
              <a:rPr kumimoji="1" lang="en-US" altLang="ja-JP" dirty="0">
                <a:solidFill>
                  <a:srgbClr val="0070C0"/>
                </a:solidFill>
              </a:rPr>
              <a:t>DDP</a:t>
            </a:r>
            <a:r>
              <a:rPr kumimoji="1" lang="ja-JP" altLang="en-US" dirty="0">
                <a:solidFill>
                  <a:srgbClr val="0070C0"/>
                </a:solidFill>
              </a:rPr>
              <a:t>と同じになる</a:t>
            </a:r>
            <a:endParaRPr kumimoji="1" lang="en-US" altLang="ja-JP" dirty="0">
              <a:solidFill>
                <a:srgbClr val="0070C0"/>
              </a:solidFill>
            </a:endParaRPr>
          </a:p>
          <a:p>
            <a:r>
              <a:rPr lang="ja-JP" altLang="en-US" dirty="0"/>
              <a:t>デメリット</a:t>
            </a:r>
            <a:endParaRPr lang="en-US" altLang="ja-JP" dirty="0"/>
          </a:p>
          <a:p>
            <a:pPr lvl="1"/>
            <a:r>
              <a:rPr lang="en-US" altLang="ja-JP" dirty="0"/>
              <a:t>d</a:t>
            </a:r>
            <a:r>
              <a:rPr kumimoji="1" lang="en-US" altLang="ja-JP" dirty="0"/>
              <a:t>est+1</a:t>
            </a:r>
            <a:r>
              <a:rPr kumimoji="1" lang="ja-JP" altLang="en-US" dirty="0"/>
              <a:t>だけでは、</a:t>
            </a:r>
            <a:r>
              <a:rPr kumimoji="1" lang="en-US" altLang="ja-JP" dirty="0" err="1"/>
              <a:t>dest</a:t>
            </a:r>
            <a:r>
              <a:rPr kumimoji="1" lang="ja-JP" altLang="en-US" dirty="0"/>
              <a:t>以外のフラグ</a:t>
            </a:r>
            <a:r>
              <a:rPr kumimoji="1" lang="en-US" altLang="ja-JP" dirty="0"/>
              <a:t>(LR, MF, C, Z)</a:t>
            </a:r>
            <a:r>
              <a:rPr lang="ja-JP" altLang="en-US" dirty="0"/>
              <a:t>と</a:t>
            </a:r>
            <a:r>
              <a:rPr kumimoji="1" lang="ja-JP" altLang="en-US" dirty="0"/>
              <a:t>データは同じ</a:t>
            </a:r>
            <a:endParaRPr lang="en-US" altLang="ja-JP" dirty="0"/>
          </a:p>
          <a:p>
            <a:pPr lvl="1"/>
            <a:r>
              <a:rPr lang="en-US" altLang="ja-JP" dirty="0" err="1"/>
              <a:t>dest</a:t>
            </a:r>
            <a:r>
              <a:rPr lang="ja-JP" altLang="en-US" dirty="0"/>
              <a:t>が分岐命令の場合、</a:t>
            </a:r>
            <a:r>
              <a:rPr lang="en-US" altLang="ja-JP" dirty="0"/>
              <a:t>dest+1</a:t>
            </a:r>
            <a:r>
              <a:rPr lang="ja-JP" altLang="en-US" dirty="0"/>
              <a:t>が</a:t>
            </a:r>
            <a:r>
              <a:rPr lang="ja-JP" altLang="en-US" dirty="0">
                <a:solidFill>
                  <a:srgbClr val="FF0000"/>
                </a:solidFill>
              </a:rPr>
              <a:t>ファントムトークンの可能性</a:t>
            </a:r>
            <a:endParaRPr lang="en-US" altLang="ja-JP" dirty="0">
              <a:solidFill>
                <a:srgbClr val="FF0000"/>
              </a:solidFill>
            </a:endParaRPr>
          </a:p>
        </p:txBody>
      </p:sp>
      <p:sp>
        <p:nvSpPr>
          <p:cNvPr id="4" name="日付プレースホルダー 3">
            <a:extLst>
              <a:ext uri="{FF2B5EF4-FFF2-40B4-BE49-F238E27FC236}">
                <a16:creationId xmlns:a16="http://schemas.microsoft.com/office/drawing/2014/main" id="{1B0E6BD7-62EE-D6F1-C5A7-5FC7A79DE788}"/>
              </a:ext>
            </a:extLst>
          </p:cNvPr>
          <p:cNvSpPr>
            <a:spLocks noGrp="1"/>
          </p:cNvSpPr>
          <p:nvPr>
            <p:ph type="dt" sz="half" idx="10"/>
          </p:nvPr>
        </p:nvSpPr>
        <p:spPr>
          <a:xfrm>
            <a:off x="838200" y="6356350"/>
            <a:ext cx="2743200" cy="365125"/>
          </a:xfrm>
        </p:spPr>
        <p:txBody>
          <a:bodyPr/>
          <a:lstStyle/>
          <a:p>
            <a:fld id="{4B7348C8-1E5A-4343-A9CB-0CCEE6161AEA}"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0F5EB16C-51FD-C053-780C-85C9BF8F68C0}"/>
              </a:ext>
            </a:extLst>
          </p:cNvPr>
          <p:cNvSpPr>
            <a:spLocks noGrp="1"/>
          </p:cNvSpPr>
          <p:nvPr>
            <p:ph type="ftr" sz="quarter" idx="11"/>
          </p:nvPr>
        </p:nvSpPr>
        <p:spPr>
          <a:xfrm>
            <a:off x="4038600" y="6356350"/>
            <a:ext cx="4114800" cy="365125"/>
          </a:xfrm>
        </p:spPr>
        <p:txBody>
          <a:body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A0879D62-4BB8-82AD-ACFF-ADF1E96E0E93}"/>
              </a:ext>
            </a:extLst>
          </p:cNvPr>
          <p:cNvSpPr>
            <a:spLocks noGrp="1"/>
          </p:cNvSpPr>
          <p:nvPr>
            <p:ph type="sldNum" sz="quarter" idx="12"/>
          </p:nvPr>
        </p:nvSpPr>
        <p:spPr>
          <a:xfrm>
            <a:off x="8610600" y="6356350"/>
            <a:ext cx="2743200" cy="365125"/>
          </a:xfrm>
        </p:spPr>
        <p:txBody>
          <a:bodyPr/>
          <a:lstStyle/>
          <a:p>
            <a:fld id="{273F27D2-06B6-4999-B31F-B875E94682A2}" type="slidenum">
              <a:rPr kumimoji="1" lang="ja-JP" altLang="en-US" smtClean="0"/>
              <a:t>50</a:t>
            </a:fld>
            <a:endParaRPr kumimoji="1" lang="ja-JP" altLang="en-US"/>
          </a:p>
        </p:txBody>
      </p:sp>
    </p:spTree>
    <p:extLst>
      <p:ext uri="{BB962C8B-B14F-4D97-AF65-F5344CB8AC3E}">
        <p14:creationId xmlns:p14="http://schemas.microsoft.com/office/powerpoint/2010/main" val="24054645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 name="図 11">
            <a:extLst>
              <a:ext uri="{FF2B5EF4-FFF2-40B4-BE49-F238E27FC236}">
                <a16:creationId xmlns:a16="http://schemas.microsoft.com/office/drawing/2014/main" id="{2642FADF-ADAE-7DC7-0C39-41722852C7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388" y="251927"/>
            <a:ext cx="11701264" cy="5887615"/>
          </a:xfrm>
          <a:prstGeom prst="rect">
            <a:avLst/>
          </a:prstGeom>
        </p:spPr>
      </p:pic>
      <p:sp>
        <p:nvSpPr>
          <p:cNvPr id="2" name="日付プレースホルダー 1">
            <a:extLst>
              <a:ext uri="{FF2B5EF4-FFF2-40B4-BE49-F238E27FC236}">
                <a16:creationId xmlns:a16="http://schemas.microsoft.com/office/drawing/2014/main" id="{CAE56762-4214-9D0B-2B89-BEF45E1052C4}"/>
              </a:ext>
            </a:extLst>
          </p:cNvPr>
          <p:cNvSpPr>
            <a:spLocks noGrp="1"/>
          </p:cNvSpPr>
          <p:nvPr>
            <p:ph type="dt" sz="half" idx="10"/>
          </p:nvPr>
        </p:nvSpPr>
        <p:spPr/>
        <p:txBody>
          <a:bodyPr/>
          <a:lstStyle/>
          <a:p>
            <a:fld id="{DB8D5773-2CAD-4E6C-8445-3B9C64D24C3F}" type="datetime1">
              <a:rPr kumimoji="1" lang="ja-JP" altLang="en-US" smtClean="0"/>
              <a:t>2026/9/15</a:t>
            </a:fld>
            <a:endParaRPr kumimoji="1" lang="ja-JP" altLang="en-US"/>
          </a:p>
        </p:txBody>
      </p:sp>
      <p:sp>
        <p:nvSpPr>
          <p:cNvPr id="3" name="フッター プレースホルダー 2">
            <a:extLst>
              <a:ext uri="{FF2B5EF4-FFF2-40B4-BE49-F238E27FC236}">
                <a16:creationId xmlns:a16="http://schemas.microsoft.com/office/drawing/2014/main" id="{90CF0939-702C-B2A2-4D7A-E95C5BD6E133}"/>
              </a:ext>
            </a:extLst>
          </p:cNvPr>
          <p:cNvSpPr>
            <a:spLocks noGrp="1"/>
          </p:cNvSpPr>
          <p:nvPr>
            <p:ph type="ftr" sz="quarter" idx="11"/>
          </p:nvPr>
        </p:nvSpPr>
        <p:spPr/>
        <p:txBody>
          <a:bodyPr/>
          <a:lstStyle/>
          <a:p>
            <a:r>
              <a:rPr kumimoji="1" lang="en-US" altLang="ja-JP"/>
              <a:t>B4_Research</a:t>
            </a:r>
            <a:endParaRPr kumimoji="1" lang="ja-JP" altLang="en-US"/>
          </a:p>
        </p:txBody>
      </p:sp>
      <p:sp>
        <p:nvSpPr>
          <p:cNvPr id="4" name="スライド番号プレースホルダー 3">
            <a:extLst>
              <a:ext uri="{FF2B5EF4-FFF2-40B4-BE49-F238E27FC236}">
                <a16:creationId xmlns:a16="http://schemas.microsoft.com/office/drawing/2014/main" id="{7180D0E5-484C-0438-8AFC-3A880C6E0933}"/>
              </a:ext>
            </a:extLst>
          </p:cNvPr>
          <p:cNvSpPr>
            <a:spLocks noGrp="1"/>
          </p:cNvSpPr>
          <p:nvPr>
            <p:ph type="sldNum" sz="quarter" idx="12"/>
          </p:nvPr>
        </p:nvSpPr>
        <p:spPr/>
        <p:txBody>
          <a:bodyPr/>
          <a:lstStyle/>
          <a:p>
            <a:fld id="{273F27D2-06B6-4999-B31F-B875E94682A2}" type="slidenum">
              <a:rPr kumimoji="1" lang="ja-JP" altLang="en-US" smtClean="0"/>
              <a:t>51</a:t>
            </a:fld>
            <a:endParaRPr kumimoji="1" lang="ja-JP" altLang="en-US"/>
          </a:p>
        </p:txBody>
      </p:sp>
      <p:sp>
        <p:nvSpPr>
          <p:cNvPr id="9" name="楕円 8">
            <a:extLst>
              <a:ext uri="{FF2B5EF4-FFF2-40B4-BE49-F238E27FC236}">
                <a16:creationId xmlns:a16="http://schemas.microsoft.com/office/drawing/2014/main" id="{DFD993B1-E884-DF24-855D-998B08F69A08}"/>
              </a:ext>
            </a:extLst>
          </p:cNvPr>
          <p:cNvSpPr/>
          <p:nvPr/>
        </p:nvSpPr>
        <p:spPr>
          <a:xfrm>
            <a:off x="256387" y="431391"/>
            <a:ext cx="470438" cy="439097"/>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D</a:t>
            </a:r>
            <a:endParaRPr kumimoji="1" lang="ja-JP" altLang="en-US"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10" name="楕円 9">
            <a:extLst>
              <a:ext uri="{FF2B5EF4-FFF2-40B4-BE49-F238E27FC236}">
                <a16:creationId xmlns:a16="http://schemas.microsoft.com/office/drawing/2014/main" id="{8A5D9CB5-4B28-7B81-A42B-EB2CDD3ED6F3}"/>
              </a:ext>
            </a:extLst>
          </p:cNvPr>
          <p:cNvSpPr/>
          <p:nvPr/>
        </p:nvSpPr>
        <p:spPr>
          <a:xfrm>
            <a:off x="1739362" y="718458"/>
            <a:ext cx="470438" cy="439097"/>
          </a:xfrm>
          <a:prstGeom prst="ellipse">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D</a:t>
            </a:r>
            <a:endParaRPr kumimoji="1" lang="ja-JP" altLang="en-US" sz="2000" dirty="0">
              <a:solidFill>
                <a:schemeClr val="tx1"/>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695538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638 0.00023 L 0.12188 0.00023 L 0.1211 -0.02685 " pathEditMode="relative" ptsTypes="AAA">
                                      <p:cBhvr>
                                        <p:cTn id="6" dur="2000" fill="hold"/>
                                        <p:tgtEl>
                                          <p:spTgt spid="9"/>
                                        </p:tgtEl>
                                        <p:attrNameLst>
                                          <p:attrName>ppt_x</p:attrName>
                                          <p:attrName>ppt_y</p:attrName>
                                        </p:attrNameLst>
                                      </p:cBhvr>
                                    </p:animMotion>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0" presetClass="path" presetSubtype="0" accel="50000" decel="50000" fill="hold" grpId="1" nodeType="clickEffect">
                                  <p:stCondLst>
                                    <p:cond delay="0"/>
                                  </p:stCondLst>
                                  <p:childTnLst>
                                    <p:animMotion origin="layout" path="M 0.11954 -0.02547 L 0.12253 -0.00116 L 0.2948 -0.00116 L 0.34454 0.00301 L 0.34454 0.05347 L 0.4448 0.04791 L 0.56277 0.05069 " pathEditMode="relative" ptsTypes="AAAAAAA">
                                      <p:cBhvr>
                                        <p:cTn id="13" dur="2000" fill="hold"/>
                                        <p:tgtEl>
                                          <p:spTgt spid="9"/>
                                        </p:tgtEl>
                                        <p:attrNameLst>
                                          <p:attrName>ppt_x</p:attrName>
                                          <p:attrName>ppt_y</p:attrName>
                                        </p:attrNameLst>
                                      </p:cBhvr>
                                    </p:animMotion>
                                  </p:childTnLst>
                                </p:cTn>
                              </p:par>
                              <p:par>
                                <p:cTn id="14" presetID="0" presetClass="path" presetSubtype="0" accel="50000" decel="50000" fill="hold" grpId="1" nodeType="withEffect">
                                  <p:stCondLst>
                                    <p:cond delay="0"/>
                                  </p:stCondLst>
                                  <p:childTnLst>
                                    <p:animMotion origin="layout" path="M -0.00274 -0.00348 L -0.0013 0.16782 L 0.22135 0.16504 L 0.22292 0.21967 L 0.32318 0.21134 L 0.40651 0.21412 L 0.41732 0.13796 L 0.49232 0.13518 L 0.4931 0.1081 " pathEditMode="relative" ptsTypes="AAAAAAAAA">
                                      <p:cBhvr>
                                        <p:cTn id="15" dur="2000" fill="hold"/>
                                        <p:tgtEl>
                                          <p:spTgt spid="10"/>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0" presetClass="path" presetSubtype="0" accel="50000" decel="50000" fill="hold" grpId="2" nodeType="clickEffect">
                                  <p:stCondLst>
                                    <p:cond delay="0"/>
                                  </p:stCondLst>
                                  <p:childTnLst>
                                    <p:animMotion origin="layout" path="M 0.56342 0.04768 L 0.58933 0.00694 L 0.71342 0.00301 L 0.71485 0.03819 L 0.78907 0.03958 L 0.8573 0.05185 L 0.85795 0.08055 L 0.9392 0.07639 C 0.93868 0.27916 0.93816 0.48194 0.93763 0.68472 L 0.27253 0.68611 L 0.27331 0.66157 L 0.17605 0.66296 L 0.1754 0.09815 L 0.34519 0.09953 L 0.34597 0.05046 L 0.56342 0.04768 Z " pathEditMode="relative" ptsTypes="AAAAAAAAAAAAAAAA">
                                      <p:cBhvr>
                                        <p:cTn id="19" dur="2000" fill="hold"/>
                                        <p:tgtEl>
                                          <p:spTgt spid="9"/>
                                        </p:tgtEl>
                                        <p:attrNameLst>
                                          <p:attrName>ppt_x</p:attrName>
                                          <p:attrName>ppt_y</p:attrName>
                                        </p:attrNameLst>
                                      </p:cBhvr>
                                    </p:animMotion>
                                  </p:childTnLst>
                                </p:cTn>
                              </p:par>
                            </p:childTnLst>
                          </p:cTn>
                        </p:par>
                      </p:childTnLst>
                    </p:cTn>
                  </p:par>
                  <p:par>
                    <p:cTn id="20" fill="hold">
                      <p:stCondLst>
                        <p:cond delay="indefinite"/>
                      </p:stCondLst>
                      <p:childTnLst>
                        <p:par>
                          <p:cTn id="21" fill="hold">
                            <p:stCondLst>
                              <p:cond delay="0"/>
                            </p:stCondLst>
                            <p:childTnLst>
                              <p:par>
                                <p:cTn id="22" presetID="0" presetClass="path" presetSubtype="0" accel="50000" decel="50000" fill="hold" grpId="3" nodeType="clickEffect">
                                  <p:stCondLst>
                                    <p:cond delay="0"/>
                                  </p:stCondLst>
                                  <p:childTnLst>
                                    <p:animMotion origin="layout" path="M 0.56342 0.05069 L 0.59323 0.00555 L 0.71498 0.00301 L 0.7142 0.03842 " pathEditMode="relative" ptsTypes="AAAA">
                                      <p:cBhvr>
                                        <p:cTn id="23" dur="2000" fill="hold"/>
                                        <p:tgtEl>
                                          <p:spTgt spid="9"/>
                                        </p:tgtEl>
                                        <p:attrNameLst>
                                          <p:attrName>ppt_x</p:attrName>
                                          <p:attrName>ppt_y</p:attrName>
                                        </p:attrNameLst>
                                      </p:cBhvr>
                                    </p:animMotion>
                                  </p:childTnLst>
                                </p:cTn>
                              </p:par>
                              <p:par>
                                <p:cTn id="24" presetID="0" presetClass="path" presetSubtype="0" accel="50000" decel="50000" fill="hold" grpId="2" nodeType="withEffect">
                                  <p:stCondLst>
                                    <p:cond delay="0"/>
                                  </p:stCondLst>
                                  <p:childTnLst>
                                    <p:animMotion origin="layout" path="M 0.4931 0.10671 L 0.52669 0.10949 L 0.53659 0.03865 L 0.59258 0.04282 L 0.59258 -0.0007 " pathEditMode="relative" ptsTypes="AAAAA">
                                      <p:cBhvr>
                                        <p:cTn id="25" dur="2000" fill="hold"/>
                                        <p:tgtEl>
                                          <p:spTgt spid="10"/>
                                        </p:tgtEl>
                                        <p:attrNameLst>
                                          <p:attrName>ppt_x</p:attrName>
                                          <p:attrName>ppt_y</p:attrName>
                                        </p:attrNameLst>
                                      </p:cBhvr>
                                    </p:animMotion>
                                  </p:childTnLst>
                                </p:cTn>
                              </p:par>
                            </p:childTnLst>
                          </p:cTn>
                        </p:par>
                        <p:par>
                          <p:cTn id="26" fill="hold">
                            <p:stCondLst>
                              <p:cond delay="2000"/>
                            </p:stCondLst>
                            <p:childTnLst>
                              <p:par>
                                <p:cTn id="27" presetID="1" presetClass="exit" presetSubtype="0" fill="hold" grpId="3" nodeType="afterEffect">
                                  <p:stCondLst>
                                    <p:cond delay="0"/>
                                  </p:stCondLst>
                                  <p:childTnLst>
                                    <p:set>
                                      <p:cBhvr>
                                        <p:cTn id="28"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9" grpId="2" animBg="1"/>
      <p:bldP spid="9" grpId="3" animBg="1"/>
      <p:bldP spid="10" grpId="0" animBg="1"/>
      <p:bldP spid="10" grpId="1" animBg="1"/>
      <p:bldP spid="10" grpId="2" animBg="1"/>
      <p:bldP spid="10" grpId="3" animBg="1"/>
    </p:bld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1F8062-7821-AA6F-CE6E-874E9306CC2A}"/>
              </a:ext>
            </a:extLst>
          </p:cNvPr>
          <p:cNvSpPr>
            <a:spLocks noGrp="1"/>
          </p:cNvSpPr>
          <p:nvPr>
            <p:ph type="title"/>
          </p:nvPr>
        </p:nvSpPr>
        <p:spPr>
          <a:xfrm>
            <a:off x="838200" y="365125"/>
            <a:ext cx="10515600" cy="1325563"/>
          </a:xfrm>
          <a:prstGeom prst="rect">
            <a:avLst/>
          </a:prstGeom>
        </p:spPr>
        <p:txBody>
          <a:bodyPr/>
          <a:lstStyle/>
          <a:p>
            <a:r>
              <a:rPr kumimoji="1" lang="ja-JP" altLang="en-US" dirty="0"/>
              <a:t>案</a:t>
            </a:r>
            <a:r>
              <a:rPr kumimoji="1" lang="en-US" altLang="ja-JP" dirty="0"/>
              <a:t>2_</a:t>
            </a:r>
            <a:r>
              <a:rPr kumimoji="1" lang="ja-JP" altLang="en-US" dirty="0"/>
              <a:t>途中分岐</a:t>
            </a:r>
          </a:p>
        </p:txBody>
      </p:sp>
      <p:sp>
        <p:nvSpPr>
          <p:cNvPr id="3" name="コンテンツ プレースホルダー 2">
            <a:extLst>
              <a:ext uri="{FF2B5EF4-FFF2-40B4-BE49-F238E27FC236}">
                <a16:creationId xmlns:a16="http://schemas.microsoft.com/office/drawing/2014/main" id="{87AB8814-E1B4-DA3E-3960-690B4D218892}"/>
              </a:ext>
            </a:extLst>
          </p:cNvPr>
          <p:cNvSpPr>
            <a:spLocks noGrp="1"/>
          </p:cNvSpPr>
          <p:nvPr>
            <p:ph idx="4294967295"/>
          </p:nvPr>
        </p:nvSpPr>
        <p:spPr>
          <a:xfrm>
            <a:off x="838200" y="1825625"/>
            <a:ext cx="10515600" cy="4351338"/>
          </a:xfrm>
          <a:prstGeom prst="rect">
            <a:avLst/>
          </a:prstGeom>
        </p:spPr>
        <p:txBody>
          <a:bodyPr/>
          <a:lstStyle/>
          <a:p>
            <a:pPr marL="0" indent="0">
              <a:buNone/>
            </a:pPr>
            <a:r>
              <a:rPr kumimoji="1" lang="en-US" altLang="ja-JP" dirty="0" err="1"/>
              <a:t>M_Stage</a:t>
            </a:r>
            <a:r>
              <a:rPr kumimoji="1" lang="ja-JP" altLang="en-US" dirty="0"/>
              <a:t>以降、</a:t>
            </a:r>
            <a:r>
              <a:rPr lang="en-US" altLang="ja-JP" dirty="0" err="1"/>
              <a:t>COPY_Stage</a:t>
            </a:r>
            <a:r>
              <a:rPr lang="ja-JP" altLang="en-US" dirty="0"/>
              <a:t>前に</a:t>
            </a:r>
            <a:r>
              <a:rPr kumimoji="1" lang="ja-JP" altLang="en-US" dirty="0"/>
              <a:t>パケットの分岐を実行</a:t>
            </a:r>
            <a:endParaRPr kumimoji="1" lang="en-US" altLang="ja-JP" dirty="0"/>
          </a:p>
          <a:p>
            <a:pPr marL="0" indent="0">
              <a:buNone/>
            </a:pPr>
            <a:endParaRPr kumimoji="1" lang="en-US" altLang="ja-JP" dirty="0"/>
          </a:p>
          <a:p>
            <a:r>
              <a:rPr lang="ja-JP" altLang="en-US" dirty="0"/>
              <a:t>メリット</a:t>
            </a:r>
            <a:endParaRPr lang="en-US" altLang="ja-JP" dirty="0"/>
          </a:p>
          <a:p>
            <a:pPr lvl="1"/>
            <a:r>
              <a:rPr kumimoji="1" lang="ja-JP" altLang="en-US" dirty="0"/>
              <a:t>今までの知識を用いて作成自体は可能？</a:t>
            </a:r>
            <a:endParaRPr kumimoji="1" lang="en-US" altLang="ja-JP" dirty="0"/>
          </a:p>
          <a:p>
            <a:r>
              <a:rPr kumimoji="1" lang="ja-JP" altLang="en-US" dirty="0"/>
              <a:t>デメリット</a:t>
            </a:r>
            <a:endParaRPr kumimoji="1" lang="en-US" altLang="ja-JP" dirty="0"/>
          </a:p>
          <a:p>
            <a:pPr lvl="1"/>
            <a:r>
              <a:rPr lang="en-US" altLang="ja-JP" dirty="0"/>
              <a:t>C</a:t>
            </a:r>
            <a:r>
              <a:rPr lang="ja-JP" altLang="en-US" dirty="0"/>
              <a:t>素子に</a:t>
            </a:r>
            <a:r>
              <a:rPr lang="en-US" altLang="ja-JP" dirty="0"/>
              <a:t>CX2</a:t>
            </a:r>
            <a:r>
              <a:rPr lang="ja-JP" altLang="en-US" dirty="0"/>
              <a:t>を用いる場合、</a:t>
            </a:r>
            <a:r>
              <a:rPr lang="en-US" altLang="ja-JP" dirty="0">
                <a:solidFill>
                  <a:srgbClr val="FF0000"/>
                </a:solidFill>
              </a:rPr>
              <a:t>CPY</a:t>
            </a:r>
            <a:r>
              <a:rPr lang="ja-JP" altLang="en-US" dirty="0">
                <a:solidFill>
                  <a:srgbClr val="FF0000"/>
                </a:solidFill>
              </a:rPr>
              <a:t>フラグを立たせる必要</a:t>
            </a:r>
            <a:r>
              <a:rPr lang="ja-JP" altLang="en-US" dirty="0"/>
              <a:t>がある</a:t>
            </a:r>
            <a:endParaRPr lang="en-US" altLang="ja-JP" dirty="0"/>
          </a:p>
          <a:p>
            <a:pPr lvl="1"/>
            <a:r>
              <a:rPr kumimoji="1" lang="en-US" altLang="ja-JP" dirty="0" err="1"/>
              <a:t>Send</a:t>
            </a:r>
            <a:r>
              <a:rPr lang="en-US" altLang="ja-JP" dirty="0" err="1"/>
              <a:t>_out</a:t>
            </a:r>
            <a:r>
              <a:rPr lang="ja-JP" altLang="en-US" dirty="0"/>
              <a:t>が</a:t>
            </a:r>
            <a:r>
              <a:rPr lang="en-US" altLang="ja-JP" dirty="0"/>
              <a:t>2</a:t>
            </a:r>
            <a:r>
              <a:rPr lang="ja-JP" altLang="en-US" dirty="0"/>
              <a:t>回出力されるため実質的には</a:t>
            </a:r>
            <a:r>
              <a:rPr lang="en-US" altLang="ja-JP" dirty="0" err="1"/>
              <a:t>COPY_Stage</a:t>
            </a:r>
            <a:r>
              <a:rPr lang="ja-JP" altLang="en-US" dirty="0"/>
              <a:t>と変わらない</a:t>
            </a:r>
            <a:endParaRPr lang="en-US" altLang="ja-JP" dirty="0"/>
          </a:p>
          <a:p>
            <a:pPr lvl="1"/>
            <a:r>
              <a:rPr lang="en-US" altLang="ja-JP" dirty="0"/>
              <a:t>PS</a:t>
            </a:r>
            <a:r>
              <a:rPr lang="ja-JP" altLang="en-US" dirty="0"/>
              <a:t>部を</a:t>
            </a:r>
            <a:r>
              <a:rPr lang="en-US" altLang="ja-JP" dirty="0"/>
              <a:t>MMCAM</a:t>
            </a:r>
            <a:r>
              <a:rPr lang="ja-JP" altLang="en-US" dirty="0"/>
              <a:t>前に設置しないと</a:t>
            </a:r>
            <a:r>
              <a:rPr lang="ja-JP" altLang="en-US" dirty="0">
                <a:solidFill>
                  <a:srgbClr val="FF0000"/>
                </a:solidFill>
              </a:rPr>
              <a:t>定数演算などで問題発生</a:t>
            </a:r>
            <a:endParaRPr lang="en-US" altLang="ja-JP" dirty="0">
              <a:solidFill>
                <a:srgbClr val="FF0000"/>
              </a:solidFill>
            </a:endParaRPr>
          </a:p>
          <a:p>
            <a:pPr lvl="1"/>
            <a:endParaRPr lang="en-US" altLang="ja-JP" dirty="0"/>
          </a:p>
          <a:p>
            <a:pPr lvl="1"/>
            <a:endParaRPr kumimoji="1" lang="ja-JP" altLang="en-US" dirty="0"/>
          </a:p>
        </p:txBody>
      </p:sp>
      <p:sp>
        <p:nvSpPr>
          <p:cNvPr id="4" name="日付プレースホルダー 3">
            <a:extLst>
              <a:ext uri="{FF2B5EF4-FFF2-40B4-BE49-F238E27FC236}">
                <a16:creationId xmlns:a16="http://schemas.microsoft.com/office/drawing/2014/main" id="{3C111309-A2FB-F3F2-5ED0-653DE165F853}"/>
              </a:ext>
            </a:extLst>
          </p:cNvPr>
          <p:cNvSpPr>
            <a:spLocks noGrp="1"/>
          </p:cNvSpPr>
          <p:nvPr>
            <p:ph type="dt" sz="half" idx="10"/>
          </p:nvPr>
        </p:nvSpPr>
        <p:spPr>
          <a:xfrm>
            <a:off x="838200" y="6356350"/>
            <a:ext cx="2743200" cy="365125"/>
          </a:xfrm>
        </p:spPr>
        <p:txBody>
          <a:bodyPr/>
          <a:lstStyle/>
          <a:p>
            <a:fld id="{DF1D5417-8A38-49A4-935F-A108175DEF0C}"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107C3BF7-8700-4AB9-32FB-FDD9EEC8DA27}"/>
              </a:ext>
            </a:extLst>
          </p:cNvPr>
          <p:cNvSpPr>
            <a:spLocks noGrp="1"/>
          </p:cNvSpPr>
          <p:nvPr>
            <p:ph type="ftr" sz="quarter" idx="11"/>
          </p:nvPr>
        </p:nvSpPr>
        <p:spPr>
          <a:xfrm>
            <a:off x="4038600" y="6356350"/>
            <a:ext cx="4114800" cy="365125"/>
          </a:xfrm>
        </p:spPr>
        <p:txBody>
          <a:body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3439B497-D5E9-251D-E357-DD0D55BA2153}"/>
              </a:ext>
            </a:extLst>
          </p:cNvPr>
          <p:cNvSpPr>
            <a:spLocks noGrp="1"/>
          </p:cNvSpPr>
          <p:nvPr>
            <p:ph type="sldNum" sz="quarter" idx="12"/>
          </p:nvPr>
        </p:nvSpPr>
        <p:spPr>
          <a:xfrm>
            <a:off x="8610600" y="6356350"/>
            <a:ext cx="2743200" cy="365125"/>
          </a:xfrm>
        </p:spPr>
        <p:txBody>
          <a:bodyPr/>
          <a:lstStyle/>
          <a:p>
            <a:fld id="{273F27D2-06B6-4999-B31F-B875E94682A2}" type="slidenum">
              <a:rPr kumimoji="1" lang="ja-JP" altLang="en-US" smtClean="0"/>
              <a:t>52</a:t>
            </a:fld>
            <a:endParaRPr kumimoji="1" lang="ja-JP" altLang="en-US"/>
          </a:p>
        </p:txBody>
      </p:sp>
    </p:spTree>
    <p:extLst>
      <p:ext uri="{BB962C8B-B14F-4D97-AF65-F5344CB8AC3E}">
        <p14:creationId xmlns:p14="http://schemas.microsoft.com/office/powerpoint/2010/main" val="8049576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F19DD0D-5E9E-6A8D-233F-5DB3022154D2}"/>
              </a:ext>
            </a:extLst>
          </p:cNvPr>
          <p:cNvSpPr>
            <a:spLocks noGrp="1"/>
          </p:cNvSpPr>
          <p:nvPr>
            <p:ph type="dt" sz="half" idx="10"/>
          </p:nvPr>
        </p:nvSpPr>
        <p:spPr/>
        <p:txBody>
          <a:bodyPr/>
          <a:lstStyle/>
          <a:p>
            <a:fld id="{2240375A-C8CD-4893-B29C-B88BBCB46A43}" type="datetime1">
              <a:rPr kumimoji="1" lang="ja-JP" altLang="en-US" smtClean="0"/>
              <a:t>2026/9/15</a:t>
            </a:fld>
            <a:endParaRPr kumimoji="1" lang="ja-JP" altLang="en-US"/>
          </a:p>
        </p:txBody>
      </p:sp>
      <p:sp>
        <p:nvSpPr>
          <p:cNvPr id="3" name="フッター プレースホルダー 2">
            <a:extLst>
              <a:ext uri="{FF2B5EF4-FFF2-40B4-BE49-F238E27FC236}">
                <a16:creationId xmlns:a16="http://schemas.microsoft.com/office/drawing/2014/main" id="{229852B1-FC06-C88E-C046-32EF94E5B0D7}"/>
              </a:ext>
            </a:extLst>
          </p:cNvPr>
          <p:cNvSpPr>
            <a:spLocks noGrp="1"/>
          </p:cNvSpPr>
          <p:nvPr>
            <p:ph type="ftr" sz="quarter" idx="11"/>
          </p:nvPr>
        </p:nvSpPr>
        <p:spPr/>
        <p:txBody>
          <a:bodyPr/>
          <a:lstStyle/>
          <a:p>
            <a:r>
              <a:rPr kumimoji="1" lang="en-US" altLang="ja-JP"/>
              <a:t>B4_Research</a:t>
            </a:r>
            <a:endParaRPr kumimoji="1" lang="ja-JP" altLang="en-US"/>
          </a:p>
        </p:txBody>
      </p:sp>
      <p:sp>
        <p:nvSpPr>
          <p:cNvPr id="4" name="スライド番号プレースホルダー 3">
            <a:extLst>
              <a:ext uri="{FF2B5EF4-FFF2-40B4-BE49-F238E27FC236}">
                <a16:creationId xmlns:a16="http://schemas.microsoft.com/office/drawing/2014/main" id="{DD3ADF02-4811-F108-FA66-72AD314705FC}"/>
              </a:ext>
            </a:extLst>
          </p:cNvPr>
          <p:cNvSpPr>
            <a:spLocks noGrp="1"/>
          </p:cNvSpPr>
          <p:nvPr>
            <p:ph type="sldNum" sz="quarter" idx="12"/>
          </p:nvPr>
        </p:nvSpPr>
        <p:spPr/>
        <p:txBody>
          <a:bodyPr/>
          <a:lstStyle/>
          <a:p>
            <a:fld id="{273F27D2-06B6-4999-B31F-B875E94682A2}" type="slidenum">
              <a:rPr kumimoji="1" lang="ja-JP" altLang="en-US" smtClean="0"/>
              <a:t>53</a:t>
            </a:fld>
            <a:endParaRPr kumimoji="1" lang="ja-JP" altLang="en-US"/>
          </a:p>
        </p:txBody>
      </p:sp>
      <p:pic>
        <p:nvPicPr>
          <p:cNvPr id="8" name="図 7">
            <a:extLst>
              <a:ext uri="{FF2B5EF4-FFF2-40B4-BE49-F238E27FC236}">
                <a16:creationId xmlns:a16="http://schemas.microsoft.com/office/drawing/2014/main" id="{F0000B6F-4254-A371-A971-31741F5D7C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636" y="690466"/>
            <a:ext cx="11706223" cy="5253134"/>
          </a:xfrm>
          <a:prstGeom prst="rect">
            <a:avLst/>
          </a:prstGeom>
        </p:spPr>
      </p:pic>
      <p:sp>
        <p:nvSpPr>
          <p:cNvPr id="9" name="楕円 8">
            <a:extLst>
              <a:ext uri="{FF2B5EF4-FFF2-40B4-BE49-F238E27FC236}">
                <a16:creationId xmlns:a16="http://schemas.microsoft.com/office/drawing/2014/main" id="{7880E772-B7C8-5706-02B7-1629BAA28B47}"/>
              </a:ext>
            </a:extLst>
          </p:cNvPr>
          <p:cNvSpPr/>
          <p:nvPr/>
        </p:nvSpPr>
        <p:spPr>
          <a:xfrm>
            <a:off x="1348069" y="767294"/>
            <a:ext cx="470438" cy="439097"/>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D</a:t>
            </a:r>
            <a:endParaRPr kumimoji="1" lang="ja-JP" altLang="en-US"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10" name="楕円 9">
            <a:extLst>
              <a:ext uri="{FF2B5EF4-FFF2-40B4-BE49-F238E27FC236}">
                <a16:creationId xmlns:a16="http://schemas.microsoft.com/office/drawing/2014/main" id="{76B20285-1CEB-B43C-752E-D8CB3BAEDF42}"/>
              </a:ext>
            </a:extLst>
          </p:cNvPr>
          <p:cNvSpPr/>
          <p:nvPr/>
        </p:nvSpPr>
        <p:spPr>
          <a:xfrm>
            <a:off x="8466733" y="1129005"/>
            <a:ext cx="470438" cy="439097"/>
          </a:xfrm>
          <a:prstGeom prst="ellipse">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D</a:t>
            </a:r>
            <a:endParaRPr kumimoji="1" lang="ja-JP" altLang="en-US" sz="2000" dirty="0">
              <a:solidFill>
                <a:schemeClr val="tx1"/>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17492422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0E7374-6A2E-B7D5-82FD-80C091B8D538}"/>
              </a:ext>
            </a:extLst>
          </p:cNvPr>
          <p:cNvSpPr>
            <a:spLocks noGrp="1"/>
          </p:cNvSpPr>
          <p:nvPr>
            <p:ph type="title"/>
          </p:nvPr>
        </p:nvSpPr>
        <p:spPr>
          <a:xfrm>
            <a:off x="838200" y="365125"/>
            <a:ext cx="10515600" cy="1325563"/>
          </a:xfrm>
          <a:prstGeom prst="rect">
            <a:avLst/>
          </a:prstGeom>
        </p:spPr>
        <p:txBody>
          <a:bodyPr/>
          <a:lstStyle/>
          <a:p>
            <a:r>
              <a:rPr kumimoji="1" lang="ja-JP" altLang="en-US" dirty="0"/>
              <a:t>案３ </a:t>
            </a:r>
            <a:r>
              <a:rPr lang="en-US" altLang="ja-JP" dirty="0"/>
              <a:t>PS</a:t>
            </a:r>
            <a:r>
              <a:rPr lang="ja-JP" altLang="en-US" dirty="0"/>
              <a:t>部を</a:t>
            </a:r>
            <a:r>
              <a:rPr lang="en-US" altLang="ja-JP" dirty="0"/>
              <a:t>MMCAM</a:t>
            </a:r>
            <a:r>
              <a:rPr lang="ja-JP" altLang="en-US" dirty="0"/>
              <a:t>前に配置</a:t>
            </a:r>
            <a:endParaRPr kumimoji="1" lang="ja-JP" altLang="en-US" dirty="0"/>
          </a:p>
        </p:txBody>
      </p:sp>
      <p:sp>
        <p:nvSpPr>
          <p:cNvPr id="3" name="コンテンツ プレースホルダー 2">
            <a:extLst>
              <a:ext uri="{FF2B5EF4-FFF2-40B4-BE49-F238E27FC236}">
                <a16:creationId xmlns:a16="http://schemas.microsoft.com/office/drawing/2014/main" id="{0FFF4885-2FC1-6332-22CA-079317F67E32}"/>
              </a:ext>
            </a:extLst>
          </p:cNvPr>
          <p:cNvSpPr>
            <a:spLocks noGrp="1"/>
          </p:cNvSpPr>
          <p:nvPr>
            <p:ph idx="4294967295"/>
          </p:nvPr>
        </p:nvSpPr>
        <p:spPr>
          <a:xfrm>
            <a:off x="838200" y="1825625"/>
            <a:ext cx="10515600" cy="4351338"/>
          </a:xfrm>
          <a:prstGeom prst="rect">
            <a:avLst/>
          </a:prstGeom>
        </p:spPr>
        <p:txBody>
          <a:bodyPr>
            <a:normAutofit/>
          </a:bodyPr>
          <a:lstStyle/>
          <a:p>
            <a:pPr marL="0" indent="0">
              <a:buNone/>
            </a:pPr>
            <a:r>
              <a:rPr lang="ja-JP" altLang="en-US" dirty="0"/>
              <a:t>通常</a:t>
            </a:r>
            <a:r>
              <a:rPr lang="en-US" altLang="ja-JP" dirty="0" err="1"/>
              <a:t>M_Stage</a:t>
            </a:r>
            <a:r>
              <a:rPr lang="ja-JP" altLang="en-US" dirty="0"/>
              <a:t>⇒</a:t>
            </a:r>
            <a:r>
              <a:rPr lang="en-US" altLang="ja-JP" dirty="0"/>
              <a:t>MMCAM</a:t>
            </a:r>
            <a:r>
              <a:rPr lang="ja-JP" altLang="en-US" dirty="0"/>
              <a:t>に対して、</a:t>
            </a:r>
            <a:endParaRPr lang="en-US" altLang="ja-JP" dirty="0"/>
          </a:p>
          <a:p>
            <a:pPr marL="0" indent="0">
              <a:buNone/>
            </a:pPr>
            <a:r>
              <a:rPr lang="en-US" altLang="ja-JP" dirty="0" err="1"/>
              <a:t>M_Stage</a:t>
            </a:r>
            <a:r>
              <a:rPr lang="ja-JP" altLang="en-US" dirty="0"/>
              <a:t>⇒</a:t>
            </a:r>
            <a:r>
              <a:rPr lang="en-US" altLang="ja-JP" dirty="0"/>
              <a:t>PS</a:t>
            </a:r>
            <a:r>
              <a:rPr lang="ja-JP" altLang="en-US" dirty="0"/>
              <a:t>⇒</a:t>
            </a:r>
            <a:r>
              <a:rPr lang="en-US" altLang="ja-JP" dirty="0"/>
              <a:t>MMCAM</a:t>
            </a:r>
            <a:r>
              <a:rPr lang="ja-JP" altLang="en-US" dirty="0"/>
              <a:t>の配置</a:t>
            </a:r>
            <a:endParaRPr lang="en-US" altLang="ja-JP" dirty="0"/>
          </a:p>
          <a:p>
            <a:pPr marL="0" indent="0">
              <a:buNone/>
            </a:pPr>
            <a:endParaRPr lang="en-US" altLang="ja-JP" dirty="0"/>
          </a:p>
          <a:p>
            <a:r>
              <a:rPr lang="ja-JP" altLang="en-US" dirty="0"/>
              <a:t>メリット</a:t>
            </a:r>
            <a:endParaRPr lang="en-US" altLang="ja-JP" dirty="0"/>
          </a:p>
          <a:p>
            <a:pPr lvl="1"/>
            <a:r>
              <a:rPr lang="en-US" altLang="ja-JP" dirty="0"/>
              <a:t>MMRAM</a:t>
            </a:r>
            <a:r>
              <a:rPr lang="ja-JP" altLang="en-US" dirty="0"/>
              <a:t>から任意の定数を持ってくることが出来る</a:t>
            </a:r>
            <a:endParaRPr lang="en-US" altLang="ja-JP" dirty="0"/>
          </a:p>
          <a:p>
            <a:pPr lvl="1"/>
            <a:r>
              <a:rPr lang="ja-JP" altLang="en-US" dirty="0"/>
              <a:t>現在の機構からあまり変更する必要がない</a:t>
            </a:r>
            <a:r>
              <a:rPr lang="en-US" altLang="ja-JP" dirty="0"/>
              <a:t>?</a:t>
            </a:r>
          </a:p>
          <a:p>
            <a:r>
              <a:rPr lang="ja-JP" altLang="en-US" dirty="0"/>
              <a:t>デメリット</a:t>
            </a:r>
            <a:endParaRPr lang="en-US" altLang="ja-JP" dirty="0"/>
          </a:p>
          <a:p>
            <a:pPr lvl="1"/>
            <a:r>
              <a:rPr lang="en-US" altLang="ja-JP" dirty="0"/>
              <a:t>MMRAM,MMCAM</a:t>
            </a:r>
            <a:r>
              <a:rPr lang="ja-JP" altLang="en-US" dirty="0"/>
              <a:t>内のパケット長が延長</a:t>
            </a:r>
            <a:endParaRPr lang="en-US" altLang="ja-JP" dirty="0"/>
          </a:p>
          <a:p>
            <a:pPr lvl="1"/>
            <a:r>
              <a:rPr lang="ja-JP" altLang="en-US" dirty="0"/>
              <a:t>パケットが分かれた場合の</a:t>
            </a:r>
            <a:r>
              <a:rPr lang="en-US" altLang="ja-JP" dirty="0"/>
              <a:t>C</a:t>
            </a:r>
            <a:r>
              <a:rPr lang="ja-JP" altLang="en-US" dirty="0"/>
              <a:t>素子による同調</a:t>
            </a:r>
            <a:endParaRPr lang="en-US" altLang="ja-JP" dirty="0"/>
          </a:p>
          <a:p>
            <a:pPr lvl="1"/>
            <a:endParaRPr lang="en-US" altLang="ja-JP" dirty="0"/>
          </a:p>
        </p:txBody>
      </p:sp>
      <p:sp>
        <p:nvSpPr>
          <p:cNvPr id="4" name="日付プレースホルダー 3">
            <a:extLst>
              <a:ext uri="{FF2B5EF4-FFF2-40B4-BE49-F238E27FC236}">
                <a16:creationId xmlns:a16="http://schemas.microsoft.com/office/drawing/2014/main" id="{071ED910-DB29-DA2C-8C0F-D688F65ADAFC}"/>
              </a:ext>
            </a:extLst>
          </p:cNvPr>
          <p:cNvSpPr>
            <a:spLocks noGrp="1"/>
          </p:cNvSpPr>
          <p:nvPr>
            <p:ph type="dt" sz="half" idx="10"/>
          </p:nvPr>
        </p:nvSpPr>
        <p:spPr>
          <a:xfrm>
            <a:off x="838200" y="6356350"/>
            <a:ext cx="2743200" cy="365125"/>
          </a:xfrm>
        </p:spPr>
        <p:txBody>
          <a:bodyPr/>
          <a:lstStyle/>
          <a:p>
            <a:fld id="{5A34F598-304A-4ADE-8F2D-2F5E4A567186}"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EF6E6043-F013-9281-0A3E-22E090CE8547}"/>
              </a:ext>
            </a:extLst>
          </p:cNvPr>
          <p:cNvSpPr>
            <a:spLocks noGrp="1"/>
          </p:cNvSpPr>
          <p:nvPr>
            <p:ph type="ftr" sz="quarter" idx="11"/>
          </p:nvPr>
        </p:nvSpPr>
        <p:spPr>
          <a:xfrm>
            <a:off x="4038600" y="6356350"/>
            <a:ext cx="4114800" cy="365125"/>
          </a:xfrm>
        </p:spPr>
        <p:txBody>
          <a:body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64760989-90D3-0667-E9EB-22E80778C729}"/>
              </a:ext>
            </a:extLst>
          </p:cNvPr>
          <p:cNvSpPr>
            <a:spLocks noGrp="1"/>
          </p:cNvSpPr>
          <p:nvPr>
            <p:ph type="sldNum" sz="quarter" idx="12"/>
          </p:nvPr>
        </p:nvSpPr>
        <p:spPr>
          <a:xfrm>
            <a:off x="8610600" y="6356350"/>
            <a:ext cx="2743200" cy="365125"/>
          </a:xfrm>
        </p:spPr>
        <p:txBody>
          <a:bodyPr/>
          <a:lstStyle/>
          <a:p>
            <a:fld id="{273F27D2-06B6-4999-B31F-B875E94682A2}" type="slidenum">
              <a:rPr kumimoji="1" lang="ja-JP" altLang="en-US" smtClean="0"/>
              <a:t>54</a:t>
            </a:fld>
            <a:endParaRPr kumimoji="1" lang="ja-JP" altLang="en-US" dirty="0"/>
          </a:p>
        </p:txBody>
      </p:sp>
    </p:spTree>
    <p:extLst>
      <p:ext uri="{BB962C8B-B14F-4D97-AF65-F5344CB8AC3E}">
        <p14:creationId xmlns:p14="http://schemas.microsoft.com/office/powerpoint/2010/main" val="6492974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 name="図 11">
            <a:extLst>
              <a:ext uri="{FF2B5EF4-FFF2-40B4-BE49-F238E27FC236}">
                <a16:creationId xmlns:a16="http://schemas.microsoft.com/office/drawing/2014/main" id="{595754E1-61E7-633B-963F-20FF3C68EB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29141"/>
            <a:ext cx="11971176" cy="5799718"/>
          </a:xfrm>
          <a:prstGeom prst="rect">
            <a:avLst/>
          </a:prstGeom>
        </p:spPr>
      </p:pic>
      <p:sp>
        <p:nvSpPr>
          <p:cNvPr id="2" name="日付プレースホルダー 1">
            <a:extLst>
              <a:ext uri="{FF2B5EF4-FFF2-40B4-BE49-F238E27FC236}">
                <a16:creationId xmlns:a16="http://schemas.microsoft.com/office/drawing/2014/main" id="{6D5EAE89-A150-FD0B-6C4A-CDD213D8CD9E}"/>
              </a:ext>
            </a:extLst>
          </p:cNvPr>
          <p:cNvSpPr>
            <a:spLocks noGrp="1"/>
          </p:cNvSpPr>
          <p:nvPr>
            <p:ph type="dt" sz="half" idx="10"/>
          </p:nvPr>
        </p:nvSpPr>
        <p:spPr/>
        <p:txBody>
          <a:bodyPr/>
          <a:lstStyle/>
          <a:p>
            <a:fld id="{7E0B0994-7B41-438D-99F4-7E28B847A85F}" type="datetime1">
              <a:rPr kumimoji="1" lang="ja-JP" altLang="en-US" smtClean="0"/>
              <a:t>2026/9/15</a:t>
            </a:fld>
            <a:endParaRPr kumimoji="1" lang="ja-JP" altLang="en-US"/>
          </a:p>
        </p:txBody>
      </p:sp>
      <p:sp>
        <p:nvSpPr>
          <p:cNvPr id="3" name="フッター プレースホルダー 2">
            <a:extLst>
              <a:ext uri="{FF2B5EF4-FFF2-40B4-BE49-F238E27FC236}">
                <a16:creationId xmlns:a16="http://schemas.microsoft.com/office/drawing/2014/main" id="{BFABDC47-42C3-DBC2-0BFE-AF403EC30739}"/>
              </a:ext>
            </a:extLst>
          </p:cNvPr>
          <p:cNvSpPr>
            <a:spLocks noGrp="1"/>
          </p:cNvSpPr>
          <p:nvPr>
            <p:ph type="ftr" sz="quarter" idx="11"/>
          </p:nvPr>
        </p:nvSpPr>
        <p:spPr/>
        <p:txBody>
          <a:bodyPr/>
          <a:lstStyle/>
          <a:p>
            <a:r>
              <a:rPr kumimoji="1" lang="en-US" altLang="ja-JP" dirty="0"/>
              <a:t>B4_Research</a:t>
            </a:r>
            <a:endParaRPr kumimoji="1" lang="ja-JP" altLang="en-US" dirty="0"/>
          </a:p>
        </p:txBody>
      </p:sp>
      <p:sp>
        <p:nvSpPr>
          <p:cNvPr id="4" name="スライド番号プレースホルダー 3">
            <a:extLst>
              <a:ext uri="{FF2B5EF4-FFF2-40B4-BE49-F238E27FC236}">
                <a16:creationId xmlns:a16="http://schemas.microsoft.com/office/drawing/2014/main" id="{4E1379E3-E1A3-FC47-7699-B6C19FB18DA7}"/>
              </a:ext>
            </a:extLst>
          </p:cNvPr>
          <p:cNvSpPr>
            <a:spLocks noGrp="1"/>
          </p:cNvSpPr>
          <p:nvPr>
            <p:ph type="sldNum" sz="quarter" idx="12"/>
          </p:nvPr>
        </p:nvSpPr>
        <p:spPr/>
        <p:txBody>
          <a:bodyPr/>
          <a:lstStyle/>
          <a:p>
            <a:fld id="{273F27D2-06B6-4999-B31F-B875E94682A2}" type="slidenum">
              <a:rPr kumimoji="1" lang="ja-JP" altLang="en-US" smtClean="0"/>
              <a:t>55</a:t>
            </a:fld>
            <a:endParaRPr kumimoji="1" lang="ja-JP" altLang="en-US"/>
          </a:p>
        </p:txBody>
      </p:sp>
      <p:sp>
        <p:nvSpPr>
          <p:cNvPr id="15" name="テキスト ボックス 14">
            <a:extLst>
              <a:ext uri="{FF2B5EF4-FFF2-40B4-BE49-F238E27FC236}">
                <a16:creationId xmlns:a16="http://schemas.microsoft.com/office/drawing/2014/main" id="{F22E8D0C-C194-AF51-C3D7-BF727792C6D0}"/>
              </a:ext>
            </a:extLst>
          </p:cNvPr>
          <p:cNvSpPr txBox="1"/>
          <p:nvPr/>
        </p:nvSpPr>
        <p:spPr>
          <a:xfrm>
            <a:off x="502298" y="2341984"/>
            <a:ext cx="671804" cy="369332"/>
          </a:xfrm>
          <a:prstGeom prst="rect">
            <a:avLst/>
          </a:prstGeom>
          <a:noFill/>
        </p:spPr>
        <p:txBody>
          <a:bodyPr wrap="square" rtlCol="0">
            <a:spAutoFit/>
          </a:bodyPr>
          <a:lstStyle/>
          <a:p>
            <a:r>
              <a:rPr kumimoji="1" lang="en-US" altLang="ja-JP" dirty="0"/>
              <a:t>N=2</a:t>
            </a:r>
            <a:endParaRPr kumimoji="1" lang="ja-JP" altLang="en-US" dirty="0"/>
          </a:p>
        </p:txBody>
      </p:sp>
      <p:sp>
        <p:nvSpPr>
          <p:cNvPr id="5" name="楕円 4">
            <a:extLst>
              <a:ext uri="{FF2B5EF4-FFF2-40B4-BE49-F238E27FC236}">
                <a16:creationId xmlns:a16="http://schemas.microsoft.com/office/drawing/2014/main" id="{24600509-DE34-4AE0-CE13-D14434434453}"/>
              </a:ext>
            </a:extLst>
          </p:cNvPr>
          <p:cNvSpPr/>
          <p:nvPr/>
        </p:nvSpPr>
        <p:spPr>
          <a:xfrm>
            <a:off x="3784912" y="1176064"/>
            <a:ext cx="993916" cy="366598"/>
          </a:xfrm>
          <a:prstGeom prst="ellipse">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BNC</a:t>
            </a:r>
            <a:endParaRPr kumimoji="1" lang="en-US" altLang="ja-JP"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6" name="楕円 5">
            <a:extLst>
              <a:ext uri="{FF2B5EF4-FFF2-40B4-BE49-F238E27FC236}">
                <a16:creationId xmlns:a16="http://schemas.microsoft.com/office/drawing/2014/main" id="{360875C8-4D5A-6F25-0E56-5954924D77C2}"/>
              </a:ext>
            </a:extLst>
          </p:cNvPr>
          <p:cNvSpPr/>
          <p:nvPr/>
        </p:nvSpPr>
        <p:spPr>
          <a:xfrm>
            <a:off x="1097696" y="567371"/>
            <a:ext cx="993916" cy="366598"/>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SUB</a:t>
            </a:r>
            <a:endParaRPr kumimoji="1" lang="ja-JP" altLang="en-US"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11" name="楕円 10">
            <a:extLst>
              <a:ext uri="{FF2B5EF4-FFF2-40B4-BE49-F238E27FC236}">
                <a16:creationId xmlns:a16="http://schemas.microsoft.com/office/drawing/2014/main" id="{FF74E426-3887-472F-825C-75A3E64588BC}"/>
              </a:ext>
            </a:extLst>
          </p:cNvPr>
          <p:cNvSpPr/>
          <p:nvPr/>
        </p:nvSpPr>
        <p:spPr>
          <a:xfrm>
            <a:off x="341242" y="2801889"/>
            <a:ext cx="993916" cy="366598"/>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ADD</a:t>
            </a:r>
            <a:endParaRPr kumimoji="1" lang="en-US" altLang="ja-JP"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16" name="楕円 15">
            <a:extLst>
              <a:ext uri="{FF2B5EF4-FFF2-40B4-BE49-F238E27FC236}">
                <a16:creationId xmlns:a16="http://schemas.microsoft.com/office/drawing/2014/main" id="{57FCFF22-5AE8-0CCB-A90F-4AC29910B605}"/>
              </a:ext>
            </a:extLst>
          </p:cNvPr>
          <p:cNvSpPr/>
          <p:nvPr/>
        </p:nvSpPr>
        <p:spPr>
          <a:xfrm>
            <a:off x="5951170" y="1188071"/>
            <a:ext cx="993916" cy="366598"/>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kumimoji="1" lang="en-US" altLang="ja-JP" sz="2000" dirty="0">
                <a:solidFill>
                  <a:schemeClr val="tx1"/>
                </a:solidFill>
                <a:latin typeface="ＭＳ Ｐゴシック" panose="020B0600070205080204" pitchFamily="50" charset="-128"/>
                <a:ea typeface="ＭＳ Ｐゴシック" panose="020B0600070205080204" pitchFamily="50" charset="-128"/>
              </a:rPr>
              <a:t>BNC</a:t>
            </a:r>
          </a:p>
        </p:txBody>
      </p:sp>
      <p:sp>
        <p:nvSpPr>
          <p:cNvPr id="17" name="正方形/長方形 16">
            <a:extLst>
              <a:ext uri="{FF2B5EF4-FFF2-40B4-BE49-F238E27FC236}">
                <a16:creationId xmlns:a16="http://schemas.microsoft.com/office/drawing/2014/main" id="{17AAA8E5-4793-6C0E-AE6B-E54258D7DC52}"/>
              </a:ext>
            </a:extLst>
          </p:cNvPr>
          <p:cNvSpPr/>
          <p:nvPr/>
        </p:nvSpPr>
        <p:spPr>
          <a:xfrm>
            <a:off x="9487679" y="1479359"/>
            <a:ext cx="356118" cy="26439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ja-JP" dirty="0"/>
              <a:t>9</a:t>
            </a:r>
          </a:p>
        </p:txBody>
      </p:sp>
      <p:sp>
        <p:nvSpPr>
          <p:cNvPr id="18" name="正方形/長方形 17">
            <a:extLst>
              <a:ext uri="{FF2B5EF4-FFF2-40B4-BE49-F238E27FC236}">
                <a16:creationId xmlns:a16="http://schemas.microsoft.com/office/drawing/2014/main" id="{2976B8CC-F87D-C6D0-AF7F-51FB3EDC3D40}"/>
              </a:ext>
            </a:extLst>
          </p:cNvPr>
          <p:cNvSpPr/>
          <p:nvPr/>
        </p:nvSpPr>
        <p:spPr>
          <a:xfrm>
            <a:off x="594051" y="3296802"/>
            <a:ext cx="356118" cy="26439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kumimoji="1" lang="en-US" altLang="ja-JP" dirty="0"/>
              <a:t>0</a:t>
            </a:r>
            <a:endParaRPr kumimoji="1" lang="ja-JP" altLang="en-US" dirty="0"/>
          </a:p>
        </p:txBody>
      </p:sp>
      <p:sp>
        <p:nvSpPr>
          <p:cNvPr id="19" name="楕円 18">
            <a:extLst>
              <a:ext uri="{FF2B5EF4-FFF2-40B4-BE49-F238E27FC236}">
                <a16:creationId xmlns:a16="http://schemas.microsoft.com/office/drawing/2014/main" id="{283FCEA5-45E1-5E7B-0B50-4CC005B14759}"/>
              </a:ext>
            </a:extLst>
          </p:cNvPr>
          <p:cNvSpPr/>
          <p:nvPr/>
        </p:nvSpPr>
        <p:spPr>
          <a:xfrm>
            <a:off x="5951170" y="1190747"/>
            <a:ext cx="993916" cy="366598"/>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ADD</a:t>
            </a:r>
          </a:p>
        </p:txBody>
      </p:sp>
      <p:sp>
        <p:nvSpPr>
          <p:cNvPr id="20" name="正方形/長方形 19">
            <a:extLst>
              <a:ext uri="{FF2B5EF4-FFF2-40B4-BE49-F238E27FC236}">
                <a16:creationId xmlns:a16="http://schemas.microsoft.com/office/drawing/2014/main" id="{6FA45642-6104-9599-AD43-099B02FEF5FB}"/>
              </a:ext>
            </a:extLst>
          </p:cNvPr>
          <p:cNvSpPr/>
          <p:nvPr/>
        </p:nvSpPr>
        <p:spPr>
          <a:xfrm>
            <a:off x="9487679" y="1479358"/>
            <a:ext cx="356118" cy="26439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ja-JP" dirty="0"/>
              <a:t>0</a:t>
            </a:r>
          </a:p>
        </p:txBody>
      </p:sp>
      <p:sp>
        <p:nvSpPr>
          <p:cNvPr id="21" name="楕円 20">
            <a:extLst>
              <a:ext uri="{FF2B5EF4-FFF2-40B4-BE49-F238E27FC236}">
                <a16:creationId xmlns:a16="http://schemas.microsoft.com/office/drawing/2014/main" id="{AE7E0BA8-5A52-3D07-99AC-810B31B0B2EF}"/>
              </a:ext>
            </a:extLst>
          </p:cNvPr>
          <p:cNvSpPr/>
          <p:nvPr/>
        </p:nvSpPr>
        <p:spPr>
          <a:xfrm>
            <a:off x="5942720" y="1188071"/>
            <a:ext cx="993916" cy="366598"/>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BNZ</a:t>
            </a:r>
          </a:p>
        </p:txBody>
      </p:sp>
      <p:sp>
        <p:nvSpPr>
          <p:cNvPr id="22" name="正方形/長方形 21">
            <a:extLst>
              <a:ext uri="{FF2B5EF4-FFF2-40B4-BE49-F238E27FC236}">
                <a16:creationId xmlns:a16="http://schemas.microsoft.com/office/drawing/2014/main" id="{67EC75FE-7CDF-FDCD-265E-F60436D76B8D}"/>
              </a:ext>
            </a:extLst>
          </p:cNvPr>
          <p:cNvSpPr/>
          <p:nvPr/>
        </p:nvSpPr>
        <p:spPr>
          <a:xfrm>
            <a:off x="9496129" y="1493103"/>
            <a:ext cx="356118" cy="26439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ja-JP" dirty="0"/>
              <a:t>0</a:t>
            </a:r>
          </a:p>
        </p:txBody>
      </p:sp>
      <p:sp>
        <p:nvSpPr>
          <p:cNvPr id="23" name="楕円 22">
            <a:extLst>
              <a:ext uri="{FF2B5EF4-FFF2-40B4-BE49-F238E27FC236}">
                <a16:creationId xmlns:a16="http://schemas.microsoft.com/office/drawing/2014/main" id="{1D0A30D0-5B26-E4EA-2797-9488726E375F}"/>
              </a:ext>
            </a:extLst>
          </p:cNvPr>
          <p:cNvSpPr/>
          <p:nvPr/>
        </p:nvSpPr>
        <p:spPr>
          <a:xfrm>
            <a:off x="5942720" y="1201817"/>
            <a:ext cx="993916" cy="366598"/>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SUB</a:t>
            </a:r>
          </a:p>
        </p:txBody>
      </p:sp>
      <p:sp>
        <p:nvSpPr>
          <p:cNvPr id="24" name="正方形/長方形 23">
            <a:extLst>
              <a:ext uri="{FF2B5EF4-FFF2-40B4-BE49-F238E27FC236}">
                <a16:creationId xmlns:a16="http://schemas.microsoft.com/office/drawing/2014/main" id="{2CEED370-3336-7F29-8699-B9412A145FEF}"/>
              </a:ext>
            </a:extLst>
          </p:cNvPr>
          <p:cNvSpPr/>
          <p:nvPr/>
        </p:nvSpPr>
        <p:spPr>
          <a:xfrm>
            <a:off x="9487679" y="1493103"/>
            <a:ext cx="356118" cy="26439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ja-JP" dirty="0"/>
              <a:t>1</a:t>
            </a:r>
          </a:p>
        </p:txBody>
      </p:sp>
      <p:sp>
        <p:nvSpPr>
          <p:cNvPr id="25" name="楕円 24">
            <a:extLst>
              <a:ext uri="{FF2B5EF4-FFF2-40B4-BE49-F238E27FC236}">
                <a16:creationId xmlns:a16="http://schemas.microsoft.com/office/drawing/2014/main" id="{9A1D803C-4FC7-C007-A975-07F87332465F}"/>
              </a:ext>
            </a:extLst>
          </p:cNvPr>
          <p:cNvSpPr/>
          <p:nvPr/>
        </p:nvSpPr>
        <p:spPr>
          <a:xfrm>
            <a:off x="5951170" y="1190304"/>
            <a:ext cx="993916" cy="366598"/>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kumimoji="1" lang="en-US" altLang="ja-JP" sz="2000" dirty="0">
                <a:solidFill>
                  <a:schemeClr val="tx1"/>
                </a:solidFill>
                <a:latin typeface="ＭＳ Ｐゴシック" panose="020B0600070205080204" pitchFamily="50" charset="-128"/>
                <a:ea typeface="ＭＳ Ｐゴシック" panose="020B0600070205080204" pitchFamily="50" charset="-128"/>
              </a:rPr>
              <a:t>BNZ</a:t>
            </a:r>
          </a:p>
        </p:txBody>
      </p:sp>
      <p:sp>
        <p:nvSpPr>
          <p:cNvPr id="26" name="正方形/長方形 25">
            <a:extLst>
              <a:ext uri="{FF2B5EF4-FFF2-40B4-BE49-F238E27FC236}">
                <a16:creationId xmlns:a16="http://schemas.microsoft.com/office/drawing/2014/main" id="{8BEA5441-78B0-9415-A2D9-7977710D8F9A}"/>
              </a:ext>
            </a:extLst>
          </p:cNvPr>
          <p:cNvSpPr/>
          <p:nvPr/>
        </p:nvSpPr>
        <p:spPr>
          <a:xfrm>
            <a:off x="9504579" y="1498520"/>
            <a:ext cx="356118" cy="26439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ja-JP" dirty="0"/>
              <a:t>0</a:t>
            </a:r>
          </a:p>
        </p:txBody>
      </p:sp>
      <p:sp>
        <p:nvSpPr>
          <p:cNvPr id="27" name="楕円 26">
            <a:extLst>
              <a:ext uri="{FF2B5EF4-FFF2-40B4-BE49-F238E27FC236}">
                <a16:creationId xmlns:a16="http://schemas.microsoft.com/office/drawing/2014/main" id="{62BDB8B2-D197-D11A-9FD9-6E9744C7ECAC}"/>
              </a:ext>
            </a:extLst>
          </p:cNvPr>
          <p:cNvSpPr/>
          <p:nvPr/>
        </p:nvSpPr>
        <p:spPr>
          <a:xfrm>
            <a:off x="5961381" y="1199141"/>
            <a:ext cx="993916" cy="366598"/>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ADD</a:t>
            </a:r>
            <a:endParaRPr kumimoji="1" lang="en-US" altLang="ja-JP"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28" name="正方形/長方形 27">
            <a:extLst>
              <a:ext uri="{FF2B5EF4-FFF2-40B4-BE49-F238E27FC236}">
                <a16:creationId xmlns:a16="http://schemas.microsoft.com/office/drawing/2014/main" id="{719CE845-696F-DD18-BE19-BF827F1109F6}"/>
              </a:ext>
            </a:extLst>
          </p:cNvPr>
          <p:cNvSpPr/>
          <p:nvPr/>
        </p:nvSpPr>
        <p:spPr>
          <a:xfrm>
            <a:off x="9514791" y="1493102"/>
            <a:ext cx="356118" cy="26439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ja-JP" dirty="0"/>
              <a:t>1</a:t>
            </a:r>
          </a:p>
        </p:txBody>
      </p:sp>
      <p:sp>
        <p:nvSpPr>
          <p:cNvPr id="29" name="楕円 28">
            <a:extLst>
              <a:ext uri="{FF2B5EF4-FFF2-40B4-BE49-F238E27FC236}">
                <a16:creationId xmlns:a16="http://schemas.microsoft.com/office/drawing/2014/main" id="{B3B94D39-2CE4-40F6-E188-36436545B1B8}"/>
              </a:ext>
            </a:extLst>
          </p:cNvPr>
          <p:cNvSpPr/>
          <p:nvPr/>
        </p:nvSpPr>
        <p:spPr>
          <a:xfrm>
            <a:off x="5774769" y="5389579"/>
            <a:ext cx="993916" cy="366598"/>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ADD</a:t>
            </a:r>
            <a:endParaRPr kumimoji="1" lang="en-US" altLang="ja-JP"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30" name="楕円 29">
            <a:extLst>
              <a:ext uri="{FF2B5EF4-FFF2-40B4-BE49-F238E27FC236}">
                <a16:creationId xmlns:a16="http://schemas.microsoft.com/office/drawing/2014/main" id="{20C07EB7-8357-5DED-EC13-D8AFF1FECA44}"/>
              </a:ext>
            </a:extLst>
          </p:cNvPr>
          <p:cNvSpPr/>
          <p:nvPr/>
        </p:nvSpPr>
        <p:spPr>
          <a:xfrm>
            <a:off x="5951170" y="1191660"/>
            <a:ext cx="993916" cy="366598"/>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SUB</a:t>
            </a:r>
          </a:p>
        </p:txBody>
      </p:sp>
      <p:sp>
        <p:nvSpPr>
          <p:cNvPr id="31" name="正方形/長方形 30">
            <a:extLst>
              <a:ext uri="{FF2B5EF4-FFF2-40B4-BE49-F238E27FC236}">
                <a16:creationId xmlns:a16="http://schemas.microsoft.com/office/drawing/2014/main" id="{02BC244B-2A3F-E924-41DF-55B8DE91EAAB}"/>
              </a:ext>
            </a:extLst>
          </p:cNvPr>
          <p:cNvSpPr/>
          <p:nvPr/>
        </p:nvSpPr>
        <p:spPr>
          <a:xfrm>
            <a:off x="9505461" y="1486229"/>
            <a:ext cx="356118" cy="26439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ja-JP" dirty="0"/>
              <a:t>1</a:t>
            </a:r>
          </a:p>
        </p:txBody>
      </p:sp>
      <p:sp>
        <p:nvSpPr>
          <p:cNvPr id="32" name="楕円 31">
            <a:extLst>
              <a:ext uri="{FF2B5EF4-FFF2-40B4-BE49-F238E27FC236}">
                <a16:creationId xmlns:a16="http://schemas.microsoft.com/office/drawing/2014/main" id="{93B7933D-25A3-7B2F-ACB0-2892DA202789}"/>
              </a:ext>
            </a:extLst>
          </p:cNvPr>
          <p:cNvSpPr/>
          <p:nvPr/>
        </p:nvSpPr>
        <p:spPr>
          <a:xfrm>
            <a:off x="5961381" y="2158685"/>
            <a:ext cx="993916" cy="366598"/>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MUL</a:t>
            </a:r>
            <a:endParaRPr kumimoji="1" lang="en-US" altLang="ja-JP"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33" name="楕円 32">
            <a:extLst>
              <a:ext uri="{FF2B5EF4-FFF2-40B4-BE49-F238E27FC236}">
                <a16:creationId xmlns:a16="http://schemas.microsoft.com/office/drawing/2014/main" id="{938EDDFA-70A1-9DF0-7782-55231368F962}"/>
              </a:ext>
            </a:extLst>
          </p:cNvPr>
          <p:cNvSpPr/>
          <p:nvPr/>
        </p:nvSpPr>
        <p:spPr>
          <a:xfrm>
            <a:off x="5960499" y="1181918"/>
            <a:ext cx="993916" cy="366598"/>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kumimoji="1" lang="en-US" altLang="ja-JP" sz="2000" dirty="0">
                <a:solidFill>
                  <a:schemeClr val="tx1"/>
                </a:solidFill>
                <a:latin typeface="ＭＳ Ｐゴシック" panose="020B0600070205080204" pitchFamily="50" charset="-128"/>
                <a:ea typeface="ＭＳ Ｐゴシック" panose="020B0600070205080204" pitchFamily="50" charset="-128"/>
              </a:rPr>
              <a:t>BNZ</a:t>
            </a:r>
          </a:p>
        </p:txBody>
      </p:sp>
      <p:sp>
        <p:nvSpPr>
          <p:cNvPr id="34" name="正方形/長方形 33">
            <a:extLst>
              <a:ext uri="{FF2B5EF4-FFF2-40B4-BE49-F238E27FC236}">
                <a16:creationId xmlns:a16="http://schemas.microsoft.com/office/drawing/2014/main" id="{A36D0201-5B6D-5B96-359D-03D49C26E64D}"/>
              </a:ext>
            </a:extLst>
          </p:cNvPr>
          <p:cNvSpPr/>
          <p:nvPr/>
        </p:nvSpPr>
        <p:spPr>
          <a:xfrm>
            <a:off x="9521479" y="1498020"/>
            <a:ext cx="356118" cy="26439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ja-JP" dirty="0"/>
              <a:t>0</a:t>
            </a:r>
          </a:p>
        </p:txBody>
      </p:sp>
      <p:sp>
        <p:nvSpPr>
          <p:cNvPr id="35" name="楕円 34">
            <a:extLst>
              <a:ext uri="{FF2B5EF4-FFF2-40B4-BE49-F238E27FC236}">
                <a16:creationId xmlns:a16="http://schemas.microsoft.com/office/drawing/2014/main" id="{3319DD9D-2DA1-A09C-525D-D741B83F7032}"/>
              </a:ext>
            </a:extLst>
          </p:cNvPr>
          <p:cNvSpPr/>
          <p:nvPr/>
        </p:nvSpPr>
        <p:spPr>
          <a:xfrm>
            <a:off x="5951167" y="1182831"/>
            <a:ext cx="993916" cy="366598"/>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ADD</a:t>
            </a:r>
            <a:endParaRPr kumimoji="1" lang="en-US" altLang="ja-JP"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36" name="正方形/長方形 35">
            <a:extLst>
              <a:ext uri="{FF2B5EF4-FFF2-40B4-BE49-F238E27FC236}">
                <a16:creationId xmlns:a16="http://schemas.microsoft.com/office/drawing/2014/main" id="{E89055B6-DD65-DE32-2918-6983220B0FD3}"/>
              </a:ext>
            </a:extLst>
          </p:cNvPr>
          <p:cNvSpPr/>
          <p:nvPr/>
        </p:nvSpPr>
        <p:spPr>
          <a:xfrm>
            <a:off x="9504138" y="1492602"/>
            <a:ext cx="356118" cy="26439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ja-JP" dirty="0"/>
              <a:t>0</a:t>
            </a:r>
          </a:p>
        </p:txBody>
      </p:sp>
      <p:sp>
        <p:nvSpPr>
          <p:cNvPr id="37" name="楕円 36">
            <a:extLst>
              <a:ext uri="{FF2B5EF4-FFF2-40B4-BE49-F238E27FC236}">
                <a16:creationId xmlns:a16="http://schemas.microsoft.com/office/drawing/2014/main" id="{8AD51B1A-360E-BCB1-10C4-5E21B4449394}"/>
              </a:ext>
            </a:extLst>
          </p:cNvPr>
          <p:cNvSpPr/>
          <p:nvPr/>
        </p:nvSpPr>
        <p:spPr>
          <a:xfrm>
            <a:off x="5774769" y="5411837"/>
            <a:ext cx="993916" cy="366598"/>
          </a:xfrm>
          <a:prstGeom prst="ellipse">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ADD</a:t>
            </a:r>
            <a:endParaRPr kumimoji="1" lang="en-US" altLang="ja-JP"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7" name="楕円 6">
            <a:extLst>
              <a:ext uri="{FF2B5EF4-FFF2-40B4-BE49-F238E27FC236}">
                <a16:creationId xmlns:a16="http://schemas.microsoft.com/office/drawing/2014/main" id="{D66DFF5D-25DB-935A-871A-C7C8BB488B20}"/>
              </a:ext>
            </a:extLst>
          </p:cNvPr>
          <p:cNvSpPr/>
          <p:nvPr/>
        </p:nvSpPr>
        <p:spPr>
          <a:xfrm>
            <a:off x="5960055" y="1200135"/>
            <a:ext cx="993916" cy="366598"/>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ADD</a:t>
            </a:r>
            <a:endParaRPr kumimoji="1" lang="en-US" altLang="ja-JP"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8" name="正方形/長方形 7">
            <a:extLst>
              <a:ext uri="{FF2B5EF4-FFF2-40B4-BE49-F238E27FC236}">
                <a16:creationId xmlns:a16="http://schemas.microsoft.com/office/drawing/2014/main" id="{F2EA80A4-98F1-58F3-472F-CF4D7CC79DB5}"/>
              </a:ext>
            </a:extLst>
          </p:cNvPr>
          <p:cNvSpPr/>
          <p:nvPr/>
        </p:nvSpPr>
        <p:spPr>
          <a:xfrm>
            <a:off x="9480632" y="1485979"/>
            <a:ext cx="356118" cy="26439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ja-JP" dirty="0"/>
              <a:t>0</a:t>
            </a:r>
          </a:p>
        </p:txBody>
      </p:sp>
      <p:sp>
        <p:nvSpPr>
          <p:cNvPr id="9" name="楕円 8">
            <a:extLst>
              <a:ext uri="{FF2B5EF4-FFF2-40B4-BE49-F238E27FC236}">
                <a16:creationId xmlns:a16="http://schemas.microsoft.com/office/drawing/2014/main" id="{3D51E360-0F88-8A14-2F52-CCF458142373}"/>
              </a:ext>
            </a:extLst>
          </p:cNvPr>
          <p:cNvSpPr/>
          <p:nvPr/>
        </p:nvSpPr>
        <p:spPr>
          <a:xfrm>
            <a:off x="5967807" y="2158684"/>
            <a:ext cx="1167676" cy="552631"/>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ADDGEN</a:t>
            </a:r>
            <a:endParaRPr kumimoji="1" lang="en-US" altLang="ja-JP"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10" name="正方形/長方形 9">
            <a:extLst>
              <a:ext uri="{FF2B5EF4-FFF2-40B4-BE49-F238E27FC236}">
                <a16:creationId xmlns:a16="http://schemas.microsoft.com/office/drawing/2014/main" id="{FCBCE343-24AC-29EE-4EB9-87CE2C6822E4}"/>
              </a:ext>
            </a:extLst>
          </p:cNvPr>
          <p:cNvSpPr/>
          <p:nvPr/>
        </p:nvSpPr>
        <p:spPr>
          <a:xfrm>
            <a:off x="9483798" y="1506849"/>
            <a:ext cx="356118" cy="26439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ja-JP" dirty="0"/>
              <a:t>1</a:t>
            </a:r>
          </a:p>
        </p:txBody>
      </p:sp>
      <p:sp>
        <p:nvSpPr>
          <p:cNvPr id="13" name="楕円 12">
            <a:extLst>
              <a:ext uri="{FF2B5EF4-FFF2-40B4-BE49-F238E27FC236}">
                <a16:creationId xmlns:a16="http://schemas.microsoft.com/office/drawing/2014/main" id="{680FC4D0-138A-676E-3605-312D73062C31}"/>
              </a:ext>
            </a:extLst>
          </p:cNvPr>
          <p:cNvSpPr/>
          <p:nvPr/>
        </p:nvSpPr>
        <p:spPr>
          <a:xfrm>
            <a:off x="5774769" y="5411837"/>
            <a:ext cx="993916" cy="366598"/>
          </a:xfrm>
          <a:prstGeom prst="ellipse">
            <a:avLst/>
          </a:prstGeom>
          <a:solidFill>
            <a:srgbClr val="FF0000"/>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ADD</a:t>
            </a:r>
            <a:endParaRPr kumimoji="1" lang="en-US" altLang="ja-JP"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14" name="楕円 13">
            <a:extLst>
              <a:ext uri="{FF2B5EF4-FFF2-40B4-BE49-F238E27FC236}">
                <a16:creationId xmlns:a16="http://schemas.microsoft.com/office/drawing/2014/main" id="{2FB1F340-3074-41DD-43E6-DE40319F7823}"/>
              </a:ext>
            </a:extLst>
          </p:cNvPr>
          <p:cNvSpPr/>
          <p:nvPr/>
        </p:nvSpPr>
        <p:spPr>
          <a:xfrm>
            <a:off x="5950729" y="1201817"/>
            <a:ext cx="993916" cy="366598"/>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ADD</a:t>
            </a:r>
            <a:endParaRPr kumimoji="1" lang="en-US" altLang="ja-JP"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38" name="正方形/長方形 37">
            <a:extLst>
              <a:ext uri="{FF2B5EF4-FFF2-40B4-BE49-F238E27FC236}">
                <a16:creationId xmlns:a16="http://schemas.microsoft.com/office/drawing/2014/main" id="{655BC235-D48F-1CAC-3EE3-0AF703FC19DA}"/>
              </a:ext>
            </a:extLst>
          </p:cNvPr>
          <p:cNvSpPr/>
          <p:nvPr/>
        </p:nvSpPr>
        <p:spPr>
          <a:xfrm>
            <a:off x="9480111" y="1500225"/>
            <a:ext cx="356118" cy="26439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ja-JP" dirty="0"/>
              <a:t>0</a:t>
            </a:r>
          </a:p>
        </p:txBody>
      </p:sp>
      <p:sp>
        <p:nvSpPr>
          <p:cNvPr id="39" name="楕円 38">
            <a:extLst>
              <a:ext uri="{FF2B5EF4-FFF2-40B4-BE49-F238E27FC236}">
                <a16:creationId xmlns:a16="http://schemas.microsoft.com/office/drawing/2014/main" id="{DB999A4D-6894-15F2-A0E7-E46974DEDE72}"/>
              </a:ext>
            </a:extLst>
          </p:cNvPr>
          <p:cNvSpPr/>
          <p:nvPr/>
        </p:nvSpPr>
        <p:spPr>
          <a:xfrm>
            <a:off x="5967807" y="1203173"/>
            <a:ext cx="993916" cy="366598"/>
          </a:xfrm>
          <a:prstGeom prst="ellipse">
            <a:avLst/>
          </a:prstGeom>
          <a:solidFill>
            <a:srgbClr val="FF0000"/>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SUB</a:t>
            </a:r>
            <a:endParaRPr kumimoji="1" lang="en-US" altLang="ja-JP"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41" name="楕円 40">
            <a:extLst>
              <a:ext uri="{FF2B5EF4-FFF2-40B4-BE49-F238E27FC236}">
                <a16:creationId xmlns:a16="http://schemas.microsoft.com/office/drawing/2014/main" id="{947F709E-6AD5-0B61-6436-22FA5DDA042C}"/>
              </a:ext>
            </a:extLst>
          </p:cNvPr>
          <p:cNvSpPr/>
          <p:nvPr/>
        </p:nvSpPr>
        <p:spPr>
          <a:xfrm>
            <a:off x="6051474" y="2251700"/>
            <a:ext cx="993916" cy="366598"/>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SUB</a:t>
            </a:r>
            <a:endParaRPr kumimoji="1" lang="en-US" altLang="ja-JP"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42" name="正方形/長方形 41">
            <a:extLst>
              <a:ext uri="{FF2B5EF4-FFF2-40B4-BE49-F238E27FC236}">
                <a16:creationId xmlns:a16="http://schemas.microsoft.com/office/drawing/2014/main" id="{DD82FE2C-3CC8-8DED-CB7E-1375232A5B6B}"/>
              </a:ext>
            </a:extLst>
          </p:cNvPr>
          <p:cNvSpPr/>
          <p:nvPr/>
        </p:nvSpPr>
        <p:spPr>
          <a:xfrm>
            <a:off x="9467550" y="1520093"/>
            <a:ext cx="356118" cy="26439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ja-JP" dirty="0"/>
              <a:t>1</a:t>
            </a:r>
          </a:p>
        </p:txBody>
      </p:sp>
      <p:sp>
        <p:nvSpPr>
          <p:cNvPr id="40" name="楕円 39">
            <a:extLst>
              <a:ext uri="{FF2B5EF4-FFF2-40B4-BE49-F238E27FC236}">
                <a16:creationId xmlns:a16="http://schemas.microsoft.com/office/drawing/2014/main" id="{CCBC61B3-30AE-0F0D-A00D-688B598C39F8}"/>
              </a:ext>
            </a:extLst>
          </p:cNvPr>
          <p:cNvSpPr/>
          <p:nvPr/>
        </p:nvSpPr>
        <p:spPr>
          <a:xfrm>
            <a:off x="5979340" y="1190000"/>
            <a:ext cx="993916" cy="366598"/>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kumimoji="1" lang="en-US" altLang="ja-JP" sz="2000" dirty="0">
                <a:solidFill>
                  <a:schemeClr val="tx1"/>
                </a:solidFill>
                <a:latin typeface="ＭＳ Ｐゴシック" panose="020B0600070205080204" pitchFamily="50" charset="-128"/>
                <a:ea typeface="ＭＳ Ｐゴシック" panose="020B0600070205080204" pitchFamily="50" charset="-128"/>
              </a:rPr>
              <a:t>MUL</a:t>
            </a:r>
          </a:p>
        </p:txBody>
      </p:sp>
      <p:sp>
        <p:nvSpPr>
          <p:cNvPr id="43" name="楕円 42">
            <a:extLst>
              <a:ext uri="{FF2B5EF4-FFF2-40B4-BE49-F238E27FC236}">
                <a16:creationId xmlns:a16="http://schemas.microsoft.com/office/drawing/2014/main" id="{8C1EDB23-8B19-F116-B45F-8ACD42556169}"/>
              </a:ext>
            </a:extLst>
          </p:cNvPr>
          <p:cNvSpPr/>
          <p:nvPr/>
        </p:nvSpPr>
        <p:spPr>
          <a:xfrm>
            <a:off x="6045048" y="2251700"/>
            <a:ext cx="993916" cy="366598"/>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ADD</a:t>
            </a:r>
            <a:endParaRPr kumimoji="1" lang="en-US" altLang="ja-JP"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44" name="正方形/長方形 43">
            <a:extLst>
              <a:ext uri="{FF2B5EF4-FFF2-40B4-BE49-F238E27FC236}">
                <a16:creationId xmlns:a16="http://schemas.microsoft.com/office/drawing/2014/main" id="{B64CCB26-9FF8-D1D5-B38C-2FCC207E01B5}"/>
              </a:ext>
            </a:extLst>
          </p:cNvPr>
          <p:cNvSpPr/>
          <p:nvPr/>
        </p:nvSpPr>
        <p:spPr>
          <a:xfrm>
            <a:off x="9500178" y="1542662"/>
            <a:ext cx="356118" cy="26439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ja-JP" dirty="0"/>
              <a:t>1</a:t>
            </a:r>
          </a:p>
        </p:txBody>
      </p:sp>
      <p:sp>
        <p:nvSpPr>
          <p:cNvPr id="45" name="楕円 44">
            <a:extLst>
              <a:ext uri="{FF2B5EF4-FFF2-40B4-BE49-F238E27FC236}">
                <a16:creationId xmlns:a16="http://schemas.microsoft.com/office/drawing/2014/main" id="{0F74DD8A-9814-504B-6D40-FADB17DA4B88}"/>
              </a:ext>
            </a:extLst>
          </p:cNvPr>
          <p:cNvSpPr/>
          <p:nvPr/>
        </p:nvSpPr>
        <p:spPr>
          <a:xfrm>
            <a:off x="6011968" y="1198809"/>
            <a:ext cx="993916" cy="366598"/>
          </a:xfrm>
          <a:prstGeom prst="ellipse">
            <a:avLst/>
          </a:prstGeom>
          <a:solidFill>
            <a:srgbClr val="FF0000"/>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kumimoji="1" lang="en-US" altLang="ja-JP" sz="2000" dirty="0">
                <a:solidFill>
                  <a:schemeClr val="tx1"/>
                </a:solidFill>
                <a:latin typeface="ＭＳ Ｐゴシック" panose="020B0600070205080204" pitchFamily="50" charset="-128"/>
                <a:ea typeface="ＭＳ Ｐゴシック" panose="020B0600070205080204" pitchFamily="50" charset="-128"/>
              </a:rPr>
              <a:t>BNZ</a:t>
            </a:r>
          </a:p>
        </p:txBody>
      </p:sp>
      <p:sp>
        <p:nvSpPr>
          <p:cNvPr id="46" name="楕円 45">
            <a:extLst>
              <a:ext uri="{FF2B5EF4-FFF2-40B4-BE49-F238E27FC236}">
                <a16:creationId xmlns:a16="http://schemas.microsoft.com/office/drawing/2014/main" id="{A5FA13AA-8C4E-9ABA-305B-5B809EAE8251}"/>
              </a:ext>
            </a:extLst>
          </p:cNvPr>
          <p:cNvSpPr/>
          <p:nvPr/>
        </p:nvSpPr>
        <p:spPr>
          <a:xfrm>
            <a:off x="5999763" y="1201654"/>
            <a:ext cx="993916" cy="366598"/>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kumimoji="1" lang="en-US" altLang="ja-JP" sz="2000" dirty="0">
                <a:solidFill>
                  <a:schemeClr val="tx1"/>
                </a:solidFill>
                <a:latin typeface="ＭＳ Ｐゴシック" panose="020B0600070205080204" pitchFamily="50" charset="-128"/>
                <a:ea typeface="ＭＳ Ｐゴシック" panose="020B0600070205080204" pitchFamily="50" charset="-128"/>
              </a:rPr>
              <a:t>BNZ</a:t>
            </a:r>
          </a:p>
        </p:txBody>
      </p:sp>
      <p:sp>
        <p:nvSpPr>
          <p:cNvPr id="48" name="楕円 47">
            <a:extLst>
              <a:ext uri="{FF2B5EF4-FFF2-40B4-BE49-F238E27FC236}">
                <a16:creationId xmlns:a16="http://schemas.microsoft.com/office/drawing/2014/main" id="{DB764B60-F56E-6A66-89FA-8F5D83EF8AF7}"/>
              </a:ext>
            </a:extLst>
          </p:cNvPr>
          <p:cNvSpPr/>
          <p:nvPr/>
        </p:nvSpPr>
        <p:spPr>
          <a:xfrm>
            <a:off x="5981804" y="1199251"/>
            <a:ext cx="993916" cy="366598"/>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ADD</a:t>
            </a:r>
            <a:endParaRPr kumimoji="1" lang="en-US" altLang="ja-JP" sz="2000" dirty="0">
              <a:solidFill>
                <a:schemeClr val="tx1"/>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818842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1393 0.00509 L 0.21667 0.00764 L 0.21823 0.05532 " pathEditMode="relative" ptsTypes="AAA">
                                      <p:cBhvr>
                                        <p:cTn id="6" dur="2000" fill="hold"/>
                                        <p:tgtEl>
                                          <p:spTgt spid="6"/>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0" presetClass="path" presetSubtype="0" accel="50000" decel="50000" fill="hold" grpId="1" nodeType="withEffect">
                                  <p:stCondLst>
                                    <p:cond delay="0"/>
                                  </p:stCondLst>
                                  <p:childTnLst>
                                    <p:animMotion origin="layout" path="M 0.21979 0.05787 L 0.39961 0.06065 L 0.39961 0.09352 L 0.49062 0.06204 L 0.61003 0.06065 L 0.63607 0.01968 L 0.75612 0.01852 L 0.75547 0.04977 " pathEditMode="relative" ptsTypes="AAAAAAAA">
                                      <p:cBhvr>
                                        <p:cTn id="16" dur="2000" fill="hold"/>
                                        <p:tgtEl>
                                          <p:spTgt spid="6"/>
                                        </p:tgtEl>
                                        <p:attrNameLst>
                                          <p:attrName>ppt_x</p:attrName>
                                          <p:attrName>ppt_y</p:attrName>
                                        </p:attrNameLst>
                                      </p:cBhvr>
                                    </p:animMotion>
                                  </p:childTnLst>
                                </p:cTn>
                              </p:par>
                              <p:par>
                                <p:cTn id="17" presetID="0" presetClass="path" presetSubtype="0" accel="50000" decel="50000" fill="hold" grpId="0" nodeType="withEffect">
                                  <p:stCondLst>
                                    <p:cond delay="0"/>
                                  </p:stCondLst>
                                  <p:childTnLst>
                                    <p:animMotion origin="layout" path="M 0.01003 -0.00232 L 0.10873 0.19097 L 0.17826 0.16227 L 0.17982 0.14051 L 0.2694 0.17731 L 0.29154 0.15 L 0.29154 0.06967 L 0.44011 0.0669 " pathEditMode="relative" ptsTypes="AAAAAAAA">
                                      <p:cBhvr>
                                        <p:cTn id="18" dur="2000" fill="hold"/>
                                        <p:tgtEl>
                                          <p:spTgt spid="5"/>
                                        </p:tgtEl>
                                        <p:attrNameLst>
                                          <p:attrName>ppt_x</p:attrName>
                                          <p:attrName>ppt_y</p:attrName>
                                        </p:attrNameLst>
                                      </p:cBhvr>
                                    </p:animMotion>
                                  </p:childTnLst>
                                </p:cTn>
                              </p:par>
                              <p:par>
                                <p:cTn id="19" presetID="0" presetClass="path" presetSubtype="0" accel="50000" decel="50000" fill="hold" grpId="1" nodeType="withEffect">
                                  <p:stCondLst>
                                    <p:cond delay="0"/>
                                  </p:stCondLst>
                                  <p:childTnLst>
                                    <p:animMotion origin="layout" path="M 0.00469 0.0044 L 0.04219 -0.0324 L 0.0513 -0.03379 L 0.09661 -0.03379 L 0.09505 -0.07176 " pathEditMode="relative" ptsTypes="AAAAA">
                                      <p:cBhvr>
                                        <p:cTn id="20" dur="2000" fill="hold"/>
                                        <p:tgtEl>
                                          <p:spTgt spid="17"/>
                                        </p:tgtEl>
                                        <p:attrNameLst>
                                          <p:attrName>ppt_x</p:attrName>
                                          <p:attrName>ppt_y</p:attrName>
                                        </p:attrNameLst>
                                      </p:cBhvr>
                                    </p:animMotion>
                                  </p:childTnLst>
                                </p:cTn>
                              </p:par>
                            </p:childTnLst>
                          </p:cTn>
                        </p:par>
                        <p:par>
                          <p:cTn id="21" fill="hold">
                            <p:stCondLst>
                              <p:cond delay="2000"/>
                            </p:stCondLst>
                            <p:childTnLst>
                              <p:par>
                                <p:cTn id="22" presetID="1" presetClass="exit" presetSubtype="0" fill="hold" grpId="2" nodeType="afterEffect">
                                  <p:stCondLst>
                                    <p:cond delay="0"/>
                                  </p:stCondLst>
                                  <p:childTnLst>
                                    <p:set>
                                      <p:cBhvr>
                                        <p:cTn id="23" dur="1" fill="hold">
                                          <p:stCondLst>
                                            <p:cond delay="0"/>
                                          </p:stCondLst>
                                        </p:cTn>
                                        <p:tgtEl>
                                          <p:spTgt spid="17"/>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0" presetClass="path" presetSubtype="0" accel="50000" decel="50000" fill="hold" grpId="2" nodeType="clickEffect">
                                  <p:stCondLst>
                                    <p:cond delay="0"/>
                                  </p:stCondLst>
                                  <p:childTnLst>
                                    <p:animMotion origin="layout" path="M 0.75781 0.05255 L 0.8474 0.05 L 0.8474 0.70162 L 0.23112 0.70023 L 0.23034 0.67963 L 0.05365 0.67963 L 0.05365 0.10694 L 0.21888 0.10301 L 0.21966 0.05532 L 0.32995 0.05393 L 0.39883 0.06343 L 0.39961 0.09468 " pathEditMode="relative" ptsTypes="AAAAAAAAAAAA">
                                      <p:cBhvr>
                                        <p:cTn id="27" dur="2000" fill="hold"/>
                                        <p:tgtEl>
                                          <p:spTgt spid="6"/>
                                        </p:tgtEl>
                                        <p:attrNameLst>
                                          <p:attrName>ppt_x</p:attrName>
                                          <p:attrName>ppt_y</p:attrName>
                                        </p:attrNameLst>
                                      </p:cBhvr>
                                    </p:animMotion>
                                  </p:childTnLst>
                                </p:cTn>
                              </p:par>
                            </p:childTnLst>
                          </p:cTn>
                        </p:par>
                        <p:par>
                          <p:cTn id="28" fill="hold">
                            <p:stCondLst>
                              <p:cond delay="2000"/>
                            </p:stCondLst>
                            <p:childTnLst>
                              <p:par>
                                <p:cTn id="29" presetID="1" presetClass="exit" presetSubtype="0" fill="hold" grpId="3" nodeType="afterEffect">
                                  <p:stCondLst>
                                    <p:cond delay="0"/>
                                  </p:stCondLst>
                                  <p:childTnLst>
                                    <p:set>
                                      <p:cBhvr>
                                        <p:cTn id="30" dur="1" fill="hold">
                                          <p:stCondLst>
                                            <p:cond delay="0"/>
                                          </p:stCondLst>
                                        </p:cTn>
                                        <p:tgtEl>
                                          <p:spTgt spid="6"/>
                                        </p:tgtEl>
                                        <p:attrNameLst>
                                          <p:attrName>style.visibility</p:attrName>
                                        </p:attrNameLst>
                                      </p:cBhvr>
                                      <p:to>
                                        <p:strVal val="hidden"/>
                                      </p:to>
                                    </p:set>
                                  </p:childTnLst>
                                </p:cTn>
                              </p:par>
                              <p:par>
                                <p:cTn id="31" presetID="1" presetClass="entr" presetSubtype="0" fill="hold" grpId="1"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0" presetClass="path" presetSubtype="0" accel="50000" decel="50000" fill="hold" grpId="0" nodeType="clickEffect">
                                  <p:stCondLst>
                                    <p:cond delay="0"/>
                                  </p:stCondLst>
                                  <p:childTnLst>
                                    <p:animMotion origin="layout" path="M -0.00013 0.00579 L 0.09323 -0.02963 L 0.21106 -0.02963 L 0.23789 -0.06921 L 0.35807 -0.07454 L 0.35885 -0.03658 " pathEditMode="relative" ptsTypes="AAAAAA">
                                      <p:cBhvr>
                                        <p:cTn id="36" dur="2000" fill="hold"/>
                                        <p:tgtEl>
                                          <p:spTgt spid="16"/>
                                        </p:tgtEl>
                                        <p:attrNameLst>
                                          <p:attrName>ppt_x</p:attrName>
                                          <p:attrName>ppt_y</p:attrName>
                                        </p:attrNameLst>
                                      </p:cBhvr>
                                    </p:animMotion>
                                  </p:childTnLst>
                                </p:cTn>
                              </p:par>
                              <p:par>
                                <p:cTn id="37" presetID="0" presetClass="path" presetSubtype="0" accel="50000" decel="50000" fill="hold" grpId="2" nodeType="withEffect">
                                  <p:stCondLst>
                                    <p:cond delay="0"/>
                                  </p:stCondLst>
                                  <p:childTnLst>
                                    <p:animMotion origin="layout" path="M 0.43789 0.06713 L 0.48138 0.0044 L 0.53659 0.00162 L 0.53659 -0.03496 " pathEditMode="relative" ptsTypes="AAAA">
                                      <p:cBhvr>
                                        <p:cTn id="38" dur="2000" fill="hold"/>
                                        <p:tgtEl>
                                          <p:spTgt spid="5"/>
                                        </p:tgtEl>
                                        <p:attrNameLst>
                                          <p:attrName>ppt_x</p:attrName>
                                          <p:attrName>ppt_y</p:attrName>
                                        </p:attrNameLst>
                                      </p:cBhvr>
                                    </p:animMotion>
                                  </p:childTnLst>
                                </p:cTn>
                              </p:par>
                            </p:childTnLst>
                          </p:cTn>
                        </p:par>
                        <p:par>
                          <p:cTn id="39" fill="hold">
                            <p:stCondLst>
                              <p:cond delay="2000"/>
                            </p:stCondLst>
                            <p:childTnLst>
                              <p:par>
                                <p:cTn id="40" presetID="1" presetClass="exit" presetSubtype="0" fill="hold" grpId="3" nodeType="afterEffect">
                                  <p:stCondLst>
                                    <p:cond delay="0"/>
                                  </p:stCondLst>
                                  <p:childTnLst>
                                    <p:set>
                                      <p:cBhvr>
                                        <p:cTn id="41" dur="1" fill="hold">
                                          <p:stCondLst>
                                            <p:cond delay="0"/>
                                          </p:stCondLst>
                                        </p:cTn>
                                        <p:tgtEl>
                                          <p:spTgt spid="5"/>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0" presetClass="path" presetSubtype="0" accel="50000" decel="50000" fill="hold" grpId="2" nodeType="clickEffect">
                                  <p:stCondLst>
                                    <p:cond delay="0"/>
                                  </p:stCondLst>
                                  <p:childTnLst>
                                    <p:animMotion origin="layout" path="M 0.35716 -0.03542 L 0.35716 -0.03542 L 0.4483 -0.03658 C 0.44882 0.1787 0.44935 0.39421 0.44987 0.60972 L -0.16784 0.61528 L -0.16628 0.58796 L -0.3431 0.58657 C -0.34362 0.39653 -0.34414 0.20648 -0.34453 0.01643 L -0.1793 0.01366 L -0.17852 -0.03542 L -0.06446 -0.03542 L -0.00092 -0.02708 L -0.00026 0.00694 " pathEditMode="relative" ptsTypes="AAAAAAAAAAAAA">
                                      <p:cBhvr>
                                        <p:cTn id="45" dur="2000" fill="hold"/>
                                        <p:tgtEl>
                                          <p:spTgt spid="16"/>
                                        </p:tgtEl>
                                        <p:attrNameLst>
                                          <p:attrName>ppt_x</p:attrName>
                                          <p:attrName>ppt_y</p:attrName>
                                        </p:attrNameLst>
                                      </p:cBhvr>
                                    </p:animMotion>
                                  </p:childTnLst>
                                </p:cTn>
                              </p:par>
                            </p:childTnLst>
                          </p:cTn>
                        </p:par>
                        <p:par>
                          <p:cTn id="46" fill="hold">
                            <p:stCondLst>
                              <p:cond delay="2000"/>
                            </p:stCondLst>
                            <p:childTnLst>
                              <p:par>
                                <p:cTn id="47" presetID="1" presetClass="exit" presetSubtype="0" fill="hold" grpId="3" nodeType="afterEffect">
                                  <p:stCondLst>
                                    <p:cond delay="0"/>
                                  </p:stCondLst>
                                  <p:childTnLst>
                                    <p:set>
                                      <p:cBhvr>
                                        <p:cTn id="48" dur="1" fill="hold">
                                          <p:stCondLst>
                                            <p:cond delay="0"/>
                                          </p:stCondLst>
                                        </p:cTn>
                                        <p:tgtEl>
                                          <p:spTgt spid="16"/>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0" presetClass="path" presetSubtype="0" accel="50000" decel="50000" fill="hold" grpId="1" nodeType="clickEffect">
                                  <p:stCondLst>
                                    <p:cond delay="0"/>
                                  </p:stCondLst>
                                  <p:childTnLst>
                                    <p:animMotion origin="layout" path="M 0.00143 0.00394 L 0.0901 -0.03148 L 0.21028 -0.03009 L 0.23932 -0.06829 L 0.35651 -0.07361 L 0.35651 -0.04236 " pathEditMode="relative" ptsTypes="AAAAAA">
                                      <p:cBhvr>
                                        <p:cTn id="56" dur="2000" fill="hold"/>
                                        <p:tgtEl>
                                          <p:spTgt spid="19"/>
                                        </p:tgtEl>
                                        <p:attrNameLst>
                                          <p:attrName>ppt_x</p:attrName>
                                          <p:attrName>ppt_y</p:attrName>
                                        </p:attrNameLst>
                                      </p:cBhvr>
                                    </p:animMotion>
                                  </p:childTnLst>
                                </p:cTn>
                              </p:par>
                              <p:par>
                                <p:cTn id="57" presetID="0" presetClass="path" presetSubtype="0" accel="50000" decel="50000" fill="hold" grpId="1" nodeType="withEffect">
                                  <p:stCondLst>
                                    <p:cond delay="0"/>
                                  </p:stCondLst>
                                  <p:childTnLst>
                                    <p:animMotion origin="layout" path="M 0.00469 0.0044 L 0.04219 -0.0324 L 0.0513 -0.03379 L 0.09661 -0.03379 L 0.09505 -0.07176 " pathEditMode="relative" rAng="0" ptsTypes="AAAAA">
                                      <p:cBhvr>
                                        <p:cTn id="58" dur="2000" fill="hold"/>
                                        <p:tgtEl>
                                          <p:spTgt spid="20"/>
                                        </p:tgtEl>
                                        <p:attrNameLst>
                                          <p:attrName>ppt_x</p:attrName>
                                          <p:attrName>ppt_y</p:attrName>
                                        </p:attrNameLst>
                                      </p:cBhvr>
                                      <p:rCtr x="4596" y="-3819"/>
                                    </p:animMotion>
                                  </p:childTnLst>
                                </p:cTn>
                              </p:par>
                            </p:childTnLst>
                          </p:cTn>
                        </p:par>
                        <p:par>
                          <p:cTn id="59" fill="hold">
                            <p:stCondLst>
                              <p:cond delay="2000"/>
                            </p:stCondLst>
                            <p:childTnLst>
                              <p:par>
                                <p:cTn id="60" presetID="1" presetClass="exit" presetSubtype="0" fill="hold" grpId="2" nodeType="afterEffect">
                                  <p:stCondLst>
                                    <p:cond delay="0"/>
                                  </p:stCondLst>
                                  <p:childTnLst>
                                    <p:set>
                                      <p:cBhvr>
                                        <p:cTn id="61" dur="1" fill="hold">
                                          <p:stCondLst>
                                            <p:cond delay="0"/>
                                          </p:stCondLst>
                                        </p:cTn>
                                        <p:tgtEl>
                                          <p:spTgt spid="20"/>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0" presetClass="path" presetSubtype="0" accel="50000" decel="50000" fill="hold" grpId="2" nodeType="clickEffect">
                                  <p:stCondLst>
                                    <p:cond delay="0"/>
                                  </p:stCondLst>
                                  <p:childTnLst>
                                    <p:animMotion origin="layout" path="M 0.35794 -0.03727 L 0.44987 -0.03842 C 0.44961 0.17685 0.44935 0.39236 0.44908 0.60787 L -0.16862 0.61065 L -0.16784 0.58866 L -0.34375 0.58472 L -0.34375 0.01597 L -0.17852 0.01181 L -0.17774 -0.03588 L -0.0668 -0.03588 L 0.00364 -0.025 L 0.00364 -0.00185 " pathEditMode="relative" ptsTypes="AAAAAAAAAAAA">
                                      <p:cBhvr>
                                        <p:cTn id="65" dur="2000" fill="hold"/>
                                        <p:tgtEl>
                                          <p:spTgt spid="19"/>
                                        </p:tgtEl>
                                        <p:attrNameLst>
                                          <p:attrName>ppt_x</p:attrName>
                                          <p:attrName>ppt_y</p:attrName>
                                        </p:attrNameLst>
                                      </p:cBhvr>
                                    </p:animMotion>
                                  </p:childTnLst>
                                </p:cTn>
                              </p:par>
                            </p:childTnLst>
                          </p:cTn>
                        </p:par>
                        <p:par>
                          <p:cTn id="66" fill="hold">
                            <p:stCondLst>
                              <p:cond delay="2000"/>
                            </p:stCondLst>
                            <p:childTnLst>
                              <p:par>
                                <p:cTn id="67" presetID="1" presetClass="exit" presetSubtype="0" fill="hold" grpId="3" nodeType="afterEffect">
                                  <p:stCondLst>
                                    <p:cond delay="0"/>
                                  </p:stCondLst>
                                  <p:childTnLst>
                                    <p:set>
                                      <p:cBhvr>
                                        <p:cTn id="68" dur="1" fill="hold">
                                          <p:stCondLst>
                                            <p:cond delay="0"/>
                                          </p:stCondLst>
                                        </p:cTn>
                                        <p:tgtEl>
                                          <p:spTgt spid="19"/>
                                        </p:tgtEl>
                                        <p:attrNameLst>
                                          <p:attrName>style.visibility</p:attrName>
                                        </p:attrNameLst>
                                      </p:cBhvr>
                                      <p:to>
                                        <p:strVal val="hidden"/>
                                      </p:to>
                                    </p:set>
                                  </p:childTnLst>
                                </p:cTn>
                              </p:par>
                              <p:par>
                                <p:cTn id="69" presetID="1" presetClass="entr" presetSubtype="0"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0" presetClass="path" presetSubtype="0" accel="50000" decel="50000" fill="hold" grpId="2" nodeType="clickEffect">
                                  <p:stCondLst>
                                    <p:cond delay="0"/>
                                  </p:stCondLst>
                                  <p:childTnLst>
                                    <p:animMotion origin="layout" path="M 0.00222 -0.00116 L 0.09402 -0.02708 L 0.21342 -0.0257 L 0.23946 -0.07083 L 0.3573 -0.07199 L 0.35886 -0.04491 " pathEditMode="relative" rAng="0" ptsTypes="AAAAAA">
                                      <p:cBhvr>
                                        <p:cTn id="76" dur="2000" fill="hold"/>
                                        <p:tgtEl>
                                          <p:spTgt spid="21"/>
                                        </p:tgtEl>
                                        <p:attrNameLst>
                                          <p:attrName>ppt_x</p:attrName>
                                          <p:attrName>ppt_y</p:attrName>
                                        </p:attrNameLst>
                                      </p:cBhvr>
                                      <p:rCtr x="17826" y="-3542"/>
                                    </p:animMotion>
                                  </p:childTnLst>
                                </p:cTn>
                              </p:par>
                              <p:par>
                                <p:cTn id="77" presetID="0" presetClass="path" presetSubtype="0" accel="50000" decel="50000" fill="hold" grpId="1" nodeType="withEffect">
                                  <p:stCondLst>
                                    <p:cond delay="0"/>
                                  </p:stCondLst>
                                  <p:childTnLst>
                                    <p:animMotion origin="layout" path="M 4.16667E-7 2.96296E-6 L 0.0375 -0.03681 L 0.04661 -0.0382 L 0.09193 -0.0382 L 0.09036 -0.07616 " pathEditMode="relative" rAng="0" ptsTypes="AAAAA">
                                      <p:cBhvr>
                                        <p:cTn id="78" dur="2000" fill="hold"/>
                                        <p:tgtEl>
                                          <p:spTgt spid="22"/>
                                        </p:tgtEl>
                                        <p:attrNameLst>
                                          <p:attrName>ppt_x</p:attrName>
                                          <p:attrName>ppt_y</p:attrName>
                                        </p:attrNameLst>
                                      </p:cBhvr>
                                      <p:rCtr x="4596" y="-3819"/>
                                    </p:animMotion>
                                  </p:childTnLst>
                                </p:cTn>
                              </p:par>
                            </p:childTnLst>
                          </p:cTn>
                        </p:par>
                        <p:par>
                          <p:cTn id="79" fill="hold">
                            <p:stCondLst>
                              <p:cond delay="2000"/>
                            </p:stCondLst>
                            <p:childTnLst>
                              <p:par>
                                <p:cTn id="80" presetID="1" presetClass="exit" presetSubtype="0" fill="hold" grpId="2" nodeType="afterEffect">
                                  <p:stCondLst>
                                    <p:cond delay="0"/>
                                  </p:stCondLst>
                                  <p:childTnLst>
                                    <p:set>
                                      <p:cBhvr>
                                        <p:cTn id="81" dur="1" fill="hold">
                                          <p:stCondLst>
                                            <p:cond delay="0"/>
                                          </p:stCondLst>
                                        </p:cTn>
                                        <p:tgtEl>
                                          <p:spTgt spid="22"/>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0" presetClass="path" presetSubtype="0" accel="50000" decel="50000" fill="hold" grpId="3" nodeType="clickEffect">
                                  <p:stCondLst>
                                    <p:cond delay="0"/>
                                  </p:stCondLst>
                                  <p:childTnLst>
                                    <p:animMotion origin="layout" path="M 0.36042 -0.03681 L 0.45001 -0.03796 L 0.45001 0.6125 L -0.16771 0.61389 L -0.16628 0.58796 L -0.34232 0.58657 C -0.34258 0.39606 -0.34284 0.20555 -0.34297 0.01504 L -0.17696 0.01227 L -0.1793 -0.03681 L -0.06601 -0.03542 L 0.00365 -0.02593 L 0.00365 -0.00139 " pathEditMode="relative" rAng="0" ptsTypes="AAAAAAAAAAAA">
                                      <p:cBhvr>
                                        <p:cTn id="85" dur="2000" fill="hold"/>
                                        <p:tgtEl>
                                          <p:spTgt spid="21"/>
                                        </p:tgtEl>
                                        <p:attrNameLst>
                                          <p:attrName>ppt_x</p:attrName>
                                          <p:attrName>ppt_y</p:attrName>
                                        </p:attrNameLst>
                                      </p:cBhvr>
                                      <p:rCtr x="-30690" y="32477"/>
                                    </p:animMotion>
                                  </p:childTnLst>
                                </p:cTn>
                              </p:par>
                            </p:childTnLst>
                          </p:cTn>
                        </p:par>
                        <p:par>
                          <p:cTn id="86" fill="hold">
                            <p:stCondLst>
                              <p:cond delay="2000"/>
                            </p:stCondLst>
                            <p:childTnLst>
                              <p:par>
                                <p:cTn id="87" presetID="1" presetClass="exit" presetSubtype="0" fill="hold" grpId="4" nodeType="afterEffect">
                                  <p:stCondLst>
                                    <p:cond delay="0"/>
                                  </p:stCondLst>
                                  <p:childTnLst>
                                    <p:set>
                                      <p:cBhvr>
                                        <p:cTn id="88" dur="1" fill="hold">
                                          <p:stCondLst>
                                            <p:cond delay="0"/>
                                          </p:stCondLst>
                                        </p:cTn>
                                        <p:tgtEl>
                                          <p:spTgt spid="21"/>
                                        </p:tgtEl>
                                        <p:attrNameLst>
                                          <p:attrName>style.visibility</p:attrName>
                                        </p:attrNameLst>
                                      </p:cBhvr>
                                      <p:to>
                                        <p:strVal val="hidden"/>
                                      </p:to>
                                    </p:set>
                                  </p:childTnLst>
                                </p:cTn>
                              </p:par>
                              <p:par>
                                <p:cTn id="89" presetID="1" presetClass="entr" presetSubtype="0" fill="hold" grpId="0" nodeType="withEffect">
                                  <p:stCondLst>
                                    <p:cond delay="0"/>
                                  </p:stCondLst>
                                  <p:childTnLst>
                                    <p:set>
                                      <p:cBhvr>
                                        <p:cTn id="90" dur="1" fill="hold">
                                          <p:stCondLst>
                                            <p:cond delay="0"/>
                                          </p:stCondLst>
                                        </p:cTn>
                                        <p:tgtEl>
                                          <p:spTgt spid="24"/>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0" presetClass="path" presetSubtype="0" accel="50000" decel="50000" fill="hold" grpId="1" nodeType="clickEffect">
                                  <p:stCondLst>
                                    <p:cond delay="0"/>
                                  </p:stCondLst>
                                  <p:childTnLst>
                                    <p:animMotion origin="layout" path="M 0.00378 -0.00046 L 0.09167 -0.0331 L 0.21264 -0.03194 L 0.23946 -0.07268 L 0.35808 -0.07523 L 0.35964 -0.04004 " pathEditMode="relative" rAng="0" ptsTypes="AAAAAA">
                                      <p:cBhvr>
                                        <p:cTn id="96" dur="2000" fill="hold"/>
                                        <p:tgtEl>
                                          <p:spTgt spid="23"/>
                                        </p:tgtEl>
                                        <p:attrNameLst>
                                          <p:attrName>ppt_x</p:attrName>
                                          <p:attrName>ppt_y</p:attrName>
                                        </p:attrNameLst>
                                      </p:cBhvr>
                                      <p:rCtr x="17786" y="-3750"/>
                                    </p:animMotion>
                                  </p:childTnLst>
                                </p:cTn>
                              </p:par>
                              <p:par>
                                <p:cTn id="97" presetID="0" presetClass="path" presetSubtype="0" accel="50000" decel="50000" fill="hold" grpId="1" nodeType="withEffect">
                                  <p:stCondLst>
                                    <p:cond delay="0"/>
                                  </p:stCondLst>
                                  <p:childTnLst>
                                    <p:animMotion origin="layout" path="M 1.66667E-6 2.96296E-6 L 0.0375 -0.03681 L 0.04661 -0.0382 L 0.09193 -0.0382 L 0.09036 -0.07616 " pathEditMode="relative" rAng="0" ptsTypes="AAAAA">
                                      <p:cBhvr>
                                        <p:cTn id="98" dur="2000" fill="hold"/>
                                        <p:tgtEl>
                                          <p:spTgt spid="24"/>
                                        </p:tgtEl>
                                        <p:attrNameLst>
                                          <p:attrName>ppt_x</p:attrName>
                                          <p:attrName>ppt_y</p:attrName>
                                        </p:attrNameLst>
                                      </p:cBhvr>
                                      <p:rCtr x="4596" y="-3819"/>
                                    </p:animMotion>
                                  </p:childTnLst>
                                </p:cTn>
                              </p:par>
                            </p:childTnLst>
                          </p:cTn>
                        </p:par>
                        <p:par>
                          <p:cTn id="99" fill="hold">
                            <p:stCondLst>
                              <p:cond delay="2000"/>
                            </p:stCondLst>
                            <p:childTnLst>
                              <p:par>
                                <p:cTn id="100" presetID="1" presetClass="exit" presetSubtype="0" fill="hold" grpId="2" nodeType="afterEffect">
                                  <p:stCondLst>
                                    <p:cond delay="0"/>
                                  </p:stCondLst>
                                  <p:childTnLst>
                                    <p:set>
                                      <p:cBhvr>
                                        <p:cTn id="101" dur="1" fill="hold">
                                          <p:stCondLst>
                                            <p:cond delay="0"/>
                                          </p:stCondLst>
                                        </p:cTn>
                                        <p:tgtEl>
                                          <p:spTgt spid="24"/>
                                        </p:tgtEl>
                                        <p:attrNameLst>
                                          <p:attrName>style.visibility</p:attrName>
                                        </p:attrNameLst>
                                      </p:cBhvr>
                                      <p:to>
                                        <p:strVal val="hidden"/>
                                      </p:to>
                                    </p:set>
                                  </p:childTnLst>
                                </p:cTn>
                              </p:par>
                            </p:childTnLst>
                          </p:cTn>
                        </p:par>
                      </p:childTnLst>
                    </p:cTn>
                  </p:par>
                  <p:par>
                    <p:cTn id="102" fill="hold">
                      <p:stCondLst>
                        <p:cond delay="indefinite"/>
                      </p:stCondLst>
                      <p:childTnLst>
                        <p:par>
                          <p:cTn id="103" fill="hold">
                            <p:stCondLst>
                              <p:cond delay="0"/>
                            </p:stCondLst>
                            <p:childTnLst>
                              <p:par>
                                <p:cTn id="104" presetID="0" presetClass="path" presetSubtype="0" accel="50000" decel="50000" fill="hold" grpId="2" nodeType="clickEffect">
                                  <p:stCondLst>
                                    <p:cond delay="0"/>
                                  </p:stCondLst>
                                  <p:childTnLst>
                                    <p:animMotion origin="layout" path="M 0.35808 -0.03866 L 0.45001 -0.04259 L 0.45001 0.60625 L -0.16771 0.60625 L -0.16771 0.58033 L -0.17383 0.58704 L -0.3431 0.5831 L -0.34375 0.01296 L -0.17696 0.01042 L -0.17852 -0.04143 L -0.06666 -0.03588 L 0.00287 -0.03171 L 0.00222 -0.00324 " pathEditMode="relative" rAng="0" ptsTypes="AAAAAAAAAAAAA">
                                      <p:cBhvr>
                                        <p:cTn id="105" dur="2000" fill="hold"/>
                                        <p:tgtEl>
                                          <p:spTgt spid="23"/>
                                        </p:tgtEl>
                                        <p:attrNameLst>
                                          <p:attrName>ppt_x</p:attrName>
                                          <p:attrName>ppt_y</p:attrName>
                                        </p:attrNameLst>
                                      </p:cBhvr>
                                      <p:rCtr x="-30495" y="32037"/>
                                    </p:animMotion>
                                  </p:childTnLst>
                                </p:cTn>
                              </p:par>
                            </p:childTnLst>
                          </p:cTn>
                        </p:par>
                        <p:par>
                          <p:cTn id="106" fill="hold">
                            <p:stCondLst>
                              <p:cond delay="2000"/>
                            </p:stCondLst>
                            <p:childTnLst>
                              <p:par>
                                <p:cTn id="107" presetID="1" presetClass="exit" presetSubtype="0" fill="hold" grpId="3" nodeType="afterEffect">
                                  <p:stCondLst>
                                    <p:cond delay="0"/>
                                  </p:stCondLst>
                                  <p:childTnLst>
                                    <p:set>
                                      <p:cBhvr>
                                        <p:cTn id="108" dur="1" fill="hold">
                                          <p:stCondLst>
                                            <p:cond delay="0"/>
                                          </p:stCondLst>
                                        </p:cTn>
                                        <p:tgtEl>
                                          <p:spTgt spid="23"/>
                                        </p:tgtEl>
                                        <p:attrNameLst>
                                          <p:attrName>style.visibility</p:attrName>
                                        </p:attrNameLst>
                                      </p:cBhvr>
                                      <p:to>
                                        <p:strVal val="hidden"/>
                                      </p:to>
                                    </p:set>
                                  </p:childTnLst>
                                </p:cTn>
                              </p:par>
                              <p:par>
                                <p:cTn id="109" presetID="1" presetClass="entr" presetSubtype="0" fill="hold" grpId="0" nodeType="withEffect">
                                  <p:stCondLst>
                                    <p:cond delay="0"/>
                                  </p:stCondLst>
                                  <p:childTnLst>
                                    <p:set>
                                      <p:cBhvr>
                                        <p:cTn id="110" dur="1" fill="hold">
                                          <p:stCondLst>
                                            <p:cond delay="0"/>
                                          </p:stCondLst>
                                        </p:cTn>
                                        <p:tgtEl>
                                          <p:spTgt spid="25"/>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26"/>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0" presetClass="path" presetSubtype="0" accel="50000" decel="50000" fill="hold" grpId="1" nodeType="clickEffect">
                                  <p:stCondLst>
                                    <p:cond delay="0"/>
                                  </p:stCondLst>
                                  <p:childTnLst>
                                    <p:animMotion origin="layout" path="M 0.00299 0.00394 L 0.09244 -0.02893 L 0.21106 -0.02893 L 0.23932 -0.07245 L 0.35651 -0.07245 L 0.35729 -0.04259 " pathEditMode="relative" rAng="0" ptsTypes="AAAAAA">
                                      <p:cBhvr>
                                        <p:cTn id="116" dur="2000" fill="hold"/>
                                        <p:tgtEl>
                                          <p:spTgt spid="25"/>
                                        </p:tgtEl>
                                        <p:attrNameLst>
                                          <p:attrName>ppt_x</p:attrName>
                                          <p:attrName>ppt_y</p:attrName>
                                        </p:attrNameLst>
                                      </p:cBhvr>
                                      <p:rCtr x="17708" y="-3819"/>
                                    </p:animMotion>
                                  </p:childTnLst>
                                </p:cTn>
                              </p:par>
                              <p:par>
                                <p:cTn id="117" presetID="0" presetClass="path" presetSubtype="0" accel="50000" decel="50000" fill="hold" grpId="1" nodeType="withEffect">
                                  <p:stCondLst>
                                    <p:cond delay="0"/>
                                  </p:stCondLst>
                                  <p:childTnLst>
                                    <p:animMotion origin="layout" path="M -6.25E-7 -1.48148E-6 L 0.0375 -0.0368 L 0.04662 -0.03819 L 0.09193 -0.03819 L 0.09037 -0.07616 " pathEditMode="relative" rAng="0" ptsTypes="AAAAA">
                                      <p:cBhvr>
                                        <p:cTn id="118" dur="2000" fill="hold"/>
                                        <p:tgtEl>
                                          <p:spTgt spid="26"/>
                                        </p:tgtEl>
                                        <p:attrNameLst>
                                          <p:attrName>ppt_x</p:attrName>
                                          <p:attrName>ppt_y</p:attrName>
                                        </p:attrNameLst>
                                      </p:cBhvr>
                                      <p:rCtr x="4596" y="-3819"/>
                                    </p:animMotion>
                                  </p:childTnLst>
                                </p:cTn>
                              </p:par>
                            </p:childTnLst>
                          </p:cTn>
                        </p:par>
                        <p:par>
                          <p:cTn id="119" fill="hold">
                            <p:stCondLst>
                              <p:cond delay="2000"/>
                            </p:stCondLst>
                            <p:childTnLst>
                              <p:par>
                                <p:cTn id="120" presetID="1" presetClass="exit" presetSubtype="0" fill="hold" grpId="2" nodeType="afterEffect">
                                  <p:stCondLst>
                                    <p:cond delay="0"/>
                                  </p:stCondLst>
                                  <p:childTnLst>
                                    <p:set>
                                      <p:cBhvr>
                                        <p:cTn id="121" dur="1" fill="hold">
                                          <p:stCondLst>
                                            <p:cond delay="0"/>
                                          </p:stCondLst>
                                        </p:cTn>
                                        <p:tgtEl>
                                          <p:spTgt spid="26"/>
                                        </p:tgtEl>
                                        <p:attrNameLst>
                                          <p:attrName>style.visibility</p:attrName>
                                        </p:attrNameLst>
                                      </p:cBhvr>
                                      <p:to>
                                        <p:strVal val="hidden"/>
                                      </p:to>
                                    </p:set>
                                  </p:childTnLst>
                                </p:cTn>
                              </p:par>
                            </p:childTnLst>
                          </p:cTn>
                        </p:par>
                      </p:childTnLst>
                    </p:cTn>
                  </p:par>
                  <p:par>
                    <p:cTn id="122" fill="hold">
                      <p:stCondLst>
                        <p:cond delay="indefinite"/>
                      </p:stCondLst>
                      <p:childTnLst>
                        <p:par>
                          <p:cTn id="123" fill="hold">
                            <p:stCondLst>
                              <p:cond delay="0"/>
                            </p:stCondLst>
                            <p:childTnLst>
                              <p:par>
                                <p:cTn id="124" presetID="0" presetClass="path" presetSubtype="0" accel="50000" decel="50000" fill="hold" grpId="2" nodeType="clickEffect">
                                  <p:stCondLst>
                                    <p:cond delay="0"/>
                                  </p:stCondLst>
                                  <p:childTnLst>
                                    <p:animMotion origin="layout" path="M 0.35807 -0.03958 L 0.44843 -0.03842 L 0.44843 0.60926 L -0.16693 0.61204 L -0.17006 0.58611 L -0.34675 0.5875 L -0.34297 0.01482 L -0.17696 0.01065 L -0.17774 -0.03426 L -0.06511 -0.03426 L 0.00299 -0.03009 L 0.00377 -0.00023 " pathEditMode="relative" rAng="0" ptsTypes="AAAAAAAAAAAA">
                                      <p:cBhvr>
                                        <p:cTn id="125" dur="2000" fill="hold"/>
                                        <p:tgtEl>
                                          <p:spTgt spid="25"/>
                                        </p:tgtEl>
                                        <p:attrNameLst>
                                          <p:attrName>ppt_x</p:attrName>
                                          <p:attrName>ppt_y</p:attrName>
                                        </p:attrNameLst>
                                      </p:cBhvr>
                                      <p:rCtr x="-30729" y="32569"/>
                                    </p:animMotion>
                                  </p:childTnLst>
                                </p:cTn>
                              </p:par>
                            </p:childTnLst>
                          </p:cTn>
                        </p:par>
                        <p:par>
                          <p:cTn id="126" fill="hold">
                            <p:stCondLst>
                              <p:cond delay="2000"/>
                            </p:stCondLst>
                            <p:childTnLst>
                              <p:par>
                                <p:cTn id="127" presetID="1" presetClass="exit" presetSubtype="0" fill="hold" grpId="3" nodeType="afterEffect">
                                  <p:stCondLst>
                                    <p:cond delay="0"/>
                                  </p:stCondLst>
                                  <p:childTnLst>
                                    <p:set>
                                      <p:cBhvr>
                                        <p:cTn id="128" dur="1" fill="hold">
                                          <p:stCondLst>
                                            <p:cond delay="0"/>
                                          </p:stCondLst>
                                        </p:cTn>
                                        <p:tgtEl>
                                          <p:spTgt spid="25"/>
                                        </p:tgtEl>
                                        <p:attrNameLst>
                                          <p:attrName>style.visibility</p:attrName>
                                        </p:attrNameLst>
                                      </p:cBhvr>
                                      <p:to>
                                        <p:strVal val="hidden"/>
                                      </p:to>
                                    </p:set>
                                  </p:childTnLst>
                                </p:cTn>
                              </p:par>
                              <p:par>
                                <p:cTn id="129" presetID="1" presetClass="entr" presetSubtype="0" fill="hold" grpId="0" nodeType="withEffect">
                                  <p:stCondLst>
                                    <p:cond delay="0"/>
                                  </p:stCondLst>
                                  <p:childTnLst>
                                    <p:set>
                                      <p:cBhvr>
                                        <p:cTn id="130" dur="1" fill="hold">
                                          <p:stCondLst>
                                            <p:cond delay="0"/>
                                          </p:stCondLst>
                                        </p:cTn>
                                        <p:tgtEl>
                                          <p:spTgt spid="27"/>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28"/>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0" presetClass="path" presetSubtype="0" accel="50000" decel="50000" fill="hold" grpId="1" nodeType="clickEffect">
                                  <p:stCondLst>
                                    <p:cond delay="0"/>
                                  </p:stCondLst>
                                  <p:childTnLst>
                                    <p:animMotion origin="layout" path="M 0.00221 0.00417 L 0.09166 -0.03009 L 0.21263 -0.03125 L 0.23867 -0.07083 L 0.35651 -0.07755 L 0.35807 -0.04097 " pathEditMode="relative" rAng="0" ptsTypes="AAAAAA">
                                      <p:cBhvr>
                                        <p:cTn id="136" dur="2000" fill="hold"/>
                                        <p:tgtEl>
                                          <p:spTgt spid="27"/>
                                        </p:tgtEl>
                                        <p:attrNameLst>
                                          <p:attrName>ppt_x</p:attrName>
                                          <p:attrName>ppt_y</p:attrName>
                                        </p:attrNameLst>
                                      </p:cBhvr>
                                      <p:rCtr x="17786" y="-4097"/>
                                    </p:animMotion>
                                  </p:childTnLst>
                                </p:cTn>
                              </p:par>
                              <p:par>
                                <p:cTn id="137" presetID="0" presetClass="path" presetSubtype="0" accel="50000" decel="50000" fill="hold" grpId="1" nodeType="withEffect">
                                  <p:stCondLst>
                                    <p:cond delay="0"/>
                                  </p:stCondLst>
                                  <p:childTnLst>
                                    <p:animMotion origin="layout" path="M -2.08333E-6 2.96296E-6 L 0.0375 -0.03681 L 0.04662 -0.0382 L 0.09193 -0.0382 L 0.09037 -0.07616 " pathEditMode="relative" rAng="0" ptsTypes="AAAAA">
                                      <p:cBhvr>
                                        <p:cTn id="138" dur="2000" fill="hold"/>
                                        <p:tgtEl>
                                          <p:spTgt spid="28"/>
                                        </p:tgtEl>
                                        <p:attrNameLst>
                                          <p:attrName>ppt_x</p:attrName>
                                          <p:attrName>ppt_y</p:attrName>
                                        </p:attrNameLst>
                                      </p:cBhvr>
                                      <p:rCtr x="4596" y="-3819"/>
                                    </p:animMotion>
                                  </p:childTnLst>
                                </p:cTn>
                              </p:par>
                            </p:childTnLst>
                          </p:cTn>
                        </p:par>
                        <p:par>
                          <p:cTn id="139" fill="hold">
                            <p:stCondLst>
                              <p:cond delay="2000"/>
                            </p:stCondLst>
                            <p:childTnLst>
                              <p:par>
                                <p:cTn id="140" presetID="1" presetClass="exit" presetSubtype="0" fill="hold" grpId="2" nodeType="afterEffect">
                                  <p:stCondLst>
                                    <p:cond delay="0"/>
                                  </p:stCondLst>
                                  <p:childTnLst>
                                    <p:set>
                                      <p:cBhvr>
                                        <p:cTn id="141" dur="1" fill="hold">
                                          <p:stCondLst>
                                            <p:cond delay="0"/>
                                          </p:stCondLst>
                                        </p:cTn>
                                        <p:tgtEl>
                                          <p:spTgt spid="28"/>
                                        </p:tgtEl>
                                        <p:attrNameLst>
                                          <p:attrName>style.visibility</p:attrName>
                                        </p:attrNameLst>
                                      </p:cBhvr>
                                      <p:to>
                                        <p:strVal val="hidden"/>
                                      </p:to>
                                    </p:set>
                                  </p:childTnLst>
                                </p:cTn>
                              </p:par>
                            </p:childTnLst>
                          </p:cTn>
                        </p:par>
                      </p:childTnLst>
                    </p:cTn>
                  </p:par>
                  <p:par>
                    <p:cTn id="142" fill="hold">
                      <p:stCondLst>
                        <p:cond delay="indefinite"/>
                      </p:stCondLst>
                      <p:childTnLst>
                        <p:par>
                          <p:cTn id="143" fill="hold">
                            <p:stCondLst>
                              <p:cond delay="0"/>
                            </p:stCondLst>
                            <p:childTnLst>
                              <p:par>
                                <p:cTn id="144" presetID="0" presetClass="path" presetSubtype="0" accel="50000" decel="50000" fill="hold" grpId="2" nodeType="clickEffect">
                                  <p:stCondLst>
                                    <p:cond delay="0"/>
                                  </p:stCondLst>
                                  <p:childTnLst>
                                    <p:animMotion origin="layout" path="M 0.35495 -0.04097 L 0.44687 -0.04213 C 0.44713 0.17454 0.44739 0.3912 0.44765 0.60764 L -0.01393 0.60949 " pathEditMode="relative" rAng="0" ptsTypes="AAAA">
                                      <p:cBhvr>
                                        <p:cTn id="145" dur="2000" fill="hold"/>
                                        <p:tgtEl>
                                          <p:spTgt spid="27"/>
                                        </p:tgtEl>
                                        <p:attrNameLst>
                                          <p:attrName>ppt_x</p:attrName>
                                          <p:attrName>ppt_y</p:attrName>
                                        </p:attrNameLst>
                                      </p:cBhvr>
                                      <p:rCtr x="-13815" y="32454"/>
                                    </p:animMotion>
                                  </p:childTnLst>
                                </p:cTn>
                              </p:par>
                            </p:childTnLst>
                          </p:cTn>
                        </p:par>
                      </p:childTnLst>
                    </p:cTn>
                  </p:par>
                  <p:par>
                    <p:cTn id="146" fill="hold">
                      <p:stCondLst>
                        <p:cond delay="indefinite"/>
                      </p:stCondLst>
                      <p:childTnLst>
                        <p:par>
                          <p:cTn id="147" fill="hold">
                            <p:stCondLst>
                              <p:cond delay="0"/>
                            </p:stCondLst>
                            <p:childTnLst>
                              <p:par>
                                <p:cTn id="148" presetID="1" presetClass="entr" presetSubtype="0" fill="hold" grpId="0" nodeType="clickEffect">
                                  <p:stCondLst>
                                    <p:cond delay="0"/>
                                  </p:stCondLst>
                                  <p:childTnLst>
                                    <p:set>
                                      <p:cBhvr>
                                        <p:cTn id="149" dur="1" fill="hold">
                                          <p:stCondLst>
                                            <p:cond delay="0"/>
                                          </p:stCondLst>
                                        </p:cTn>
                                        <p:tgtEl>
                                          <p:spTgt spid="29"/>
                                        </p:tgtEl>
                                        <p:attrNameLst>
                                          <p:attrName>style.visibility</p:attrName>
                                        </p:attrNameLst>
                                      </p:cBhvr>
                                      <p:to>
                                        <p:strVal val="visible"/>
                                      </p:to>
                                    </p:set>
                                  </p:childTnLst>
                                </p:cTn>
                              </p:par>
                              <p:par>
                                <p:cTn id="150" presetID="0" presetClass="path" presetSubtype="0" accel="50000" decel="50000" fill="hold" grpId="3" nodeType="withEffect">
                                  <p:stCondLst>
                                    <p:cond delay="0"/>
                                  </p:stCondLst>
                                  <p:childTnLst>
                                    <p:animMotion origin="layout" path="M -0.01237 0.61088 L -0.16862 0.61088 L -0.17084 0.58634 L -0.34388 0.58773 C -0.34414 0.39676 -0.3444 0.20579 -0.34453 0.01481 L -0.17539 0.00648 L -0.17774 -0.03704 L -0.06836 -0.03958 " pathEditMode="relative" rAng="0" ptsTypes="AAAAAAAA">
                                      <p:cBhvr>
                                        <p:cTn id="151" dur="2000" fill="hold"/>
                                        <p:tgtEl>
                                          <p:spTgt spid="27"/>
                                        </p:tgtEl>
                                        <p:attrNameLst>
                                          <p:attrName>ppt_x</p:attrName>
                                          <p:attrName>ppt_y</p:attrName>
                                        </p:attrNameLst>
                                      </p:cBhvr>
                                      <p:rCtr x="-16615" y="-32523"/>
                                    </p:animMotion>
                                  </p:childTnLst>
                                </p:cTn>
                              </p:par>
                              <p:par>
                                <p:cTn id="152" presetID="0" presetClass="path" presetSubtype="0" accel="50000" decel="50000" fill="hold" grpId="1" nodeType="withEffect">
                                  <p:stCondLst>
                                    <p:cond delay="0"/>
                                  </p:stCondLst>
                                  <p:childTnLst>
                                    <p:animMotion origin="layout" path="M -0.00013 -0.00023 L -0.15481 -0.00023 L -0.15403 -0.02477 L -0.32929 -0.02755 L -0.32929 -0.59884 L -0.16627 -0.60301 L -0.16406 -0.64097 L -0.05221 -0.42199 " pathEditMode="relative" ptsTypes="AAAAAAAA">
                                      <p:cBhvr>
                                        <p:cTn id="153" dur="2000" fill="hold"/>
                                        <p:tgtEl>
                                          <p:spTgt spid="29"/>
                                        </p:tgtEl>
                                        <p:attrNameLst>
                                          <p:attrName>ppt_x</p:attrName>
                                          <p:attrName>ppt_y</p:attrName>
                                        </p:attrNameLst>
                                      </p:cBhvr>
                                    </p:animMotion>
                                  </p:childTnLst>
                                </p:cTn>
                              </p:par>
                            </p:childTnLst>
                          </p:cTn>
                        </p:par>
                      </p:childTnLst>
                    </p:cTn>
                  </p:par>
                  <p:par>
                    <p:cTn id="154" fill="hold">
                      <p:stCondLst>
                        <p:cond delay="indefinite"/>
                      </p:stCondLst>
                      <p:childTnLst>
                        <p:par>
                          <p:cTn id="155" fill="hold">
                            <p:stCondLst>
                              <p:cond delay="0"/>
                            </p:stCondLst>
                            <p:childTnLst>
                              <p:par>
                                <p:cTn id="156" presetID="0" presetClass="path" presetSubtype="0" accel="50000" decel="50000" fill="hold" grpId="4" nodeType="clickEffect">
                                  <p:stCondLst>
                                    <p:cond delay="0"/>
                                  </p:stCondLst>
                                  <p:childTnLst>
                                    <p:animMotion origin="layout" path="M -0.06667 -0.04074 L 0.00065 -0.03264 L -0.00091 0.00417 " pathEditMode="relative" rAng="0" ptsTypes="AAA">
                                      <p:cBhvr>
                                        <p:cTn id="157" dur="2000" fill="hold"/>
                                        <p:tgtEl>
                                          <p:spTgt spid="27"/>
                                        </p:tgtEl>
                                        <p:attrNameLst>
                                          <p:attrName>ppt_x</p:attrName>
                                          <p:attrName>ppt_y</p:attrName>
                                        </p:attrNameLst>
                                      </p:cBhvr>
                                      <p:rCtr x="3359" y="2245"/>
                                    </p:animMotion>
                                  </p:childTnLst>
                                </p:cTn>
                              </p:par>
                              <p:par>
                                <p:cTn id="158" presetID="0" presetClass="path" presetSubtype="0" accel="50000" decel="50000" fill="hold" grpId="2" nodeType="withEffect">
                                  <p:stCondLst>
                                    <p:cond delay="0"/>
                                  </p:stCondLst>
                                  <p:childTnLst>
                                    <p:animMotion origin="layout" path="M -0.05299 -0.42477 L 0.01745 -0.45347 L 0.01745 -0.47106 " pathEditMode="relative" ptsTypes="AAA">
                                      <p:cBhvr>
                                        <p:cTn id="159" dur="2000" fill="hold"/>
                                        <p:tgtEl>
                                          <p:spTgt spid="29"/>
                                        </p:tgtEl>
                                        <p:attrNameLst>
                                          <p:attrName>ppt_x</p:attrName>
                                          <p:attrName>ppt_y</p:attrName>
                                        </p:attrNameLst>
                                      </p:cBhvr>
                                    </p:animMotion>
                                  </p:childTnLst>
                                </p:cTn>
                              </p:par>
                            </p:childTnLst>
                          </p:cTn>
                        </p:par>
                        <p:par>
                          <p:cTn id="160" fill="hold">
                            <p:stCondLst>
                              <p:cond delay="2000"/>
                            </p:stCondLst>
                            <p:childTnLst>
                              <p:par>
                                <p:cTn id="161" presetID="1" presetClass="exit" presetSubtype="0" fill="hold" grpId="5" nodeType="afterEffect">
                                  <p:stCondLst>
                                    <p:cond delay="0"/>
                                  </p:stCondLst>
                                  <p:childTnLst>
                                    <p:set>
                                      <p:cBhvr>
                                        <p:cTn id="162" dur="1" fill="hold">
                                          <p:stCondLst>
                                            <p:cond delay="0"/>
                                          </p:stCondLst>
                                        </p:cTn>
                                        <p:tgtEl>
                                          <p:spTgt spid="27"/>
                                        </p:tgtEl>
                                        <p:attrNameLst>
                                          <p:attrName>style.visibility</p:attrName>
                                        </p:attrNameLst>
                                      </p:cBhvr>
                                      <p:to>
                                        <p:strVal val="hidden"/>
                                      </p:to>
                                    </p:set>
                                  </p:childTnLst>
                                </p:cTn>
                              </p:par>
                              <p:par>
                                <p:cTn id="163" presetID="1" presetClass="exit" presetSubtype="0" fill="hold" grpId="3" nodeType="withEffect">
                                  <p:stCondLst>
                                    <p:cond delay="0"/>
                                  </p:stCondLst>
                                  <p:childTnLst>
                                    <p:set>
                                      <p:cBhvr>
                                        <p:cTn id="164" dur="1" fill="hold">
                                          <p:stCondLst>
                                            <p:cond delay="0"/>
                                          </p:stCondLst>
                                        </p:cTn>
                                        <p:tgtEl>
                                          <p:spTgt spid="29"/>
                                        </p:tgtEl>
                                        <p:attrNameLst>
                                          <p:attrName>style.visibility</p:attrName>
                                        </p:attrNameLst>
                                      </p:cBhvr>
                                      <p:to>
                                        <p:strVal val="hidden"/>
                                      </p:to>
                                    </p:set>
                                  </p:childTnLst>
                                </p:cTn>
                              </p:par>
                              <p:par>
                                <p:cTn id="165" presetID="1" presetClass="entr" presetSubtype="0" fill="hold" grpId="0" nodeType="withEffect">
                                  <p:stCondLst>
                                    <p:cond delay="0"/>
                                  </p:stCondLst>
                                  <p:childTnLst>
                                    <p:set>
                                      <p:cBhvr>
                                        <p:cTn id="166" dur="1" fill="hold">
                                          <p:stCondLst>
                                            <p:cond delay="0"/>
                                          </p:stCondLst>
                                        </p:cTn>
                                        <p:tgtEl>
                                          <p:spTgt spid="30"/>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31"/>
                                        </p:tgtEl>
                                        <p:attrNameLst>
                                          <p:attrName>style.visibility</p:attrName>
                                        </p:attrNameLst>
                                      </p:cBhvr>
                                      <p:to>
                                        <p:strVal val="visible"/>
                                      </p:to>
                                    </p:set>
                                  </p:childTnLst>
                                </p:cTn>
                              </p:par>
                              <p:par>
                                <p:cTn id="169" presetID="1" presetClass="entr" presetSubtype="0" fill="hold" grpId="2" nodeType="withEffect">
                                  <p:stCondLst>
                                    <p:cond delay="0"/>
                                  </p:stCondLst>
                                  <p:childTnLst>
                                    <p:set>
                                      <p:cBhvr>
                                        <p:cTn id="170" dur="1" fill="hold">
                                          <p:stCondLst>
                                            <p:cond delay="0"/>
                                          </p:stCondLst>
                                        </p:cTn>
                                        <p:tgtEl>
                                          <p:spTgt spid="32"/>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0" presetClass="path" presetSubtype="0" accel="50000" decel="50000" fill="hold" grpId="1" nodeType="clickEffect">
                                  <p:stCondLst>
                                    <p:cond delay="0"/>
                                  </p:stCondLst>
                                  <p:childTnLst>
                                    <p:animMotion origin="layout" path="M 0.00455 0.0051 L 0.00455 0.00533 L 0.09101 -0.02777 L 0.21484 -0.02777 L 0.2401 -0.07129 L 0.35729 -0.07384 L 0.35729 -0.04004 " pathEditMode="relative" rAng="0" ptsTypes="AAAAAAA">
                                      <p:cBhvr>
                                        <p:cTn id="174" dur="2000" fill="hold"/>
                                        <p:tgtEl>
                                          <p:spTgt spid="30"/>
                                        </p:tgtEl>
                                        <p:attrNameLst>
                                          <p:attrName>ppt_x</p:attrName>
                                          <p:attrName>ppt_y</p:attrName>
                                        </p:attrNameLst>
                                      </p:cBhvr>
                                      <p:rCtr x="17630" y="-3935"/>
                                    </p:animMotion>
                                  </p:childTnLst>
                                </p:cTn>
                              </p:par>
                              <p:par>
                                <p:cTn id="175" presetID="0" presetClass="path" presetSubtype="0" accel="50000" decel="50000" fill="hold" grpId="1" nodeType="withEffect">
                                  <p:stCondLst>
                                    <p:cond delay="0"/>
                                  </p:stCondLst>
                                  <p:childTnLst>
                                    <p:animMotion origin="layout" path="M -8.33333E-7 3.7037E-7 L 0.0375 -0.03681 L 0.04662 -0.03819 L 0.09193 -0.03819 L 0.09037 -0.07616 " pathEditMode="relative" rAng="0" ptsTypes="AAAAA">
                                      <p:cBhvr>
                                        <p:cTn id="176" dur="2000" fill="hold"/>
                                        <p:tgtEl>
                                          <p:spTgt spid="31"/>
                                        </p:tgtEl>
                                        <p:attrNameLst>
                                          <p:attrName>ppt_x</p:attrName>
                                          <p:attrName>ppt_y</p:attrName>
                                        </p:attrNameLst>
                                      </p:cBhvr>
                                      <p:rCtr x="4596" y="-3819"/>
                                    </p:animMotion>
                                  </p:childTnLst>
                                </p:cTn>
                              </p:par>
                              <p:par>
                                <p:cTn id="177" presetID="0" presetClass="path" presetSubtype="0" accel="50000" decel="50000" fill="hold" grpId="1" nodeType="withEffect">
                                  <p:stCondLst>
                                    <p:cond delay="0"/>
                                  </p:stCondLst>
                                  <p:childTnLst>
                                    <p:animMotion origin="layout" path="M 0.00221 -0.00139 L 0.0901 0.03402 L 0.11159 0.00393 L 0.1138 -0.07477 L 0.23698 -0.07477 L 0.25547 -0.04352 " pathEditMode="relative" rAng="0" ptsTypes="AAAAAA">
                                      <p:cBhvr>
                                        <p:cTn id="178" dur="2000" fill="hold"/>
                                        <p:tgtEl>
                                          <p:spTgt spid="32"/>
                                        </p:tgtEl>
                                        <p:attrNameLst>
                                          <p:attrName>ppt_x</p:attrName>
                                          <p:attrName>ppt_y</p:attrName>
                                        </p:attrNameLst>
                                      </p:cBhvr>
                                      <p:rCtr x="12656" y="-1898"/>
                                    </p:animMotion>
                                  </p:childTnLst>
                                </p:cTn>
                              </p:par>
                            </p:childTnLst>
                          </p:cTn>
                        </p:par>
                        <p:par>
                          <p:cTn id="179" fill="hold">
                            <p:stCondLst>
                              <p:cond delay="2000"/>
                            </p:stCondLst>
                            <p:childTnLst>
                              <p:par>
                                <p:cTn id="180" presetID="1" presetClass="exit" presetSubtype="0" fill="hold" grpId="2" nodeType="afterEffect">
                                  <p:stCondLst>
                                    <p:cond delay="0"/>
                                  </p:stCondLst>
                                  <p:childTnLst>
                                    <p:set>
                                      <p:cBhvr>
                                        <p:cTn id="181" dur="1" fill="hold">
                                          <p:stCondLst>
                                            <p:cond delay="0"/>
                                          </p:stCondLst>
                                        </p:cTn>
                                        <p:tgtEl>
                                          <p:spTgt spid="31"/>
                                        </p:tgtEl>
                                        <p:attrNameLst>
                                          <p:attrName>style.visibility</p:attrName>
                                        </p:attrNameLst>
                                      </p:cBhvr>
                                      <p:to>
                                        <p:strVal val="hidden"/>
                                      </p:to>
                                    </p:set>
                                  </p:childTnLst>
                                </p:cTn>
                              </p:par>
                            </p:childTnLst>
                          </p:cTn>
                        </p:par>
                      </p:childTnLst>
                    </p:cTn>
                  </p:par>
                  <p:par>
                    <p:cTn id="182" fill="hold">
                      <p:stCondLst>
                        <p:cond delay="indefinite"/>
                      </p:stCondLst>
                      <p:childTnLst>
                        <p:par>
                          <p:cTn id="183" fill="hold">
                            <p:stCondLst>
                              <p:cond delay="0"/>
                            </p:stCondLst>
                            <p:childTnLst>
                              <p:par>
                                <p:cTn id="184" presetID="0" presetClass="path" presetSubtype="0" accel="50000" decel="50000" fill="hold" grpId="2" nodeType="clickEffect">
                                  <p:stCondLst>
                                    <p:cond delay="0"/>
                                  </p:stCondLst>
                                  <p:childTnLst>
                                    <p:animMotion origin="layout" path="M 0.35885 -0.03727 L 0.44531 -0.03171 L 0.44922 0.6132 L -0.01315 0.61042 L -0.16784 0.61042 L -0.16784 0.58727 L -0.34453 0.58866 L -0.34453 0.01574 L -0.17774 0.00903 L -0.17852 -0.03171 L -0.06602 -0.03981 L 0.00364 -0.02893 L 0.00065 0.00093 " pathEditMode="relative" rAng="0" ptsTypes="AAAAAAAAAAAAA">
                                      <p:cBhvr>
                                        <p:cTn id="185" dur="2000" fill="hold"/>
                                        <p:tgtEl>
                                          <p:spTgt spid="30"/>
                                        </p:tgtEl>
                                        <p:attrNameLst>
                                          <p:attrName>ppt_x</p:attrName>
                                          <p:attrName>ppt_y</p:attrName>
                                        </p:attrNameLst>
                                      </p:cBhvr>
                                      <p:rCtr x="-30651" y="32384"/>
                                    </p:animMotion>
                                  </p:childTnLst>
                                </p:cTn>
                              </p:par>
                            </p:childTnLst>
                          </p:cTn>
                        </p:par>
                        <p:par>
                          <p:cTn id="186" fill="hold">
                            <p:stCondLst>
                              <p:cond delay="2000"/>
                            </p:stCondLst>
                            <p:childTnLst>
                              <p:par>
                                <p:cTn id="187" presetID="1" presetClass="exit" presetSubtype="0" fill="hold" grpId="3" nodeType="afterEffect">
                                  <p:stCondLst>
                                    <p:cond delay="0"/>
                                  </p:stCondLst>
                                  <p:childTnLst>
                                    <p:set>
                                      <p:cBhvr>
                                        <p:cTn id="188" dur="1" fill="hold">
                                          <p:stCondLst>
                                            <p:cond delay="0"/>
                                          </p:stCondLst>
                                        </p:cTn>
                                        <p:tgtEl>
                                          <p:spTgt spid="30"/>
                                        </p:tgtEl>
                                        <p:attrNameLst>
                                          <p:attrName>style.visibility</p:attrName>
                                        </p:attrNameLst>
                                      </p:cBhvr>
                                      <p:to>
                                        <p:strVal val="hidden"/>
                                      </p:to>
                                    </p:set>
                                  </p:childTnLst>
                                </p:cTn>
                              </p:par>
                              <p:par>
                                <p:cTn id="189" presetID="1" presetClass="entr" presetSubtype="0" fill="hold" grpId="0" nodeType="withEffect">
                                  <p:stCondLst>
                                    <p:cond delay="0"/>
                                  </p:stCondLst>
                                  <p:childTnLst>
                                    <p:set>
                                      <p:cBhvr>
                                        <p:cTn id="190" dur="1" fill="hold">
                                          <p:stCondLst>
                                            <p:cond delay="0"/>
                                          </p:stCondLst>
                                        </p:cTn>
                                        <p:tgtEl>
                                          <p:spTgt spid="33"/>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34"/>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0" presetClass="path" presetSubtype="0" accel="50000" decel="50000" fill="hold" grpId="1" nodeType="clickEffect">
                                  <p:stCondLst>
                                    <p:cond delay="0"/>
                                  </p:stCondLst>
                                  <p:childTnLst>
                                    <p:animMotion origin="layout" path="M 0.00221 0.0051 L 0.09401 -0.03055 L 0.2095 -0.025 L 0.24166 -0.0699 L 0.35651 -0.0699 L 0.35729 -0.04282 " pathEditMode="relative" rAng="0" ptsTypes="AAAAAA">
                                      <p:cBhvr>
                                        <p:cTn id="196" dur="2000" fill="hold"/>
                                        <p:tgtEl>
                                          <p:spTgt spid="33"/>
                                        </p:tgtEl>
                                        <p:attrNameLst>
                                          <p:attrName>ppt_x</p:attrName>
                                          <p:attrName>ppt_y</p:attrName>
                                        </p:attrNameLst>
                                      </p:cBhvr>
                                      <p:rCtr x="17747" y="-3750"/>
                                    </p:animMotion>
                                  </p:childTnLst>
                                </p:cTn>
                              </p:par>
                              <p:par>
                                <p:cTn id="197" presetID="0" presetClass="path" presetSubtype="0" accel="50000" decel="50000" fill="hold" grpId="1" nodeType="withEffect">
                                  <p:stCondLst>
                                    <p:cond delay="0"/>
                                  </p:stCondLst>
                                  <p:childTnLst>
                                    <p:animMotion origin="layout" path="M -2.91667E-6 -1.48148E-6 L 0.0375 -0.0368 L 0.04662 -0.03819 L 0.09193 -0.03819 L 0.09037 -0.07616 " pathEditMode="relative" rAng="0" ptsTypes="AAAAA">
                                      <p:cBhvr>
                                        <p:cTn id="198" dur="2000" fill="hold"/>
                                        <p:tgtEl>
                                          <p:spTgt spid="34"/>
                                        </p:tgtEl>
                                        <p:attrNameLst>
                                          <p:attrName>ppt_x</p:attrName>
                                          <p:attrName>ppt_y</p:attrName>
                                        </p:attrNameLst>
                                      </p:cBhvr>
                                      <p:rCtr x="4596" y="-3819"/>
                                    </p:animMotion>
                                  </p:childTnLst>
                                </p:cTn>
                              </p:par>
                            </p:childTnLst>
                          </p:cTn>
                        </p:par>
                        <p:par>
                          <p:cTn id="199" fill="hold">
                            <p:stCondLst>
                              <p:cond delay="2000"/>
                            </p:stCondLst>
                            <p:childTnLst>
                              <p:par>
                                <p:cTn id="200" presetID="1" presetClass="exit" presetSubtype="0" fill="hold" grpId="2" nodeType="afterEffect">
                                  <p:stCondLst>
                                    <p:cond delay="0"/>
                                  </p:stCondLst>
                                  <p:childTnLst>
                                    <p:set>
                                      <p:cBhvr>
                                        <p:cTn id="201" dur="1" fill="hold">
                                          <p:stCondLst>
                                            <p:cond delay="0"/>
                                          </p:stCondLst>
                                        </p:cTn>
                                        <p:tgtEl>
                                          <p:spTgt spid="34"/>
                                        </p:tgtEl>
                                        <p:attrNameLst>
                                          <p:attrName>style.visibility</p:attrName>
                                        </p:attrNameLst>
                                      </p:cBhvr>
                                      <p:to>
                                        <p:strVal val="hidden"/>
                                      </p:to>
                                    </p:set>
                                  </p:childTnLst>
                                </p:cTn>
                              </p:par>
                            </p:childTnLst>
                          </p:cTn>
                        </p:par>
                      </p:childTnLst>
                    </p:cTn>
                  </p:par>
                  <p:par>
                    <p:cTn id="202" fill="hold">
                      <p:stCondLst>
                        <p:cond delay="indefinite"/>
                      </p:stCondLst>
                      <p:childTnLst>
                        <p:par>
                          <p:cTn id="203" fill="hold">
                            <p:stCondLst>
                              <p:cond delay="0"/>
                            </p:stCondLst>
                            <p:childTnLst>
                              <p:par>
                                <p:cTn id="204" presetID="0" presetClass="path" presetSubtype="0" accel="50000" decel="50000" fill="hold" grpId="2" nodeType="clickEffect">
                                  <p:stCondLst>
                                    <p:cond delay="0"/>
                                  </p:stCondLst>
                                  <p:childTnLst>
                                    <p:animMotion origin="layout" path="M 0.3556 -0.04259 L 0.44739 -0.04143 C 0.44791 0.17639 0.44857 0.39399 0.44896 0.61181 L -0.1694 0.61181 L -0.1694 0.58982 L -0.34531 0.58727 L -0.34531 0.01713 L -0.18086 0.01042 L -0.18008 -0.03726 L -0.06771 -0.03449 L 0.00195 -0.02361 L 0.00117 0.00209 " pathEditMode="relative" rAng="0" ptsTypes="AAAAAAAAAAAA">
                                      <p:cBhvr>
                                        <p:cTn id="205" dur="2000" fill="hold"/>
                                        <p:tgtEl>
                                          <p:spTgt spid="33"/>
                                        </p:tgtEl>
                                        <p:attrNameLst>
                                          <p:attrName>ppt_x</p:attrName>
                                          <p:attrName>ppt_y</p:attrName>
                                        </p:attrNameLst>
                                      </p:cBhvr>
                                      <p:rCtr x="-30378" y="32708"/>
                                    </p:animMotion>
                                  </p:childTnLst>
                                </p:cTn>
                              </p:par>
                            </p:childTnLst>
                          </p:cTn>
                        </p:par>
                        <p:par>
                          <p:cTn id="206" fill="hold">
                            <p:stCondLst>
                              <p:cond delay="2000"/>
                            </p:stCondLst>
                            <p:childTnLst>
                              <p:par>
                                <p:cTn id="207" presetID="1" presetClass="exit" presetSubtype="0" fill="hold" grpId="4" nodeType="afterEffect">
                                  <p:stCondLst>
                                    <p:cond delay="0"/>
                                  </p:stCondLst>
                                  <p:childTnLst>
                                    <p:set>
                                      <p:cBhvr>
                                        <p:cTn id="208" dur="1" fill="hold">
                                          <p:stCondLst>
                                            <p:cond delay="0"/>
                                          </p:stCondLst>
                                        </p:cTn>
                                        <p:tgtEl>
                                          <p:spTgt spid="33"/>
                                        </p:tgtEl>
                                        <p:attrNameLst>
                                          <p:attrName>style.visibility</p:attrName>
                                        </p:attrNameLst>
                                      </p:cBhvr>
                                      <p:to>
                                        <p:strVal val="hidden"/>
                                      </p:to>
                                    </p:set>
                                  </p:childTnLst>
                                </p:cTn>
                              </p:par>
                              <p:par>
                                <p:cTn id="209" presetID="1" presetClass="entr" presetSubtype="0" fill="hold" grpId="0" nodeType="withEffect">
                                  <p:stCondLst>
                                    <p:cond delay="0"/>
                                  </p:stCondLst>
                                  <p:childTnLst>
                                    <p:set>
                                      <p:cBhvr>
                                        <p:cTn id="210" dur="1" fill="hold">
                                          <p:stCondLst>
                                            <p:cond delay="0"/>
                                          </p:stCondLst>
                                        </p:cTn>
                                        <p:tgtEl>
                                          <p:spTgt spid="35"/>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36"/>
                                        </p:tgtEl>
                                        <p:attrNameLst>
                                          <p:attrName>style.visibility</p:attrName>
                                        </p:attrNameLst>
                                      </p:cBhvr>
                                      <p:to>
                                        <p:strVal val="visible"/>
                                      </p:to>
                                    </p:set>
                                  </p:childTnLst>
                                </p:cTn>
                              </p:par>
                            </p:childTnLst>
                          </p:cTn>
                        </p:par>
                      </p:childTnLst>
                    </p:cTn>
                  </p:par>
                  <p:par>
                    <p:cTn id="213" fill="hold">
                      <p:stCondLst>
                        <p:cond delay="indefinite"/>
                      </p:stCondLst>
                      <p:childTnLst>
                        <p:par>
                          <p:cTn id="214" fill="hold">
                            <p:stCondLst>
                              <p:cond delay="0"/>
                            </p:stCondLst>
                            <p:childTnLst>
                              <p:par>
                                <p:cTn id="215" presetID="0" presetClass="path" presetSubtype="0" accel="50000" decel="50000" fill="hold" grpId="1" nodeType="clickEffect">
                                  <p:stCondLst>
                                    <p:cond delay="0"/>
                                  </p:stCondLst>
                                  <p:childTnLst>
                                    <p:animMotion origin="layout" path="M -0.00157 0.00371 L 0.09179 -0.02916 L 0.21263 -0.02638 L 0.23867 -0.07013 L 0.35573 -0.07129 L 0.35963 -0.03726 " pathEditMode="relative" rAng="0" ptsTypes="AAAAAA">
                                      <p:cBhvr>
                                        <p:cTn id="216" dur="2000" fill="hold"/>
                                        <p:tgtEl>
                                          <p:spTgt spid="35"/>
                                        </p:tgtEl>
                                        <p:attrNameLst>
                                          <p:attrName>ppt_x</p:attrName>
                                          <p:attrName>ppt_y</p:attrName>
                                        </p:attrNameLst>
                                      </p:cBhvr>
                                      <p:rCtr x="18060" y="-3750"/>
                                    </p:animMotion>
                                  </p:childTnLst>
                                </p:cTn>
                              </p:par>
                              <p:par>
                                <p:cTn id="217" presetID="0" presetClass="path" presetSubtype="0" accel="50000" decel="50000" fill="hold" grpId="1" nodeType="withEffect">
                                  <p:stCondLst>
                                    <p:cond delay="0"/>
                                  </p:stCondLst>
                                  <p:childTnLst>
                                    <p:animMotion origin="layout" path="M -6.25E-7 4.44444E-6 L 0.0375 -0.03681 L 0.04662 -0.0382 L 0.09193 -0.0382 L 0.09037 -0.07616 " pathEditMode="relative" rAng="0" ptsTypes="AAAAA">
                                      <p:cBhvr>
                                        <p:cTn id="218" dur="2000" fill="hold"/>
                                        <p:tgtEl>
                                          <p:spTgt spid="36"/>
                                        </p:tgtEl>
                                        <p:attrNameLst>
                                          <p:attrName>ppt_x</p:attrName>
                                          <p:attrName>ppt_y</p:attrName>
                                        </p:attrNameLst>
                                      </p:cBhvr>
                                      <p:rCtr x="4596" y="-3819"/>
                                    </p:animMotion>
                                  </p:childTnLst>
                                </p:cTn>
                              </p:par>
                            </p:childTnLst>
                          </p:cTn>
                        </p:par>
                        <p:par>
                          <p:cTn id="219" fill="hold">
                            <p:stCondLst>
                              <p:cond delay="2000"/>
                            </p:stCondLst>
                            <p:childTnLst>
                              <p:par>
                                <p:cTn id="220" presetID="1" presetClass="exit" presetSubtype="0" fill="hold" grpId="2" nodeType="afterEffect">
                                  <p:stCondLst>
                                    <p:cond delay="0"/>
                                  </p:stCondLst>
                                  <p:childTnLst>
                                    <p:set>
                                      <p:cBhvr>
                                        <p:cTn id="221" dur="1" fill="hold">
                                          <p:stCondLst>
                                            <p:cond delay="0"/>
                                          </p:stCondLst>
                                        </p:cTn>
                                        <p:tgtEl>
                                          <p:spTgt spid="36"/>
                                        </p:tgtEl>
                                        <p:attrNameLst>
                                          <p:attrName>style.visibility</p:attrName>
                                        </p:attrNameLst>
                                      </p:cBhvr>
                                      <p:to>
                                        <p:strVal val="hidden"/>
                                      </p:to>
                                    </p:set>
                                  </p:childTnLst>
                                </p:cTn>
                              </p:par>
                            </p:childTnLst>
                          </p:cTn>
                        </p:par>
                      </p:childTnLst>
                    </p:cTn>
                  </p:par>
                  <p:par>
                    <p:cTn id="222" fill="hold">
                      <p:stCondLst>
                        <p:cond delay="indefinite"/>
                      </p:stCondLst>
                      <p:childTnLst>
                        <p:par>
                          <p:cTn id="223" fill="hold">
                            <p:stCondLst>
                              <p:cond delay="0"/>
                            </p:stCondLst>
                            <p:childTnLst>
                              <p:par>
                                <p:cTn id="224" presetID="0" presetClass="path" presetSubtype="0" accel="50000" decel="50000" fill="hold" grpId="4" nodeType="clickEffect">
                                  <p:stCondLst>
                                    <p:cond delay="0"/>
                                  </p:stCondLst>
                                  <p:childTnLst>
                                    <p:animMotion origin="layout" path="M 0.35885 -0.0412 L 0.44765 -0.03865 C 0.44817 0.17824 0.44869 0.39491 0.44922 0.61181 L -0.01237 0.61598 " pathEditMode="relative" rAng="0" ptsTypes="AAAA">
                                      <p:cBhvr>
                                        <p:cTn id="225" dur="2000" fill="hold"/>
                                        <p:tgtEl>
                                          <p:spTgt spid="35"/>
                                        </p:tgtEl>
                                        <p:attrNameLst>
                                          <p:attrName>ppt_x</p:attrName>
                                          <p:attrName>ppt_y</p:attrName>
                                        </p:attrNameLst>
                                      </p:cBhvr>
                                      <p:rCtr x="-14049" y="32847"/>
                                    </p:animMotion>
                                  </p:childTnLst>
                                </p:cTn>
                              </p:par>
                            </p:childTnLst>
                          </p:cTn>
                        </p:par>
                        <p:par>
                          <p:cTn id="226" fill="hold">
                            <p:stCondLst>
                              <p:cond delay="2000"/>
                            </p:stCondLst>
                            <p:childTnLst>
                              <p:par>
                                <p:cTn id="227" presetID="1" presetClass="entr" presetSubtype="0" fill="hold" grpId="0" nodeType="afterEffect">
                                  <p:stCondLst>
                                    <p:cond delay="0"/>
                                  </p:stCondLst>
                                  <p:childTnLst>
                                    <p:set>
                                      <p:cBhvr>
                                        <p:cTn id="228" dur="1" fill="hold">
                                          <p:stCondLst>
                                            <p:cond delay="0"/>
                                          </p:stCondLst>
                                        </p:cTn>
                                        <p:tgtEl>
                                          <p:spTgt spid="37"/>
                                        </p:tgtEl>
                                        <p:attrNameLst>
                                          <p:attrName>style.visibility</p:attrName>
                                        </p:attrNameLst>
                                      </p:cBhvr>
                                      <p:to>
                                        <p:strVal val="visible"/>
                                      </p:to>
                                    </p:set>
                                  </p:childTnLst>
                                </p:cTn>
                              </p:par>
                            </p:childTnLst>
                          </p:cTn>
                        </p:par>
                      </p:childTnLst>
                    </p:cTn>
                  </p:par>
                  <p:par>
                    <p:cTn id="229" fill="hold">
                      <p:stCondLst>
                        <p:cond delay="indefinite"/>
                      </p:stCondLst>
                      <p:childTnLst>
                        <p:par>
                          <p:cTn id="230" fill="hold">
                            <p:stCondLst>
                              <p:cond delay="0"/>
                            </p:stCondLst>
                            <p:childTnLst>
                              <p:par>
                                <p:cTn id="231" presetID="0" presetClass="path" presetSubtype="0" accel="50000" decel="50000" fill="hold" grpId="5" nodeType="clickEffect">
                                  <p:stCondLst>
                                    <p:cond delay="0"/>
                                  </p:stCondLst>
                                  <p:childTnLst>
                                    <p:animMotion origin="layout" path="M -0.01172 0.6132 L -0.16784 0.61459 L -0.16706 0.58449 L -0.34375 0.58588 L -0.34375 0.01713 L -0.18008 0.0088 L -0.18008 -0.03726 L -0.06758 -0.03472 L -0.00248 -0.02384 L -0.00026 0.0007 " pathEditMode="relative" rAng="0" ptsTypes="AAAAAAAAAA">
                                      <p:cBhvr>
                                        <p:cTn id="232" dur="2000" fill="hold"/>
                                        <p:tgtEl>
                                          <p:spTgt spid="35"/>
                                        </p:tgtEl>
                                        <p:attrNameLst>
                                          <p:attrName>ppt_x</p:attrName>
                                          <p:attrName>ppt_y</p:attrName>
                                        </p:attrNameLst>
                                      </p:cBhvr>
                                      <p:rCtr x="-16029" y="-32454"/>
                                    </p:animMotion>
                                  </p:childTnLst>
                                </p:cTn>
                              </p:par>
                              <p:par>
                                <p:cTn id="233" presetID="0" presetClass="path" presetSubtype="0" accel="50000" decel="50000" fill="hold" grpId="3" nodeType="withEffect">
                                  <p:stCondLst>
                                    <p:cond delay="0"/>
                                  </p:stCondLst>
                                  <p:childTnLst>
                                    <p:animMotion origin="layout" path="M -0.00169 -0.00208 L -0.15625 -0.00208 L -0.15247 -0.0375 L -0.33151 -0.02801 C -0.33138 -0.21713 -0.33112 -0.40625 -0.33086 -0.59537 L -0.16627 -0.6037 L -0.16471 -0.64977 L -0.05377 -0.4213 L 0.01901 -0.45255 L 0.01901 -0.47153 " pathEditMode="relative" ptsTypes="AAAAAAAAAA">
                                      <p:cBhvr>
                                        <p:cTn id="234" dur="2000" fill="hold"/>
                                        <p:tgtEl>
                                          <p:spTgt spid="37"/>
                                        </p:tgtEl>
                                        <p:attrNameLst>
                                          <p:attrName>ppt_x</p:attrName>
                                          <p:attrName>ppt_y</p:attrName>
                                        </p:attrNameLst>
                                      </p:cBhvr>
                                    </p:animMotion>
                                  </p:childTnLst>
                                </p:cTn>
                              </p:par>
                            </p:childTnLst>
                          </p:cTn>
                        </p:par>
                        <p:par>
                          <p:cTn id="235" fill="hold">
                            <p:stCondLst>
                              <p:cond delay="2000"/>
                            </p:stCondLst>
                            <p:childTnLst>
                              <p:par>
                                <p:cTn id="236" presetID="1" presetClass="exit" presetSubtype="0" fill="hold" grpId="6" nodeType="afterEffect">
                                  <p:stCondLst>
                                    <p:cond delay="0"/>
                                  </p:stCondLst>
                                  <p:childTnLst>
                                    <p:set>
                                      <p:cBhvr>
                                        <p:cTn id="237" dur="1" fill="hold">
                                          <p:stCondLst>
                                            <p:cond delay="0"/>
                                          </p:stCondLst>
                                        </p:cTn>
                                        <p:tgtEl>
                                          <p:spTgt spid="35"/>
                                        </p:tgtEl>
                                        <p:attrNameLst>
                                          <p:attrName>style.visibility</p:attrName>
                                        </p:attrNameLst>
                                      </p:cBhvr>
                                      <p:to>
                                        <p:strVal val="hidden"/>
                                      </p:to>
                                    </p:set>
                                  </p:childTnLst>
                                </p:cTn>
                              </p:par>
                            </p:childTnLst>
                          </p:cTn>
                        </p:par>
                        <p:par>
                          <p:cTn id="238" fill="hold">
                            <p:stCondLst>
                              <p:cond delay="2000"/>
                            </p:stCondLst>
                            <p:childTnLst>
                              <p:par>
                                <p:cTn id="239" presetID="1" presetClass="exit" presetSubtype="0" fill="hold" grpId="4" nodeType="afterEffect">
                                  <p:stCondLst>
                                    <p:cond delay="0"/>
                                  </p:stCondLst>
                                  <p:childTnLst>
                                    <p:set>
                                      <p:cBhvr>
                                        <p:cTn id="240" dur="1" fill="hold">
                                          <p:stCondLst>
                                            <p:cond delay="0"/>
                                          </p:stCondLst>
                                        </p:cTn>
                                        <p:tgtEl>
                                          <p:spTgt spid="37"/>
                                        </p:tgtEl>
                                        <p:attrNameLst>
                                          <p:attrName>style.visibility</p:attrName>
                                        </p:attrNameLst>
                                      </p:cBhvr>
                                      <p:to>
                                        <p:strVal val="hidden"/>
                                      </p:to>
                                    </p:set>
                                  </p:childTnLst>
                                </p:cTn>
                              </p:par>
                            </p:childTnLst>
                          </p:cTn>
                        </p:par>
                      </p:childTnLst>
                    </p:cTn>
                  </p:par>
                  <p:par>
                    <p:cTn id="241" fill="hold">
                      <p:stCondLst>
                        <p:cond delay="indefinite"/>
                      </p:stCondLst>
                      <p:childTnLst>
                        <p:par>
                          <p:cTn id="242" fill="hold">
                            <p:stCondLst>
                              <p:cond delay="0"/>
                            </p:stCondLst>
                            <p:childTnLst>
                              <p:par>
                                <p:cTn id="243" presetID="1" presetClass="entr" presetSubtype="0" fill="hold" grpId="0" nodeType="clickEffect">
                                  <p:stCondLst>
                                    <p:cond delay="0"/>
                                  </p:stCondLst>
                                  <p:childTnLst>
                                    <p:set>
                                      <p:cBhvr>
                                        <p:cTn id="244" dur="1" fill="hold">
                                          <p:stCondLst>
                                            <p:cond delay="0"/>
                                          </p:stCondLst>
                                        </p:cTn>
                                        <p:tgtEl>
                                          <p:spTgt spid="7"/>
                                        </p:tgtEl>
                                        <p:attrNameLst>
                                          <p:attrName>style.visibility</p:attrName>
                                        </p:attrNameLst>
                                      </p:cBhvr>
                                      <p:to>
                                        <p:strVal val="visible"/>
                                      </p:to>
                                    </p:set>
                                  </p:childTnLst>
                                </p:cTn>
                              </p:par>
                              <p:par>
                                <p:cTn id="245" presetID="1" presetClass="entr" presetSubtype="0" fill="hold" grpId="0" nodeType="withEffect">
                                  <p:stCondLst>
                                    <p:cond delay="0"/>
                                  </p:stCondLst>
                                  <p:childTnLst>
                                    <p:set>
                                      <p:cBhvr>
                                        <p:cTn id="246" dur="1" fill="hold">
                                          <p:stCondLst>
                                            <p:cond delay="0"/>
                                          </p:stCondLst>
                                        </p:cTn>
                                        <p:tgtEl>
                                          <p:spTgt spid="9"/>
                                        </p:tgtEl>
                                        <p:attrNameLst>
                                          <p:attrName>style.visibility</p:attrName>
                                        </p:attrNameLst>
                                      </p:cBhvr>
                                      <p:to>
                                        <p:strVal val="visible"/>
                                      </p:to>
                                    </p:set>
                                  </p:childTnLst>
                                </p:cTn>
                              </p:par>
                              <p:par>
                                <p:cTn id="247" presetID="0" presetClass="path" presetSubtype="0" accel="50000" decel="50000" fill="hold" grpId="1" nodeType="withEffect">
                                  <p:stCondLst>
                                    <p:cond delay="0"/>
                                  </p:stCondLst>
                                  <p:childTnLst>
                                    <p:animMotion origin="layout" path="M 0.00156 0.00255 L 0.08945 -0.03032 L 0.2112 -0.02477 L 0.23867 -0.06829 L 0.35508 -0.07639 L 0.35664 -0.04375 " pathEditMode="relative" rAng="0" ptsTypes="AAAAAA">
                                      <p:cBhvr>
                                        <p:cTn id="248" dur="2000" fill="hold"/>
                                        <p:tgtEl>
                                          <p:spTgt spid="7"/>
                                        </p:tgtEl>
                                        <p:attrNameLst>
                                          <p:attrName>ppt_x</p:attrName>
                                          <p:attrName>ppt_y</p:attrName>
                                        </p:attrNameLst>
                                      </p:cBhvr>
                                      <p:rCtr x="17747" y="-3958"/>
                                    </p:animMotion>
                                  </p:childTnLst>
                                </p:cTn>
                              </p:par>
                              <p:par>
                                <p:cTn id="249" presetID="0" presetClass="path" presetSubtype="0" accel="50000" decel="50000" fill="hold" grpId="1" nodeType="withEffect">
                                  <p:stCondLst>
                                    <p:cond delay="0"/>
                                  </p:stCondLst>
                                  <p:childTnLst>
                                    <p:animMotion origin="layout" path="M 0.00326 -0.00393 L 0.08815 0.03403 L 0.20977 0.03403 L 0.23737 0.07894 L 0.3599 0.08033 L 0.35755 0.04074 " pathEditMode="relative" rAng="0" ptsTypes="AAAAAA">
                                      <p:cBhvr>
                                        <p:cTn id="250" dur="2000" fill="hold"/>
                                        <p:tgtEl>
                                          <p:spTgt spid="9"/>
                                        </p:tgtEl>
                                        <p:attrNameLst>
                                          <p:attrName>ppt_x</p:attrName>
                                          <p:attrName>ppt_y</p:attrName>
                                        </p:attrNameLst>
                                      </p:cBhvr>
                                      <p:rCtr x="17826" y="4213"/>
                                    </p:animMotion>
                                  </p:childTnLst>
                                </p:cTn>
                              </p:par>
                              <p:par>
                                <p:cTn id="251" presetID="1" presetClass="entr" presetSubtype="0" fill="hold" grpId="0" nodeType="withEffect">
                                  <p:stCondLst>
                                    <p:cond delay="0"/>
                                  </p:stCondLst>
                                  <p:childTnLst>
                                    <p:set>
                                      <p:cBhvr>
                                        <p:cTn id="252" dur="1" fill="hold">
                                          <p:stCondLst>
                                            <p:cond delay="0"/>
                                          </p:stCondLst>
                                        </p:cTn>
                                        <p:tgtEl>
                                          <p:spTgt spid="8"/>
                                        </p:tgtEl>
                                        <p:attrNameLst>
                                          <p:attrName>style.visibility</p:attrName>
                                        </p:attrNameLst>
                                      </p:cBhvr>
                                      <p:to>
                                        <p:strVal val="visible"/>
                                      </p:to>
                                    </p:set>
                                  </p:childTnLst>
                                </p:cTn>
                              </p:par>
                              <p:par>
                                <p:cTn id="253" presetID="0" presetClass="path" presetSubtype="0" accel="50000" decel="50000" fill="hold" grpId="1" nodeType="withEffect">
                                  <p:stCondLst>
                                    <p:cond delay="0"/>
                                  </p:stCondLst>
                                  <p:childTnLst>
                                    <p:animMotion origin="layout" path="M 2.5E-6 3.7037E-7 L 0.0375 -0.03681 L 0.04661 -0.03819 L 0.09192 -0.03819 L 0.09036 -0.07616 " pathEditMode="relative" rAng="0" ptsTypes="AAAAA">
                                      <p:cBhvr>
                                        <p:cTn id="254" dur="2000" fill="hold"/>
                                        <p:tgtEl>
                                          <p:spTgt spid="8"/>
                                        </p:tgtEl>
                                        <p:attrNameLst>
                                          <p:attrName>ppt_x</p:attrName>
                                          <p:attrName>ppt_y</p:attrName>
                                        </p:attrNameLst>
                                      </p:cBhvr>
                                      <p:rCtr x="4596" y="-3819"/>
                                    </p:animMotion>
                                  </p:childTnLst>
                                </p:cTn>
                              </p:par>
                              <p:par>
                                <p:cTn id="255" presetID="1" presetClass="entr" presetSubtype="0" fill="hold" grpId="0" nodeType="withEffect">
                                  <p:stCondLst>
                                    <p:cond delay="0"/>
                                  </p:stCondLst>
                                  <p:childTnLst>
                                    <p:set>
                                      <p:cBhvr>
                                        <p:cTn id="256" dur="1" fill="hold">
                                          <p:stCondLst>
                                            <p:cond delay="0"/>
                                          </p:stCondLst>
                                        </p:cTn>
                                        <p:tgtEl>
                                          <p:spTgt spid="10"/>
                                        </p:tgtEl>
                                        <p:attrNameLst>
                                          <p:attrName>style.visibility</p:attrName>
                                        </p:attrNameLst>
                                      </p:cBhvr>
                                      <p:to>
                                        <p:strVal val="visible"/>
                                      </p:to>
                                    </p:set>
                                  </p:childTnLst>
                                </p:cTn>
                              </p:par>
                              <p:par>
                                <p:cTn id="257" presetID="0" presetClass="path" presetSubtype="0" accel="50000" decel="50000" fill="hold" grpId="3" nodeType="withEffect">
                                  <p:stCondLst>
                                    <p:cond delay="0"/>
                                  </p:stCondLst>
                                  <p:childTnLst>
                                    <p:animMotion origin="layout" path="M -0.00039 0.00046 L 0.04466 0.10648 L 0.09987 0.10787 L 0.09752 0.15162 " pathEditMode="relative" ptsTypes="AAAA">
                                      <p:cBhvr>
                                        <p:cTn id="258" dur="2000" fill="hold"/>
                                        <p:tgtEl>
                                          <p:spTgt spid="10"/>
                                        </p:tgtEl>
                                        <p:attrNameLst>
                                          <p:attrName>ppt_x</p:attrName>
                                          <p:attrName>ppt_y</p:attrName>
                                        </p:attrNameLst>
                                      </p:cBhvr>
                                    </p:animMotion>
                                  </p:childTnLst>
                                </p:cTn>
                              </p:par>
                            </p:childTnLst>
                          </p:cTn>
                        </p:par>
                        <p:par>
                          <p:cTn id="259" fill="hold">
                            <p:stCondLst>
                              <p:cond delay="2000"/>
                            </p:stCondLst>
                            <p:childTnLst>
                              <p:par>
                                <p:cTn id="260" presetID="1" presetClass="exit" presetSubtype="0" fill="hold" grpId="2" nodeType="afterEffect">
                                  <p:stCondLst>
                                    <p:cond delay="0"/>
                                  </p:stCondLst>
                                  <p:childTnLst>
                                    <p:set>
                                      <p:cBhvr>
                                        <p:cTn id="261" dur="1" fill="hold">
                                          <p:stCondLst>
                                            <p:cond delay="0"/>
                                          </p:stCondLst>
                                        </p:cTn>
                                        <p:tgtEl>
                                          <p:spTgt spid="8"/>
                                        </p:tgtEl>
                                        <p:attrNameLst>
                                          <p:attrName>style.visibility</p:attrName>
                                        </p:attrNameLst>
                                      </p:cBhvr>
                                      <p:to>
                                        <p:strVal val="hidden"/>
                                      </p:to>
                                    </p:set>
                                  </p:childTnLst>
                                </p:cTn>
                              </p:par>
                            </p:childTnLst>
                          </p:cTn>
                        </p:par>
                        <p:par>
                          <p:cTn id="262" fill="hold">
                            <p:stCondLst>
                              <p:cond delay="2000"/>
                            </p:stCondLst>
                            <p:childTnLst>
                              <p:par>
                                <p:cTn id="263" presetID="1" presetClass="exit" presetSubtype="0" fill="hold" grpId="2" nodeType="afterEffect">
                                  <p:stCondLst>
                                    <p:cond delay="0"/>
                                  </p:stCondLst>
                                  <p:childTnLst>
                                    <p:set>
                                      <p:cBhvr>
                                        <p:cTn id="264" dur="1" fill="hold">
                                          <p:stCondLst>
                                            <p:cond delay="0"/>
                                          </p:stCondLst>
                                        </p:cTn>
                                        <p:tgtEl>
                                          <p:spTgt spid="10"/>
                                        </p:tgtEl>
                                        <p:attrNameLst>
                                          <p:attrName>style.visibility</p:attrName>
                                        </p:attrNameLst>
                                      </p:cBhvr>
                                      <p:to>
                                        <p:strVal val="hidden"/>
                                      </p:to>
                                    </p:set>
                                  </p:childTnLst>
                                </p:cTn>
                              </p:par>
                            </p:childTnLst>
                          </p:cTn>
                        </p:par>
                      </p:childTnLst>
                    </p:cTn>
                  </p:par>
                  <p:par>
                    <p:cTn id="265" fill="hold">
                      <p:stCondLst>
                        <p:cond delay="indefinite"/>
                      </p:stCondLst>
                      <p:childTnLst>
                        <p:par>
                          <p:cTn id="266" fill="hold">
                            <p:stCondLst>
                              <p:cond delay="0"/>
                            </p:stCondLst>
                            <p:childTnLst>
                              <p:par>
                                <p:cTn id="267" presetID="0" presetClass="path" presetSubtype="0" accel="50000" decel="50000" fill="hold" grpId="2" nodeType="clickEffect">
                                  <p:stCondLst>
                                    <p:cond delay="0"/>
                                  </p:stCondLst>
                                  <p:childTnLst>
                                    <p:animMotion origin="layout" path="M 0.35651 -0.03981 L 0.45 -0.03981 C 0.44974 0.17732 0.44948 0.39468 0.44922 0.61204 L -0.0138 0.61482 " pathEditMode="relative" rAng="0" ptsTypes="AAAA">
                                      <p:cBhvr>
                                        <p:cTn id="268" dur="2000" fill="hold"/>
                                        <p:tgtEl>
                                          <p:spTgt spid="7"/>
                                        </p:tgtEl>
                                        <p:attrNameLst>
                                          <p:attrName>ppt_x</p:attrName>
                                          <p:attrName>ppt_y</p:attrName>
                                        </p:attrNameLst>
                                      </p:cBhvr>
                                      <p:rCtr x="-13841" y="32731"/>
                                    </p:animMotion>
                                  </p:childTnLst>
                                </p:cTn>
                              </p:par>
                              <p:par>
                                <p:cTn id="269" presetID="0" presetClass="path" presetSubtype="0" accel="50000" decel="50000" fill="hold" grpId="2" nodeType="withEffect">
                                  <p:stCondLst>
                                    <p:cond delay="0"/>
                                  </p:stCondLst>
                                  <p:childTnLst>
                                    <p:animMotion origin="layout" path="M 0.35339 0.02732 L 0.41003 0.02732 C 0.41029 0.10834 0.41055 0.18959 0.41081 0.27084 L 0.02826 0.26945 " pathEditMode="relative" rAng="0" ptsTypes="AAAA">
                                      <p:cBhvr>
                                        <p:cTn id="270" dur="2000" fill="hold"/>
                                        <p:tgtEl>
                                          <p:spTgt spid="9"/>
                                        </p:tgtEl>
                                        <p:attrNameLst>
                                          <p:attrName>ppt_x</p:attrName>
                                          <p:attrName>ppt_y</p:attrName>
                                        </p:attrNameLst>
                                      </p:cBhvr>
                                      <p:rCtr x="-13385" y="12176"/>
                                    </p:animMotion>
                                  </p:childTnLst>
                                </p:cTn>
                              </p:par>
                            </p:childTnLst>
                          </p:cTn>
                        </p:par>
                      </p:childTnLst>
                    </p:cTn>
                  </p:par>
                  <p:par>
                    <p:cTn id="271" fill="hold">
                      <p:stCondLst>
                        <p:cond delay="indefinite"/>
                      </p:stCondLst>
                      <p:childTnLst>
                        <p:par>
                          <p:cTn id="272" fill="hold">
                            <p:stCondLst>
                              <p:cond delay="0"/>
                            </p:stCondLst>
                            <p:childTnLst>
                              <p:par>
                                <p:cTn id="273" presetID="1" presetClass="entr" presetSubtype="0" fill="hold" grpId="0" nodeType="clickEffect">
                                  <p:stCondLst>
                                    <p:cond delay="0"/>
                                  </p:stCondLst>
                                  <p:childTnLst>
                                    <p:set>
                                      <p:cBhvr>
                                        <p:cTn id="274" dur="1" fill="hold">
                                          <p:stCondLst>
                                            <p:cond delay="0"/>
                                          </p:stCondLst>
                                        </p:cTn>
                                        <p:tgtEl>
                                          <p:spTgt spid="13"/>
                                        </p:tgtEl>
                                        <p:attrNameLst>
                                          <p:attrName>style.visibility</p:attrName>
                                        </p:attrNameLst>
                                      </p:cBhvr>
                                      <p:to>
                                        <p:strVal val="visible"/>
                                      </p:to>
                                    </p:set>
                                  </p:childTnLst>
                                </p:cTn>
                              </p:par>
                              <p:par>
                                <p:cTn id="275" presetID="0" presetClass="path" presetSubtype="0" accel="50000" decel="50000" fill="hold" grpId="3" nodeType="withEffect">
                                  <p:stCondLst>
                                    <p:cond delay="0"/>
                                  </p:stCondLst>
                                  <p:childTnLst>
                                    <p:animMotion origin="layout" path="M -0.01615 0.61343 L -0.16849 0.61065 L -0.16927 0.58333 L -0.34518 0.5875 L -0.34453 0.01875 L -0.18073 0.00903 L -0.17995 -0.03704 L -0.06823 -0.03588 L -0.00157 -0.03171 L 2.70833E-6 -0.00046 " pathEditMode="relative" rAng="0" ptsTypes="AAAAAAAAAA">
                                      <p:cBhvr>
                                        <p:cTn id="276" dur="2000" fill="hold"/>
                                        <p:tgtEl>
                                          <p:spTgt spid="7"/>
                                        </p:tgtEl>
                                        <p:attrNameLst>
                                          <p:attrName>ppt_x</p:attrName>
                                          <p:attrName>ppt_y</p:attrName>
                                        </p:attrNameLst>
                                      </p:cBhvr>
                                      <p:rCtr x="-15651" y="-32523"/>
                                    </p:animMotion>
                                  </p:childTnLst>
                                </p:cTn>
                              </p:par>
                              <p:par>
                                <p:cTn id="277" presetID="0" presetClass="path" presetSubtype="0" accel="50000" decel="50000" fill="hold" grpId="3" nodeType="withEffect">
                                  <p:stCondLst>
                                    <p:cond delay="0"/>
                                  </p:stCondLst>
                                  <p:childTnLst>
                                    <p:animMotion origin="layout" path="M 0.02435 0.2706 L -0.17852 0.27338 L -0.17695 0.24885 L -0.32773 0.24607 L -0.32917 0.01898 L -0.18542 0.0176 L -0.07591 0.03102 L -0.00404 -0.00278 " pathEditMode="relative" rAng="0" ptsTypes="AAAAAAAA">
                                      <p:cBhvr>
                                        <p:cTn id="278" dur="2000" fill="hold"/>
                                        <p:tgtEl>
                                          <p:spTgt spid="9"/>
                                        </p:tgtEl>
                                        <p:attrNameLst>
                                          <p:attrName>ppt_x</p:attrName>
                                          <p:attrName>ppt_y</p:attrName>
                                        </p:attrNameLst>
                                      </p:cBhvr>
                                      <p:rCtr x="-17682" y="-13542"/>
                                    </p:animMotion>
                                  </p:childTnLst>
                                </p:cTn>
                              </p:par>
                              <p:par>
                                <p:cTn id="279" presetID="0" presetClass="path" presetSubtype="0" accel="50000" decel="50000" fill="hold" grpId="1" nodeType="withEffect">
                                  <p:stCondLst>
                                    <p:cond delay="200"/>
                                  </p:stCondLst>
                                  <p:childTnLst>
                                    <p:animMotion origin="layout" path="M 0.00287 -0.00069 L -0.15481 -0.00347 L -0.15481 -0.0294 L -0.32786 -0.02662 L -0.33007 -0.59421 L -0.16328 -0.60648 L -0.1664 -0.65255 L -0.0569 -0.65139 " pathEditMode="relative" ptsTypes="AAAAAAAA">
                                      <p:cBhvr>
                                        <p:cTn id="280" dur="2000" fill="hold"/>
                                        <p:tgtEl>
                                          <p:spTgt spid="13"/>
                                        </p:tgtEl>
                                        <p:attrNameLst>
                                          <p:attrName>ppt_x</p:attrName>
                                          <p:attrName>ppt_y</p:attrName>
                                        </p:attrNameLst>
                                      </p:cBhvr>
                                    </p:animMotion>
                                  </p:childTnLst>
                                </p:cTn>
                              </p:par>
                            </p:childTnLst>
                          </p:cTn>
                        </p:par>
                        <p:par>
                          <p:cTn id="281" fill="hold">
                            <p:stCondLst>
                              <p:cond delay="2200"/>
                            </p:stCondLst>
                            <p:childTnLst>
                              <p:par>
                                <p:cTn id="282" presetID="1" presetClass="exit" presetSubtype="0" fill="hold" grpId="5" nodeType="afterEffect">
                                  <p:stCondLst>
                                    <p:cond delay="0"/>
                                  </p:stCondLst>
                                  <p:childTnLst>
                                    <p:set>
                                      <p:cBhvr>
                                        <p:cTn id="283" dur="1" fill="hold">
                                          <p:stCondLst>
                                            <p:cond delay="0"/>
                                          </p:stCondLst>
                                        </p:cTn>
                                        <p:tgtEl>
                                          <p:spTgt spid="9"/>
                                        </p:tgtEl>
                                        <p:attrNameLst>
                                          <p:attrName>style.visibility</p:attrName>
                                        </p:attrNameLst>
                                      </p:cBhvr>
                                      <p:to>
                                        <p:strVal val="hidden"/>
                                      </p:to>
                                    </p:set>
                                  </p:childTnLst>
                                </p:cTn>
                              </p:par>
                            </p:childTnLst>
                          </p:cTn>
                        </p:par>
                        <p:par>
                          <p:cTn id="284" fill="hold">
                            <p:stCondLst>
                              <p:cond delay="2200"/>
                            </p:stCondLst>
                            <p:childTnLst>
                              <p:par>
                                <p:cTn id="285" presetID="1" presetClass="exit" presetSubtype="0" fill="hold" grpId="4" nodeType="afterEffect">
                                  <p:stCondLst>
                                    <p:cond delay="0"/>
                                  </p:stCondLst>
                                  <p:childTnLst>
                                    <p:set>
                                      <p:cBhvr>
                                        <p:cTn id="286" dur="1" fill="hold">
                                          <p:stCondLst>
                                            <p:cond delay="0"/>
                                          </p:stCondLst>
                                        </p:cTn>
                                        <p:tgtEl>
                                          <p:spTgt spid="7"/>
                                        </p:tgtEl>
                                        <p:attrNameLst>
                                          <p:attrName>style.visibility</p:attrName>
                                        </p:attrNameLst>
                                      </p:cBhvr>
                                      <p:to>
                                        <p:strVal val="hidden"/>
                                      </p:to>
                                    </p:set>
                                  </p:childTnLst>
                                </p:cTn>
                              </p:par>
                              <p:par>
                                <p:cTn id="287" presetID="1" presetClass="entr" presetSubtype="0" fill="hold" grpId="0" nodeType="withEffect">
                                  <p:stCondLst>
                                    <p:cond delay="0"/>
                                  </p:stCondLst>
                                  <p:childTnLst>
                                    <p:set>
                                      <p:cBhvr>
                                        <p:cTn id="288" dur="1" fill="hold">
                                          <p:stCondLst>
                                            <p:cond delay="0"/>
                                          </p:stCondLst>
                                        </p:cTn>
                                        <p:tgtEl>
                                          <p:spTgt spid="14"/>
                                        </p:tgtEl>
                                        <p:attrNameLst>
                                          <p:attrName>style.visibility</p:attrName>
                                        </p:attrNameLst>
                                      </p:cBhvr>
                                      <p:to>
                                        <p:strVal val="visible"/>
                                      </p:to>
                                    </p:set>
                                  </p:childTnLst>
                                </p:cTn>
                              </p:par>
                            </p:childTnLst>
                          </p:cTn>
                        </p:par>
                        <p:par>
                          <p:cTn id="289" fill="hold">
                            <p:stCondLst>
                              <p:cond delay="2200"/>
                            </p:stCondLst>
                            <p:childTnLst>
                              <p:par>
                                <p:cTn id="290" presetID="1" presetClass="exit" presetSubtype="0" fill="hold" grpId="3" nodeType="afterEffect">
                                  <p:stCondLst>
                                    <p:cond delay="0"/>
                                  </p:stCondLst>
                                  <p:childTnLst>
                                    <p:set>
                                      <p:cBhvr>
                                        <p:cTn id="291" dur="1" fill="hold">
                                          <p:stCondLst>
                                            <p:cond delay="0"/>
                                          </p:stCondLst>
                                        </p:cTn>
                                        <p:tgtEl>
                                          <p:spTgt spid="13"/>
                                        </p:tgtEl>
                                        <p:attrNameLst>
                                          <p:attrName>style.visibility</p:attrName>
                                        </p:attrNameLst>
                                      </p:cBhvr>
                                      <p:to>
                                        <p:strVal val="hidden"/>
                                      </p:to>
                                    </p:set>
                                  </p:childTnLst>
                                </p:cTn>
                              </p:par>
                              <p:par>
                                <p:cTn id="292" presetID="1" presetClass="entr" presetSubtype="0" fill="hold" grpId="0" nodeType="withEffect">
                                  <p:stCondLst>
                                    <p:cond delay="0"/>
                                  </p:stCondLst>
                                  <p:childTnLst>
                                    <p:set>
                                      <p:cBhvr>
                                        <p:cTn id="293" dur="1" fill="hold">
                                          <p:stCondLst>
                                            <p:cond delay="0"/>
                                          </p:stCondLst>
                                        </p:cTn>
                                        <p:tgtEl>
                                          <p:spTgt spid="41"/>
                                        </p:tgtEl>
                                        <p:attrNameLst>
                                          <p:attrName>style.visibility</p:attrName>
                                        </p:attrNameLst>
                                      </p:cBhvr>
                                      <p:to>
                                        <p:strVal val="visible"/>
                                      </p:to>
                                    </p:set>
                                  </p:childTnLst>
                                </p:cTn>
                              </p:par>
                              <p:par>
                                <p:cTn id="294" presetID="0" presetClass="path" presetSubtype="0" accel="50000" decel="50000" fill="hold" grpId="1" nodeType="withEffect">
                                  <p:stCondLst>
                                    <p:cond delay="0"/>
                                  </p:stCondLst>
                                  <p:childTnLst>
                                    <p:animMotion origin="layout" path="M -0.00117 -0.00208 L 0.08659 0.02546 L 0.20365 0.0206 L 0.23203 0.06945 L 0.35286 0.05787 L 0.35091 0.03357 " pathEditMode="relative" rAng="0" ptsTypes="AAAAAA">
                                      <p:cBhvr>
                                        <p:cTn id="295" dur="2000" fill="hold"/>
                                        <p:tgtEl>
                                          <p:spTgt spid="41"/>
                                        </p:tgtEl>
                                        <p:attrNameLst>
                                          <p:attrName>ppt_x</p:attrName>
                                          <p:attrName>ppt_y</p:attrName>
                                        </p:attrNameLst>
                                      </p:cBhvr>
                                      <p:rCtr x="17695" y="3565"/>
                                    </p:animMotion>
                                  </p:childTnLst>
                                </p:cTn>
                              </p:par>
                              <p:par>
                                <p:cTn id="296" presetID="0" presetClass="path" presetSubtype="0" accel="50000" decel="50000" fill="hold" grpId="1" nodeType="withEffect">
                                  <p:stCondLst>
                                    <p:cond delay="0"/>
                                  </p:stCondLst>
                                  <p:childTnLst>
                                    <p:animMotion origin="layout" path="M 0.00156 0.00093 L 0.09336 -0.03611 L 0.21276 -0.03055 L 0.2388 -0.07291 L 0.35429 -0.07407 L 0.35976 -0.04421 " pathEditMode="relative" rAng="0" ptsTypes="AAAAAA">
                                      <p:cBhvr>
                                        <p:cTn id="297" dur="2000" fill="hold"/>
                                        <p:tgtEl>
                                          <p:spTgt spid="14"/>
                                        </p:tgtEl>
                                        <p:attrNameLst>
                                          <p:attrName>ppt_x</p:attrName>
                                          <p:attrName>ppt_y</p:attrName>
                                        </p:attrNameLst>
                                      </p:cBhvr>
                                      <p:rCtr x="17904" y="-3750"/>
                                    </p:animMotion>
                                  </p:childTnLst>
                                </p:cTn>
                              </p:par>
                              <p:par>
                                <p:cTn id="298" presetID="0" presetClass="path" presetSubtype="0" accel="50000" decel="50000" fill="hold" grpId="2" nodeType="withEffect">
                                  <p:stCondLst>
                                    <p:cond delay="0"/>
                                  </p:stCondLst>
                                  <p:childTnLst>
                                    <p:animMotion origin="layout" path="M -0.05455 -0.65116 L 0.01667 -0.64305 L 0.01589 -0.61157 " pathEditMode="relative" ptsTypes="AAA">
                                      <p:cBhvr>
                                        <p:cTn id="299" dur="2000" fill="hold"/>
                                        <p:tgtEl>
                                          <p:spTgt spid="13"/>
                                        </p:tgtEl>
                                        <p:attrNameLst>
                                          <p:attrName>ppt_x</p:attrName>
                                          <p:attrName>ppt_y</p:attrName>
                                        </p:attrNameLst>
                                      </p:cBhvr>
                                    </p:animMotion>
                                  </p:childTnLst>
                                </p:cTn>
                              </p:par>
                              <p:par>
                                <p:cTn id="300" presetID="1" presetClass="entr" presetSubtype="0" fill="hold" grpId="0" nodeType="withEffect">
                                  <p:stCondLst>
                                    <p:cond delay="0"/>
                                  </p:stCondLst>
                                  <p:childTnLst>
                                    <p:set>
                                      <p:cBhvr>
                                        <p:cTn id="301" dur="1" fill="hold">
                                          <p:stCondLst>
                                            <p:cond delay="0"/>
                                          </p:stCondLst>
                                        </p:cTn>
                                        <p:tgtEl>
                                          <p:spTgt spid="39"/>
                                        </p:tgtEl>
                                        <p:attrNameLst>
                                          <p:attrName>style.visibility</p:attrName>
                                        </p:attrNameLst>
                                      </p:cBhvr>
                                      <p:to>
                                        <p:strVal val="visible"/>
                                      </p:to>
                                    </p:set>
                                  </p:childTnLst>
                                </p:cTn>
                              </p:par>
                              <p:par>
                                <p:cTn id="302" presetID="0" presetClass="path" presetSubtype="0" accel="50000" decel="50000" fill="hold" grpId="1" nodeType="withEffect">
                                  <p:stCondLst>
                                    <p:cond delay="0"/>
                                  </p:stCondLst>
                                  <p:childTnLst>
                                    <p:animMotion origin="layout" path="M 0.00403 0.0007 L 0.09114 -0.03333 L 0.21055 -0.02801 " pathEditMode="relative" rAng="0" ptsTypes="AAA">
                                      <p:cBhvr>
                                        <p:cTn id="303" dur="2000" fill="hold"/>
                                        <p:tgtEl>
                                          <p:spTgt spid="39"/>
                                        </p:tgtEl>
                                        <p:attrNameLst>
                                          <p:attrName>ppt_x</p:attrName>
                                          <p:attrName>ppt_y</p:attrName>
                                        </p:attrNameLst>
                                      </p:cBhvr>
                                      <p:rCtr x="10326" y="-1713"/>
                                    </p:animMotion>
                                  </p:childTnLst>
                                </p:cTn>
                              </p:par>
                              <p:par>
                                <p:cTn id="304" presetID="1" presetClass="entr" presetSubtype="0" fill="hold" grpId="0" nodeType="withEffect">
                                  <p:stCondLst>
                                    <p:cond delay="0"/>
                                  </p:stCondLst>
                                  <p:childTnLst>
                                    <p:set>
                                      <p:cBhvr>
                                        <p:cTn id="305" dur="1" fill="hold">
                                          <p:stCondLst>
                                            <p:cond delay="0"/>
                                          </p:stCondLst>
                                        </p:cTn>
                                        <p:tgtEl>
                                          <p:spTgt spid="38"/>
                                        </p:tgtEl>
                                        <p:attrNameLst>
                                          <p:attrName>style.visibility</p:attrName>
                                        </p:attrNameLst>
                                      </p:cBhvr>
                                      <p:to>
                                        <p:strVal val="visible"/>
                                      </p:to>
                                    </p:set>
                                  </p:childTnLst>
                                </p:cTn>
                              </p:par>
                              <p:par>
                                <p:cTn id="306" presetID="0" presetClass="path" presetSubtype="0" accel="50000" decel="50000" fill="hold" grpId="3" nodeType="withEffect">
                                  <p:stCondLst>
                                    <p:cond delay="0"/>
                                  </p:stCondLst>
                                  <p:childTnLst>
                                    <p:animMotion origin="layout" path="M 0.0026 -0.00208 L 0.04466 -0.03634 L 0.09492 -0.03634 L 0.09596 -0.07037 " pathEditMode="relative" ptsTypes="AAAA">
                                      <p:cBhvr>
                                        <p:cTn id="307" dur="2000" fill="hold"/>
                                        <p:tgtEl>
                                          <p:spTgt spid="38"/>
                                        </p:tgtEl>
                                        <p:attrNameLst>
                                          <p:attrName>ppt_x</p:attrName>
                                          <p:attrName>ppt_y</p:attrName>
                                        </p:attrNameLst>
                                      </p:cBhvr>
                                    </p:animMotion>
                                  </p:childTnLst>
                                </p:cTn>
                              </p:par>
                              <p:par>
                                <p:cTn id="308" presetID="1" presetClass="entr" presetSubtype="0" fill="hold" grpId="0" nodeType="withEffect">
                                  <p:stCondLst>
                                    <p:cond delay="0"/>
                                  </p:stCondLst>
                                  <p:childTnLst>
                                    <p:set>
                                      <p:cBhvr>
                                        <p:cTn id="309" dur="1" fill="hold">
                                          <p:stCondLst>
                                            <p:cond delay="0"/>
                                          </p:stCondLst>
                                        </p:cTn>
                                        <p:tgtEl>
                                          <p:spTgt spid="42"/>
                                        </p:tgtEl>
                                        <p:attrNameLst>
                                          <p:attrName>style.visibility</p:attrName>
                                        </p:attrNameLst>
                                      </p:cBhvr>
                                      <p:to>
                                        <p:strVal val="visible"/>
                                      </p:to>
                                    </p:set>
                                  </p:childTnLst>
                                </p:cTn>
                              </p:par>
                              <p:par>
                                <p:cTn id="310" presetID="0" presetClass="path" presetSubtype="0" accel="50000" decel="50000" fill="hold" grpId="3" nodeType="withEffect">
                                  <p:stCondLst>
                                    <p:cond delay="0"/>
                                  </p:stCondLst>
                                  <p:childTnLst>
                                    <p:animMotion origin="layout" path="M 0.00273 -0.00023 L 0.04843 0.10371 L 0.10065 0.10371 L 0.09778 0.14931 " pathEditMode="relative" ptsTypes="AAAA">
                                      <p:cBhvr>
                                        <p:cTn id="311" dur="2000" fill="hold"/>
                                        <p:tgtEl>
                                          <p:spTgt spid="42"/>
                                        </p:tgtEl>
                                        <p:attrNameLst>
                                          <p:attrName>ppt_x</p:attrName>
                                          <p:attrName>ppt_y</p:attrName>
                                        </p:attrNameLst>
                                      </p:cBhvr>
                                    </p:animMotion>
                                  </p:childTnLst>
                                </p:cTn>
                              </p:par>
                            </p:childTnLst>
                          </p:cTn>
                        </p:par>
                        <p:par>
                          <p:cTn id="312" fill="hold">
                            <p:stCondLst>
                              <p:cond delay="4200"/>
                            </p:stCondLst>
                            <p:childTnLst>
                              <p:par>
                                <p:cTn id="313" presetID="1" presetClass="exit" presetSubtype="0" fill="hold" grpId="1" nodeType="afterEffect">
                                  <p:stCondLst>
                                    <p:cond delay="0"/>
                                  </p:stCondLst>
                                  <p:childTnLst>
                                    <p:set>
                                      <p:cBhvr>
                                        <p:cTn id="314" dur="1" fill="hold">
                                          <p:stCondLst>
                                            <p:cond delay="0"/>
                                          </p:stCondLst>
                                        </p:cTn>
                                        <p:tgtEl>
                                          <p:spTgt spid="38"/>
                                        </p:tgtEl>
                                        <p:attrNameLst>
                                          <p:attrName>style.visibility</p:attrName>
                                        </p:attrNameLst>
                                      </p:cBhvr>
                                      <p:to>
                                        <p:strVal val="hidden"/>
                                      </p:to>
                                    </p:set>
                                  </p:childTnLst>
                                </p:cTn>
                              </p:par>
                            </p:childTnLst>
                          </p:cTn>
                        </p:par>
                        <p:par>
                          <p:cTn id="315" fill="hold">
                            <p:stCondLst>
                              <p:cond delay="4200"/>
                            </p:stCondLst>
                            <p:childTnLst>
                              <p:par>
                                <p:cTn id="316" presetID="1" presetClass="exit" presetSubtype="0" fill="hold" grpId="1" nodeType="afterEffect">
                                  <p:stCondLst>
                                    <p:cond delay="0"/>
                                  </p:stCondLst>
                                  <p:childTnLst>
                                    <p:set>
                                      <p:cBhvr>
                                        <p:cTn id="317" dur="1" fill="hold">
                                          <p:stCondLst>
                                            <p:cond delay="0"/>
                                          </p:stCondLst>
                                        </p:cTn>
                                        <p:tgtEl>
                                          <p:spTgt spid="42"/>
                                        </p:tgtEl>
                                        <p:attrNameLst>
                                          <p:attrName>style.visibility</p:attrName>
                                        </p:attrNameLst>
                                      </p:cBhvr>
                                      <p:to>
                                        <p:strVal val="hidden"/>
                                      </p:to>
                                    </p:set>
                                  </p:childTnLst>
                                </p:cTn>
                              </p:par>
                            </p:childTnLst>
                          </p:cTn>
                        </p:par>
                      </p:childTnLst>
                    </p:cTn>
                  </p:par>
                  <p:par>
                    <p:cTn id="318" fill="hold">
                      <p:stCondLst>
                        <p:cond delay="indefinite"/>
                      </p:stCondLst>
                      <p:childTnLst>
                        <p:par>
                          <p:cTn id="319" fill="hold">
                            <p:stCondLst>
                              <p:cond delay="0"/>
                            </p:stCondLst>
                            <p:childTnLst>
                              <p:par>
                                <p:cTn id="320" presetID="0" presetClass="path" presetSubtype="0" accel="50000" decel="50000" fill="hold" grpId="2" nodeType="clickEffect">
                                  <p:stCondLst>
                                    <p:cond delay="0"/>
                                  </p:stCondLst>
                                  <p:childTnLst>
                                    <p:animMotion origin="layout" path="M 0.3513 0.02616 L 0.41107 0.03148 L 0.41172 0.27107 L 0.02917 0.2669 L -0.17448 0.27245 L -0.17448 0.25463 L -0.33125 0.25324 L -0.32904 0.01528 L -0.18815 0.01389 L -0.07422 0.03565 L 0.00156 0.0044 " pathEditMode="relative" rAng="0" ptsTypes="AAAAAAAAAAA">
                                      <p:cBhvr>
                                        <p:cTn id="321" dur="2000" fill="hold"/>
                                        <p:tgtEl>
                                          <p:spTgt spid="41"/>
                                        </p:tgtEl>
                                        <p:attrNameLst>
                                          <p:attrName>ppt_x</p:attrName>
                                          <p:attrName>ppt_y</p:attrName>
                                        </p:attrNameLst>
                                      </p:cBhvr>
                                      <p:rCtr x="-31107" y="11227"/>
                                    </p:animMotion>
                                  </p:childTnLst>
                                </p:cTn>
                              </p:par>
                              <p:par>
                                <p:cTn id="322" presetID="0" presetClass="path" presetSubtype="0" accel="50000" decel="50000" fill="hold" grpId="2" nodeType="withEffect">
                                  <p:stCondLst>
                                    <p:cond delay="0"/>
                                  </p:stCondLst>
                                  <p:childTnLst>
                                    <p:animMotion origin="layout" path="M 0.36041 -0.04537 L 0.44778 -0.04282 C 0.44726 0.17315 0.44674 0.38889 0.44622 0.60486 L -0.16993 0.60903 L -0.16993 0.58704 L -0.34297 0.58449 C -0.34349 0.39398 -0.34401 0.20347 -0.3444 0.01296 L -0.17761 0.01019 L -0.17761 -0.03866 L -0.06355 -0.03727 L 0.00455 -0.02361 L 0.00533 0.00486 " pathEditMode="relative" rAng="0" ptsTypes="AAAAAAAAAAAA">
                                      <p:cBhvr>
                                        <p:cTn id="323" dur="2000" fill="hold"/>
                                        <p:tgtEl>
                                          <p:spTgt spid="14"/>
                                        </p:tgtEl>
                                        <p:attrNameLst>
                                          <p:attrName>ppt_x</p:attrName>
                                          <p:attrName>ppt_y</p:attrName>
                                        </p:attrNameLst>
                                      </p:cBhvr>
                                      <p:rCtr x="-30872" y="32708"/>
                                    </p:animMotion>
                                  </p:childTnLst>
                                </p:cTn>
                              </p:par>
                              <p:par>
                                <p:cTn id="324" presetID="0" presetClass="path" presetSubtype="0" accel="50000" decel="50000" fill="hold" grpId="2" nodeType="withEffect">
                                  <p:stCondLst>
                                    <p:cond delay="0"/>
                                  </p:stCondLst>
                                  <p:childTnLst>
                                    <p:animMotion origin="layout" path="M 0.21133 -0.02685 L 0.21133 -0.02662 L 0.23711 -0.07314 L 0.35364 -0.0743 L 0.35664 -0.03912 L 0.44922 -0.03912 L 0.44466 0.60324 L -0.01914 0.61436 L -0.17292 0.61158 L -0.17214 0.57894 L -0.34505 0.58565 L -0.34505 0.01945 L -0.17826 0.00463 L -0.17904 -0.04051 L -0.07188 -0.03912 " pathEditMode="relative" rAng="0" ptsTypes="AAAAAAAAAAAAAAA">
                                      <p:cBhvr>
                                        <p:cTn id="325" dur="2000" fill="hold"/>
                                        <p:tgtEl>
                                          <p:spTgt spid="39"/>
                                        </p:tgtEl>
                                        <p:attrNameLst>
                                          <p:attrName>ppt_x</p:attrName>
                                          <p:attrName>ppt_y</p:attrName>
                                        </p:attrNameLst>
                                      </p:cBhvr>
                                      <p:rCtr x="-15924" y="29676"/>
                                    </p:animMotion>
                                  </p:childTnLst>
                                </p:cTn>
                              </p:par>
                            </p:childTnLst>
                          </p:cTn>
                        </p:par>
                        <p:par>
                          <p:cTn id="326" fill="hold">
                            <p:stCondLst>
                              <p:cond delay="2000"/>
                            </p:stCondLst>
                            <p:childTnLst>
                              <p:par>
                                <p:cTn id="327" presetID="1" presetClass="exit" presetSubtype="0" fill="hold" grpId="3" nodeType="afterEffect">
                                  <p:stCondLst>
                                    <p:cond delay="0"/>
                                  </p:stCondLst>
                                  <p:childTnLst>
                                    <p:set>
                                      <p:cBhvr>
                                        <p:cTn id="328" dur="1" fill="hold">
                                          <p:stCondLst>
                                            <p:cond delay="0"/>
                                          </p:stCondLst>
                                        </p:cTn>
                                        <p:tgtEl>
                                          <p:spTgt spid="41"/>
                                        </p:tgtEl>
                                        <p:attrNameLst>
                                          <p:attrName>style.visibility</p:attrName>
                                        </p:attrNameLst>
                                      </p:cBhvr>
                                      <p:to>
                                        <p:strVal val="hidden"/>
                                      </p:to>
                                    </p:set>
                                  </p:childTnLst>
                                </p:cTn>
                              </p:par>
                            </p:childTnLst>
                          </p:cTn>
                        </p:par>
                        <p:par>
                          <p:cTn id="329" fill="hold">
                            <p:stCondLst>
                              <p:cond delay="2000"/>
                            </p:stCondLst>
                            <p:childTnLst>
                              <p:par>
                                <p:cTn id="330" presetID="1" presetClass="exit" presetSubtype="0" fill="hold" grpId="3" nodeType="afterEffect">
                                  <p:stCondLst>
                                    <p:cond delay="0"/>
                                  </p:stCondLst>
                                  <p:childTnLst>
                                    <p:set>
                                      <p:cBhvr>
                                        <p:cTn id="331" dur="1" fill="hold">
                                          <p:stCondLst>
                                            <p:cond delay="0"/>
                                          </p:stCondLst>
                                        </p:cTn>
                                        <p:tgtEl>
                                          <p:spTgt spid="14"/>
                                        </p:tgtEl>
                                        <p:attrNameLst>
                                          <p:attrName>style.visibility</p:attrName>
                                        </p:attrNameLst>
                                      </p:cBhvr>
                                      <p:to>
                                        <p:strVal val="hidden"/>
                                      </p:to>
                                    </p:set>
                                  </p:childTnLst>
                                </p:cTn>
                              </p:par>
                              <p:par>
                                <p:cTn id="332" presetID="1" presetClass="entr" presetSubtype="0" fill="hold" grpId="0" nodeType="withEffect">
                                  <p:stCondLst>
                                    <p:cond delay="0"/>
                                  </p:stCondLst>
                                  <p:childTnLst>
                                    <p:set>
                                      <p:cBhvr>
                                        <p:cTn id="333" dur="1" fill="hold">
                                          <p:stCondLst>
                                            <p:cond delay="0"/>
                                          </p:stCondLst>
                                        </p:cTn>
                                        <p:tgtEl>
                                          <p:spTgt spid="40"/>
                                        </p:tgtEl>
                                        <p:attrNameLst>
                                          <p:attrName>style.visibility</p:attrName>
                                        </p:attrNameLst>
                                      </p:cBhvr>
                                      <p:to>
                                        <p:strVal val="visible"/>
                                      </p:to>
                                    </p:set>
                                  </p:childTnLst>
                                </p:cTn>
                              </p:par>
                              <p:par>
                                <p:cTn id="334" presetID="1" presetClass="entr" presetSubtype="0" fill="hold" grpId="0" nodeType="withEffect">
                                  <p:stCondLst>
                                    <p:cond delay="0"/>
                                  </p:stCondLst>
                                  <p:childTnLst>
                                    <p:set>
                                      <p:cBhvr>
                                        <p:cTn id="335" dur="1" fill="hold">
                                          <p:stCondLst>
                                            <p:cond delay="0"/>
                                          </p:stCondLst>
                                        </p:cTn>
                                        <p:tgtEl>
                                          <p:spTgt spid="43"/>
                                        </p:tgtEl>
                                        <p:attrNameLst>
                                          <p:attrName>style.visibility</p:attrName>
                                        </p:attrNameLst>
                                      </p:cBhvr>
                                      <p:to>
                                        <p:strVal val="visible"/>
                                      </p:to>
                                    </p:set>
                                  </p:childTnLst>
                                </p:cTn>
                              </p:par>
                              <p:par>
                                <p:cTn id="336" presetID="1" presetClass="entr" presetSubtype="0" fill="hold" grpId="0" nodeType="withEffect">
                                  <p:stCondLst>
                                    <p:cond delay="0"/>
                                  </p:stCondLst>
                                  <p:childTnLst>
                                    <p:set>
                                      <p:cBhvr>
                                        <p:cTn id="337" dur="1" fill="hold">
                                          <p:stCondLst>
                                            <p:cond delay="0"/>
                                          </p:stCondLst>
                                        </p:cTn>
                                        <p:tgtEl>
                                          <p:spTgt spid="44"/>
                                        </p:tgtEl>
                                        <p:attrNameLst>
                                          <p:attrName>style.visibility</p:attrName>
                                        </p:attrNameLst>
                                      </p:cBhvr>
                                      <p:to>
                                        <p:strVal val="visible"/>
                                      </p:to>
                                    </p:set>
                                  </p:childTnLst>
                                </p:cTn>
                              </p:par>
                              <p:par>
                                <p:cTn id="338" presetID="1" presetClass="entr" presetSubtype="0" fill="hold" grpId="0" nodeType="withEffect">
                                  <p:stCondLst>
                                    <p:cond delay="0"/>
                                  </p:stCondLst>
                                  <p:childTnLst>
                                    <p:set>
                                      <p:cBhvr>
                                        <p:cTn id="339" dur="1" fill="hold">
                                          <p:stCondLst>
                                            <p:cond delay="0"/>
                                          </p:stCondLst>
                                        </p:cTn>
                                        <p:tgtEl>
                                          <p:spTgt spid="45"/>
                                        </p:tgtEl>
                                        <p:attrNameLst>
                                          <p:attrName>style.visibility</p:attrName>
                                        </p:attrNameLst>
                                      </p:cBhvr>
                                      <p:to>
                                        <p:strVal val="visible"/>
                                      </p:to>
                                    </p:set>
                                  </p:childTnLst>
                                </p:cTn>
                              </p:par>
                            </p:childTnLst>
                          </p:cTn>
                        </p:par>
                      </p:childTnLst>
                    </p:cTn>
                  </p:par>
                  <p:par>
                    <p:cTn id="340" fill="hold">
                      <p:stCondLst>
                        <p:cond delay="indefinite"/>
                      </p:stCondLst>
                      <p:childTnLst>
                        <p:par>
                          <p:cTn id="341" fill="hold">
                            <p:stCondLst>
                              <p:cond delay="0"/>
                            </p:stCondLst>
                            <p:childTnLst>
                              <p:par>
                                <p:cTn id="342" presetID="0" presetClass="path" presetSubtype="0" accel="50000" decel="50000" fill="hold" grpId="1" nodeType="clickEffect">
                                  <p:stCondLst>
                                    <p:cond delay="0"/>
                                  </p:stCondLst>
                                  <p:childTnLst>
                                    <p:animMotion origin="layout" path="M -0.00091 0.00648 L 0.09089 -0.03171 L 0.20716 -0.02754 L 0.23555 -0.07106 L 0.3526 -0.07361 L 0.35729 -0.04514 " pathEditMode="relative" rAng="0" ptsTypes="AAAAAA">
                                      <p:cBhvr>
                                        <p:cTn id="343" dur="2000" fill="hold"/>
                                        <p:tgtEl>
                                          <p:spTgt spid="40"/>
                                        </p:tgtEl>
                                        <p:attrNameLst>
                                          <p:attrName>ppt_x</p:attrName>
                                          <p:attrName>ppt_y</p:attrName>
                                        </p:attrNameLst>
                                      </p:cBhvr>
                                      <p:rCtr x="17904" y="-4005"/>
                                    </p:animMotion>
                                  </p:childTnLst>
                                </p:cTn>
                              </p:par>
                              <p:par>
                                <p:cTn id="344" presetID="0" presetClass="path" presetSubtype="0" accel="50000" decel="50000" fill="hold" grpId="3" nodeType="withEffect">
                                  <p:stCondLst>
                                    <p:cond delay="0"/>
                                  </p:stCondLst>
                                  <p:childTnLst>
                                    <p:animMotion origin="layout" path="M 0.25703 -0.04746 L 0.30208 -0.14306 L 0.35495 -0.14028 L 0.35573 -0.17963 " pathEditMode="relative" rAng="0" ptsTypes="AAAA">
                                      <p:cBhvr>
                                        <p:cTn id="345" dur="2000" fill="hold"/>
                                        <p:tgtEl>
                                          <p:spTgt spid="32"/>
                                        </p:tgtEl>
                                        <p:attrNameLst>
                                          <p:attrName>ppt_x</p:attrName>
                                          <p:attrName>ppt_y</p:attrName>
                                        </p:attrNameLst>
                                      </p:cBhvr>
                                      <p:rCtr x="4935" y="-6620"/>
                                    </p:animMotion>
                                  </p:childTnLst>
                                </p:cTn>
                              </p:par>
                              <p:par>
                                <p:cTn id="346" presetID="0" presetClass="path" presetSubtype="0" accel="50000" decel="50000" fill="hold" grpId="2" nodeType="withEffect">
                                  <p:stCondLst>
                                    <p:cond delay="0"/>
                                  </p:stCondLst>
                                  <p:childTnLst>
                                    <p:animMotion origin="layout" path="M 0.00065 -0.00278 L 0.08177 0.01783 L 0.10703 -0.08148 L 0.24635 -0.05717 " pathEditMode="relative" rAng="0" ptsTypes="AAAA">
                                      <p:cBhvr>
                                        <p:cTn id="347" dur="2000" fill="hold"/>
                                        <p:tgtEl>
                                          <p:spTgt spid="43"/>
                                        </p:tgtEl>
                                        <p:attrNameLst>
                                          <p:attrName>ppt_x</p:attrName>
                                          <p:attrName>ppt_y</p:attrName>
                                        </p:attrNameLst>
                                      </p:cBhvr>
                                      <p:rCtr x="12279" y="-2917"/>
                                    </p:animMotion>
                                  </p:childTnLst>
                                </p:cTn>
                              </p:par>
                              <p:par>
                                <p:cTn id="348" presetID="0" presetClass="path" presetSubtype="0" accel="50000" decel="50000" fill="hold" grpId="3" nodeType="withEffect">
                                  <p:stCondLst>
                                    <p:cond delay="0"/>
                                  </p:stCondLst>
                                  <p:childTnLst>
                                    <p:animMotion origin="layout" path="M -0.07175 -0.0375 L -0.00143 -0.03078 L -0.003 0.00209 " pathEditMode="relative" rAng="0" ptsTypes="AAA">
                                      <p:cBhvr>
                                        <p:cTn id="349" dur="2000" fill="hold"/>
                                        <p:tgtEl>
                                          <p:spTgt spid="39"/>
                                        </p:tgtEl>
                                        <p:attrNameLst>
                                          <p:attrName>ppt_x</p:attrName>
                                          <p:attrName>ppt_y</p:attrName>
                                        </p:attrNameLst>
                                      </p:cBhvr>
                                      <p:rCtr x="3516" y="1968"/>
                                    </p:animMotion>
                                  </p:childTnLst>
                                </p:cTn>
                              </p:par>
                              <p:par>
                                <p:cTn id="350" presetID="0" presetClass="path" presetSubtype="0" accel="50000" decel="50000" fill="hold" grpId="2" nodeType="withEffect">
                                  <p:stCondLst>
                                    <p:cond delay="0"/>
                                  </p:stCondLst>
                                  <p:childTnLst>
                                    <p:animMotion origin="layout" path="M -0.00273 0.00393 L 0.08672 -0.03125 L 0.17709 -0.02454 L 0.18542 0.02708 L 0.25365 0.09653 " pathEditMode="relative" rAng="0" ptsTypes="AAAAA">
                                      <p:cBhvr>
                                        <p:cTn id="351" dur="2000" fill="hold"/>
                                        <p:tgtEl>
                                          <p:spTgt spid="45"/>
                                        </p:tgtEl>
                                        <p:attrNameLst>
                                          <p:attrName>ppt_x</p:attrName>
                                          <p:attrName>ppt_y</p:attrName>
                                        </p:attrNameLst>
                                      </p:cBhvr>
                                      <p:rCtr x="12812" y="2870"/>
                                    </p:animMotion>
                                  </p:childTnLst>
                                </p:cTn>
                              </p:par>
                              <p:par>
                                <p:cTn id="352" presetID="0" presetClass="path" presetSubtype="0" accel="50000" decel="50000" fill="hold" grpId="2" nodeType="withEffect">
                                  <p:stCondLst>
                                    <p:cond delay="0"/>
                                  </p:stCondLst>
                                  <p:childTnLst>
                                    <p:animMotion origin="layout" path="M 0.00273 -0.00023 L 0.04844 0.10371 L 0.10065 0.10371 L 0.09779 0.14931 " pathEditMode="relative" rAng="0" ptsTypes="AAAA">
                                      <p:cBhvr>
                                        <p:cTn id="353" dur="2000" fill="hold"/>
                                        <p:tgtEl>
                                          <p:spTgt spid="44"/>
                                        </p:tgtEl>
                                        <p:attrNameLst>
                                          <p:attrName>ppt_x</p:attrName>
                                          <p:attrName>ppt_y</p:attrName>
                                        </p:attrNameLst>
                                      </p:cBhvr>
                                      <p:rCtr x="4896" y="7477"/>
                                    </p:animMotion>
                                  </p:childTnLst>
                                </p:cTn>
                              </p:par>
                            </p:childTnLst>
                          </p:cTn>
                        </p:par>
                        <p:par>
                          <p:cTn id="354" fill="hold">
                            <p:stCondLst>
                              <p:cond delay="2000"/>
                            </p:stCondLst>
                            <p:childTnLst>
                              <p:par>
                                <p:cTn id="355" presetID="1" presetClass="exit" presetSubtype="0" fill="hold" grpId="1" nodeType="afterEffect">
                                  <p:stCondLst>
                                    <p:cond delay="0"/>
                                  </p:stCondLst>
                                  <p:childTnLst>
                                    <p:set>
                                      <p:cBhvr>
                                        <p:cTn id="356" dur="1" fill="hold">
                                          <p:stCondLst>
                                            <p:cond delay="0"/>
                                          </p:stCondLst>
                                        </p:cTn>
                                        <p:tgtEl>
                                          <p:spTgt spid="44"/>
                                        </p:tgtEl>
                                        <p:attrNameLst>
                                          <p:attrName>style.visibility</p:attrName>
                                        </p:attrNameLst>
                                      </p:cBhvr>
                                      <p:to>
                                        <p:strVal val="hidden"/>
                                      </p:to>
                                    </p:set>
                                  </p:childTnLst>
                                </p:cTn>
                              </p:par>
                            </p:childTnLst>
                          </p:cTn>
                        </p:par>
                        <p:par>
                          <p:cTn id="357" fill="hold">
                            <p:stCondLst>
                              <p:cond delay="2000"/>
                            </p:stCondLst>
                            <p:childTnLst>
                              <p:par>
                                <p:cTn id="358" presetID="1" presetClass="exit" presetSubtype="0" fill="hold" grpId="4" nodeType="afterEffect">
                                  <p:stCondLst>
                                    <p:cond delay="0"/>
                                  </p:stCondLst>
                                  <p:childTnLst>
                                    <p:set>
                                      <p:cBhvr>
                                        <p:cTn id="359" dur="1" fill="hold">
                                          <p:stCondLst>
                                            <p:cond delay="0"/>
                                          </p:stCondLst>
                                        </p:cTn>
                                        <p:tgtEl>
                                          <p:spTgt spid="32"/>
                                        </p:tgtEl>
                                        <p:attrNameLst>
                                          <p:attrName>style.visibility</p:attrName>
                                        </p:attrNameLst>
                                      </p:cBhvr>
                                      <p:to>
                                        <p:strVal val="hidden"/>
                                      </p:to>
                                    </p:set>
                                  </p:childTnLst>
                                </p:cTn>
                              </p:par>
                            </p:childTnLst>
                          </p:cTn>
                        </p:par>
                        <p:par>
                          <p:cTn id="360" fill="hold">
                            <p:stCondLst>
                              <p:cond delay="2000"/>
                            </p:stCondLst>
                            <p:childTnLst>
                              <p:par>
                                <p:cTn id="361" presetID="1" presetClass="exit" presetSubtype="0" fill="hold" grpId="4" nodeType="afterEffect">
                                  <p:stCondLst>
                                    <p:cond delay="0"/>
                                  </p:stCondLst>
                                  <p:childTnLst>
                                    <p:set>
                                      <p:cBhvr>
                                        <p:cTn id="362" dur="1" fill="hold">
                                          <p:stCondLst>
                                            <p:cond delay="0"/>
                                          </p:stCondLst>
                                        </p:cTn>
                                        <p:tgtEl>
                                          <p:spTgt spid="39"/>
                                        </p:tgtEl>
                                        <p:attrNameLst>
                                          <p:attrName>style.visibility</p:attrName>
                                        </p:attrNameLst>
                                      </p:cBhvr>
                                      <p:to>
                                        <p:strVal val="hidden"/>
                                      </p:to>
                                    </p:set>
                                  </p:childTnLst>
                                </p:cTn>
                              </p:par>
                            </p:childTnLst>
                          </p:cTn>
                        </p:par>
                      </p:childTnLst>
                    </p:cTn>
                  </p:par>
                  <p:par>
                    <p:cTn id="363" fill="hold">
                      <p:stCondLst>
                        <p:cond delay="indefinite"/>
                      </p:stCondLst>
                      <p:childTnLst>
                        <p:par>
                          <p:cTn id="364" fill="hold">
                            <p:stCondLst>
                              <p:cond delay="0"/>
                            </p:stCondLst>
                            <p:childTnLst>
                              <p:par>
                                <p:cTn id="365" presetID="0" presetClass="path" presetSubtype="0" accel="50000" decel="50000" fill="hold" grpId="2" nodeType="clickEffect">
                                  <p:stCondLst>
                                    <p:cond delay="0"/>
                                  </p:stCondLst>
                                  <p:childTnLst>
                                    <p:animMotion origin="layout" path="M 0.35417 -0.04375 L 0.35417 -0.04352 L 0.44609 -0.0412 C 0.44583 0.17708 0.44557 0.39514 0.44531 0.61343 L -0.17005 0.61482 L -0.17005 0.58333 L -0.34531 0.58611 L -0.34531 0.01736 L -0.18086 0.00926 L -0.18229 -0.03426 L -0.06758 -0.03704 L -0.00013 -0.03032 L -0.00091 0.00648 " pathEditMode="relative" rAng="0" ptsTypes="AAAAAAAAAAAAA">
                                      <p:cBhvr>
                                        <p:cTn id="366" dur="2000" fill="hold"/>
                                        <p:tgtEl>
                                          <p:spTgt spid="40"/>
                                        </p:tgtEl>
                                        <p:attrNameLst>
                                          <p:attrName>ppt_x</p:attrName>
                                          <p:attrName>ppt_y</p:attrName>
                                        </p:attrNameLst>
                                      </p:cBhvr>
                                      <p:rCtr x="-30378" y="32917"/>
                                    </p:animMotion>
                                  </p:childTnLst>
                                </p:cTn>
                              </p:par>
                            </p:childTnLst>
                          </p:cTn>
                        </p:par>
                        <p:par>
                          <p:cTn id="367" fill="hold">
                            <p:stCondLst>
                              <p:cond delay="2000"/>
                            </p:stCondLst>
                            <p:childTnLst>
                              <p:par>
                                <p:cTn id="368" presetID="1" presetClass="exit" presetSubtype="0" fill="hold" grpId="3" nodeType="afterEffect">
                                  <p:stCondLst>
                                    <p:cond delay="0"/>
                                  </p:stCondLst>
                                  <p:childTnLst>
                                    <p:set>
                                      <p:cBhvr>
                                        <p:cTn id="369" dur="1" fill="hold">
                                          <p:stCondLst>
                                            <p:cond delay="0"/>
                                          </p:stCondLst>
                                        </p:cTn>
                                        <p:tgtEl>
                                          <p:spTgt spid="40"/>
                                        </p:tgtEl>
                                        <p:attrNameLst>
                                          <p:attrName>style.visibility</p:attrName>
                                        </p:attrNameLst>
                                      </p:cBhvr>
                                      <p:to>
                                        <p:strVal val="hidden"/>
                                      </p:to>
                                    </p:set>
                                  </p:childTnLst>
                                </p:cTn>
                              </p:par>
                              <p:par>
                                <p:cTn id="370" presetID="1" presetClass="entr" presetSubtype="0" fill="hold" grpId="0" nodeType="withEffect">
                                  <p:stCondLst>
                                    <p:cond delay="0"/>
                                  </p:stCondLst>
                                  <p:childTnLst>
                                    <p:set>
                                      <p:cBhvr>
                                        <p:cTn id="371" dur="1" fill="hold">
                                          <p:stCondLst>
                                            <p:cond delay="0"/>
                                          </p:stCondLst>
                                        </p:cTn>
                                        <p:tgtEl>
                                          <p:spTgt spid="46"/>
                                        </p:tgtEl>
                                        <p:attrNameLst>
                                          <p:attrName>style.visibility</p:attrName>
                                        </p:attrNameLst>
                                      </p:cBhvr>
                                      <p:to>
                                        <p:strVal val="visible"/>
                                      </p:to>
                                    </p:set>
                                  </p:childTnLst>
                                </p:cTn>
                              </p:par>
                            </p:childTnLst>
                          </p:cTn>
                        </p:par>
                      </p:childTnLst>
                    </p:cTn>
                  </p:par>
                  <p:par>
                    <p:cTn id="372" fill="hold">
                      <p:stCondLst>
                        <p:cond delay="indefinite"/>
                      </p:stCondLst>
                      <p:childTnLst>
                        <p:par>
                          <p:cTn id="373" fill="hold">
                            <p:stCondLst>
                              <p:cond delay="0"/>
                            </p:stCondLst>
                            <p:childTnLst>
                              <p:par>
                                <p:cTn id="374" presetID="0" presetClass="path" presetSubtype="0" accel="50000" decel="50000" fill="hold" grpId="1" nodeType="clickEffect">
                                  <p:stCondLst>
                                    <p:cond delay="0"/>
                                  </p:stCondLst>
                                  <p:childTnLst>
                                    <p:animMotion origin="layout" path="M -0.00091 0.00371 L 0.08933 -0.03727 L 0.21029 -0.02916 L 0.23854 -0.07407 L 0.35339 -0.07407 L 0.35339 -0.0456 " pathEditMode="relative" rAng="0" ptsTypes="AAAAAA">
                                      <p:cBhvr>
                                        <p:cTn id="375" dur="2000" fill="hold"/>
                                        <p:tgtEl>
                                          <p:spTgt spid="46"/>
                                        </p:tgtEl>
                                        <p:attrNameLst>
                                          <p:attrName>ppt_x</p:attrName>
                                          <p:attrName>ppt_y</p:attrName>
                                        </p:attrNameLst>
                                      </p:cBhvr>
                                      <p:rCtr x="17708" y="-3889"/>
                                    </p:animMotion>
                                  </p:childTnLst>
                                </p:cTn>
                              </p:par>
                              <p:par>
                                <p:cTn id="376" presetID="0" presetClass="path" presetSubtype="0" accel="50000" decel="50000" fill="hold" grpId="3" nodeType="withEffect">
                                  <p:stCondLst>
                                    <p:cond delay="0"/>
                                  </p:stCondLst>
                                  <p:childTnLst>
                                    <p:animMotion origin="layout" path="M 0.25443 0.09653 L 0.29948 0.00116 L 0.35469 0.00255 L 0.35547 -0.03958 " pathEditMode="relative" rAng="0" ptsTypes="AAAA">
                                      <p:cBhvr>
                                        <p:cTn id="377" dur="2000" fill="hold"/>
                                        <p:tgtEl>
                                          <p:spTgt spid="45"/>
                                        </p:tgtEl>
                                        <p:attrNameLst>
                                          <p:attrName>ppt_x</p:attrName>
                                          <p:attrName>ppt_y</p:attrName>
                                        </p:attrNameLst>
                                      </p:cBhvr>
                                      <p:rCtr x="5052" y="-6806"/>
                                    </p:animMotion>
                                  </p:childTnLst>
                                </p:cTn>
                              </p:par>
                            </p:childTnLst>
                          </p:cTn>
                        </p:par>
                        <p:par>
                          <p:cTn id="378" fill="hold">
                            <p:stCondLst>
                              <p:cond delay="2000"/>
                            </p:stCondLst>
                            <p:childTnLst>
                              <p:par>
                                <p:cTn id="379" presetID="1" presetClass="exit" presetSubtype="0" fill="hold" grpId="4" nodeType="afterEffect">
                                  <p:stCondLst>
                                    <p:cond delay="0"/>
                                  </p:stCondLst>
                                  <p:childTnLst>
                                    <p:set>
                                      <p:cBhvr>
                                        <p:cTn id="380" dur="1" fill="hold">
                                          <p:stCondLst>
                                            <p:cond delay="0"/>
                                          </p:stCondLst>
                                        </p:cTn>
                                        <p:tgtEl>
                                          <p:spTgt spid="45"/>
                                        </p:tgtEl>
                                        <p:attrNameLst>
                                          <p:attrName>style.visibility</p:attrName>
                                        </p:attrNameLst>
                                      </p:cBhvr>
                                      <p:to>
                                        <p:strVal val="hidden"/>
                                      </p:to>
                                    </p:set>
                                  </p:childTnLst>
                                </p:cTn>
                              </p:par>
                            </p:childTnLst>
                          </p:cTn>
                        </p:par>
                      </p:childTnLst>
                    </p:cTn>
                  </p:par>
                  <p:par>
                    <p:cTn id="381" fill="hold">
                      <p:stCondLst>
                        <p:cond delay="indefinite"/>
                      </p:stCondLst>
                      <p:childTnLst>
                        <p:par>
                          <p:cTn id="382" fill="hold">
                            <p:stCondLst>
                              <p:cond delay="0"/>
                            </p:stCondLst>
                            <p:childTnLst>
                              <p:par>
                                <p:cTn id="383" presetID="0" presetClass="path" presetSubtype="0" accel="50000" decel="50000" fill="hold" grpId="2" nodeType="clickEffect">
                                  <p:stCondLst>
                                    <p:cond delay="0"/>
                                  </p:stCondLst>
                                  <p:childTnLst>
                                    <p:animMotion origin="layout" path="M 0.35339 -0.04004 L 0.35339 -0.03981 L 0.36185 -0.04004 L 0.44297 -0.04282 L 0.44375 0.61181 L -0.17252 0.61181 L -0.17174 0.58171 L -0.34843 0.5831 L -0.34843 0.01296 L -0.18398 0.00903 L -0.18476 -0.04537 L -0.06914 -0.04143 L -0.00182 -0.02361 L -0.0026 -0.00463 " pathEditMode="relative" rAng="0" ptsTypes="AAAAAAAAAAAAAA">
                                      <p:cBhvr>
                                        <p:cTn id="384" dur="2000" fill="hold"/>
                                        <p:tgtEl>
                                          <p:spTgt spid="46"/>
                                        </p:tgtEl>
                                        <p:attrNameLst>
                                          <p:attrName>ppt_x</p:attrName>
                                          <p:attrName>ppt_y</p:attrName>
                                        </p:attrNameLst>
                                      </p:cBhvr>
                                      <p:rCtr x="-30573" y="32315"/>
                                    </p:animMotion>
                                  </p:childTnLst>
                                </p:cTn>
                              </p:par>
                            </p:childTnLst>
                          </p:cTn>
                        </p:par>
                        <p:par>
                          <p:cTn id="385" fill="hold">
                            <p:stCondLst>
                              <p:cond delay="2000"/>
                            </p:stCondLst>
                            <p:childTnLst>
                              <p:par>
                                <p:cTn id="386" presetID="1" presetClass="exit" presetSubtype="0" fill="hold" grpId="3" nodeType="afterEffect">
                                  <p:stCondLst>
                                    <p:cond delay="0"/>
                                  </p:stCondLst>
                                  <p:childTnLst>
                                    <p:set>
                                      <p:cBhvr>
                                        <p:cTn id="387" dur="1" fill="hold">
                                          <p:stCondLst>
                                            <p:cond delay="0"/>
                                          </p:stCondLst>
                                        </p:cTn>
                                        <p:tgtEl>
                                          <p:spTgt spid="46"/>
                                        </p:tgtEl>
                                        <p:attrNameLst>
                                          <p:attrName>style.visibility</p:attrName>
                                        </p:attrNameLst>
                                      </p:cBhvr>
                                      <p:to>
                                        <p:strVal val="hidden"/>
                                      </p:to>
                                    </p:set>
                                  </p:childTnLst>
                                </p:cTn>
                              </p:par>
                              <p:par>
                                <p:cTn id="388" presetID="1" presetClass="entr" presetSubtype="0" fill="hold" grpId="0" nodeType="withEffect">
                                  <p:stCondLst>
                                    <p:cond delay="0"/>
                                  </p:stCondLst>
                                  <p:childTnLst>
                                    <p:set>
                                      <p:cBhvr>
                                        <p:cTn id="389" dur="1" fill="hold">
                                          <p:stCondLst>
                                            <p:cond delay="0"/>
                                          </p:stCondLst>
                                        </p:cTn>
                                        <p:tgtEl>
                                          <p:spTgt spid="48"/>
                                        </p:tgtEl>
                                        <p:attrNameLst>
                                          <p:attrName>style.visibility</p:attrName>
                                        </p:attrNameLst>
                                      </p:cBhvr>
                                      <p:to>
                                        <p:strVal val="visible"/>
                                      </p:to>
                                    </p:set>
                                  </p:childTnLst>
                                </p:cTn>
                              </p:par>
                            </p:childTnLst>
                          </p:cTn>
                        </p:par>
                      </p:childTnLst>
                    </p:cTn>
                  </p:par>
                  <p:par>
                    <p:cTn id="390" fill="hold">
                      <p:stCondLst>
                        <p:cond delay="indefinite"/>
                      </p:stCondLst>
                      <p:childTnLst>
                        <p:par>
                          <p:cTn id="391" fill="hold">
                            <p:stCondLst>
                              <p:cond delay="0"/>
                            </p:stCondLst>
                            <p:childTnLst>
                              <p:par>
                                <p:cTn id="392" presetID="0" presetClass="path" presetSubtype="0" accel="50000" decel="50000" fill="hold" grpId="1" nodeType="clickEffect">
                                  <p:stCondLst>
                                    <p:cond delay="0"/>
                                  </p:stCondLst>
                                  <p:childTnLst>
                                    <p:animMotion origin="layout" path="M 0.00208 1.11111E-6 L 0.08854 -0.03542 L 0.20859 -0.02732 L 0.23841 -0.075 L 0.35404 -0.07616 L 0.3556 -0.03542 " pathEditMode="relative" rAng="0" ptsTypes="AAAAAA">
                                      <p:cBhvr>
                                        <p:cTn id="393" dur="2000" fill="hold"/>
                                        <p:tgtEl>
                                          <p:spTgt spid="48"/>
                                        </p:tgtEl>
                                        <p:attrNameLst>
                                          <p:attrName>ppt_x</p:attrName>
                                          <p:attrName>ppt_y</p:attrName>
                                        </p:attrNameLst>
                                      </p:cBhvr>
                                      <p:rCtr x="17669" y="-3819"/>
                                    </p:animMotion>
                                  </p:childTnLst>
                                </p:cTn>
                              </p:par>
                              <p:par>
                                <p:cTn id="394" presetID="0" presetClass="path" presetSubtype="0" accel="50000" decel="50000" fill="hold" grpId="3" nodeType="withEffect">
                                  <p:stCondLst>
                                    <p:cond delay="0"/>
                                  </p:stCondLst>
                                  <p:childTnLst>
                                    <p:animMotion origin="layout" path="M 0.24857 -0.06088 L 0.29596 -0.14954 L 0.35195 -0.15092 L 0.35273 -0.19028 " pathEditMode="relative" rAng="0" ptsTypes="AAAA">
                                      <p:cBhvr>
                                        <p:cTn id="395" dur="2000" fill="hold"/>
                                        <p:tgtEl>
                                          <p:spTgt spid="43"/>
                                        </p:tgtEl>
                                        <p:attrNameLst>
                                          <p:attrName>ppt_x</p:attrName>
                                          <p:attrName>ppt_y</p:attrName>
                                        </p:attrNameLst>
                                      </p:cBhvr>
                                      <p:rCtr x="5208" y="-6481"/>
                                    </p:animMotion>
                                  </p:childTnLst>
                                </p:cTn>
                              </p:par>
                            </p:childTnLst>
                          </p:cTn>
                        </p:par>
                        <p:par>
                          <p:cTn id="396" fill="hold">
                            <p:stCondLst>
                              <p:cond delay="2000"/>
                            </p:stCondLst>
                            <p:childTnLst>
                              <p:par>
                                <p:cTn id="397" presetID="1" presetClass="exit" presetSubtype="0" fill="hold" grpId="4" nodeType="afterEffect">
                                  <p:stCondLst>
                                    <p:cond delay="0"/>
                                  </p:stCondLst>
                                  <p:childTnLst>
                                    <p:set>
                                      <p:cBhvr>
                                        <p:cTn id="398" dur="1" fill="hold">
                                          <p:stCondLst>
                                            <p:cond delay="0"/>
                                          </p:stCondLst>
                                        </p:cTn>
                                        <p:tgtEl>
                                          <p:spTgt spid="43"/>
                                        </p:tgtEl>
                                        <p:attrNameLst>
                                          <p:attrName>style.visibility</p:attrName>
                                        </p:attrNameLst>
                                      </p:cBhvr>
                                      <p:to>
                                        <p:strVal val="hidden"/>
                                      </p:to>
                                    </p:set>
                                  </p:childTnLst>
                                </p:cTn>
                              </p:par>
                            </p:childTnLst>
                          </p:cTn>
                        </p:par>
                      </p:childTnLst>
                    </p:cTn>
                  </p:par>
                  <p:par>
                    <p:cTn id="399" fill="hold">
                      <p:stCondLst>
                        <p:cond delay="indefinite"/>
                      </p:stCondLst>
                      <p:childTnLst>
                        <p:par>
                          <p:cTn id="400" fill="hold">
                            <p:stCondLst>
                              <p:cond delay="0"/>
                            </p:stCondLst>
                            <p:childTnLst>
                              <p:par>
                                <p:cTn id="401" presetID="0" presetClass="path" presetSubtype="0" accel="50000" decel="50000" fill="hold" grpId="2" nodeType="clickEffect">
                                  <p:stCondLst>
                                    <p:cond delay="0"/>
                                  </p:stCondLst>
                                  <p:childTnLst>
                                    <p:animMotion origin="layout" path="M 0.35313 -0.04352 L 0.44583 -0.03958 C 0.44557 0.17685 0.44531 0.39305 0.44518 0.60949 L -0.17187 0.61319 L -0.17031 0.63264 L -0.46029 0.63264 L -0.46185 0.44884 L -0.5237 0.4544 " pathEditMode="relative" rAng="0" ptsTypes="AAAAAAAA">
                                      <p:cBhvr>
                                        <p:cTn id="402" dur="2000" fill="hold"/>
                                        <p:tgtEl>
                                          <p:spTgt spid="48"/>
                                        </p:tgtEl>
                                        <p:attrNameLst>
                                          <p:attrName>ppt_x</p:attrName>
                                          <p:attrName>ppt_y</p:attrName>
                                        </p:attrNameLst>
                                      </p:cBhvr>
                                      <p:rCtr x="-39206" y="3379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5" grpId="3" animBg="1"/>
      <p:bldP spid="6" grpId="0" animBg="1"/>
      <p:bldP spid="6" grpId="1" animBg="1"/>
      <p:bldP spid="6" grpId="2" animBg="1"/>
      <p:bldP spid="6" grpId="3" animBg="1"/>
      <p:bldP spid="16" grpId="0" animBg="1"/>
      <p:bldP spid="16" grpId="1" animBg="1"/>
      <p:bldP spid="16" grpId="2" animBg="1"/>
      <p:bldP spid="16" grpId="3" animBg="1"/>
      <p:bldP spid="17" grpId="0" animBg="1"/>
      <p:bldP spid="17" grpId="1" animBg="1"/>
      <p:bldP spid="17" grpId="2" animBg="1"/>
      <p:bldP spid="19" grpId="0" animBg="1"/>
      <p:bldP spid="19" grpId="1" animBg="1"/>
      <p:bldP spid="19" grpId="2" animBg="1"/>
      <p:bldP spid="19" grpId="3" animBg="1"/>
      <p:bldP spid="20" grpId="0" animBg="1"/>
      <p:bldP spid="20" grpId="1" animBg="1"/>
      <p:bldP spid="20" grpId="2" animBg="1"/>
      <p:bldP spid="21" grpId="0" animBg="1"/>
      <p:bldP spid="21" grpId="2" animBg="1"/>
      <p:bldP spid="21" grpId="3" animBg="1"/>
      <p:bldP spid="21" grpId="4" animBg="1"/>
      <p:bldP spid="22" grpId="0" animBg="1"/>
      <p:bldP spid="22" grpId="1" animBg="1"/>
      <p:bldP spid="22" grpId="2" animBg="1"/>
      <p:bldP spid="23" grpId="0" animBg="1"/>
      <p:bldP spid="23" grpId="1" animBg="1"/>
      <p:bldP spid="23" grpId="2" animBg="1"/>
      <p:bldP spid="23" grpId="3" animBg="1"/>
      <p:bldP spid="24" grpId="0" animBg="1"/>
      <p:bldP spid="24" grpId="1" animBg="1"/>
      <p:bldP spid="24" grpId="2" animBg="1"/>
      <p:bldP spid="25" grpId="0" animBg="1"/>
      <p:bldP spid="25" grpId="1" animBg="1"/>
      <p:bldP spid="25" grpId="2" animBg="1"/>
      <p:bldP spid="25" grpId="3" animBg="1"/>
      <p:bldP spid="26" grpId="0" animBg="1"/>
      <p:bldP spid="26" grpId="1" animBg="1"/>
      <p:bldP spid="26" grpId="2" animBg="1"/>
      <p:bldP spid="27" grpId="0" animBg="1"/>
      <p:bldP spid="27" grpId="1" animBg="1"/>
      <p:bldP spid="27" grpId="2" animBg="1"/>
      <p:bldP spid="27" grpId="3" animBg="1"/>
      <p:bldP spid="27" grpId="4" animBg="1"/>
      <p:bldP spid="27" grpId="5" animBg="1"/>
      <p:bldP spid="28" grpId="0" animBg="1"/>
      <p:bldP spid="28" grpId="1" animBg="1"/>
      <p:bldP spid="28" grpId="2" animBg="1"/>
      <p:bldP spid="29" grpId="0" animBg="1"/>
      <p:bldP spid="29" grpId="1" animBg="1"/>
      <p:bldP spid="29" grpId="2" animBg="1"/>
      <p:bldP spid="29" grpId="3" animBg="1"/>
      <p:bldP spid="30" grpId="0" animBg="1"/>
      <p:bldP spid="30" grpId="1" animBg="1"/>
      <p:bldP spid="30" grpId="2" animBg="1"/>
      <p:bldP spid="30" grpId="3" animBg="1"/>
      <p:bldP spid="31" grpId="0" animBg="1"/>
      <p:bldP spid="31" grpId="1" animBg="1"/>
      <p:bldP spid="31" grpId="2" animBg="1"/>
      <p:bldP spid="32" grpId="1" animBg="1"/>
      <p:bldP spid="32" grpId="2" animBg="1"/>
      <p:bldP spid="32" grpId="3" animBg="1"/>
      <p:bldP spid="32" grpId="4" animBg="1"/>
      <p:bldP spid="33" grpId="0" animBg="1"/>
      <p:bldP spid="33" grpId="1" animBg="1"/>
      <p:bldP spid="33" grpId="2" animBg="1"/>
      <p:bldP spid="33" grpId="4" animBg="1"/>
      <p:bldP spid="34" grpId="0" animBg="1"/>
      <p:bldP spid="34" grpId="1" animBg="1"/>
      <p:bldP spid="34" grpId="2" animBg="1"/>
      <p:bldP spid="35" grpId="0" animBg="1"/>
      <p:bldP spid="35" grpId="1" animBg="1"/>
      <p:bldP spid="35" grpId="4" animBg="1"/>
      <p:bldP spid="35" grpId="5" animBg="1"/>
      <p:bldP spid="35" grpId="6" animBg="1"/>
      <p:bldP spid="36" grpId="0" animBg="1"/>
      <p:bldP spid="36" grpId="1" animBg="1"/>
      <p:bldP spid="36" grpId="2" animBg="1"/>
      <p:bldP spid="37" grpId="0" animBg="1"/>
      <p:bldP spid="37" grpId="3" animBg="1"/>
      <p:bldP spid="37" grpId="4" animBg="1"/>
      <p:bldP spid="7" grpId="0" animBg="1"/>
      <p:bldP spid="7" grpId="1" animBg="1"/>
      <p:bldP spid="7" grpId="2" animBg="1"/>
      <p:bldP spid="7" grpId="3" animBg="1"/>
      <p:bldP spid="7" grpId="4" animBg="1"/>
      <p:bldP spid="8" grpId="0" animBg="1"/>
      <p:bldP spid="8" grpId="1" animBg="1"/>
      <p:bldP spid="8" grpId="2" animBg="1"/>
      <p:bldP spid="9" grpId="0" animBg="1"/>
      <p:bldP spid="9" grpId="1" animBg="1"/>
      <p:bldP spid="9" grpId="2" animBg="1"/>
      <p:bldP spid="9" grpId="3" animBg="1"/>
      <p:bldP spid="9" grpId="5" animBg="1"/>
      <p:bldP spid="10" grpId="0" animBg="1"/>
      <p:bldP spid="10" grpId="2" animBg="1"/>
      <p:bldP spid="10" grpId="3" animBg="1"/>
      <p:bldP spid="13" grpId="0" animBg="1"/>
      <p:bldP spid="13" grpId="1" animBg="1"/>
      <p:bldP spid="13" grpId="2" animBg="1"/>
      <p:bldP spid="13" grpId="3" animBg="1"/>
      <p:bldP spid="14" grpId="0" animBg="1"/>
      <p:bldP spid="14" grpId="1" animBg="1"/>
      <p:bldP spid="14" grpId="2" animBg="1"/>
      <p:bldP spid="14" grpId="3" animBg="1"/>
      <p:bldP spid="38" grpId="0" animBg="1"/>
      <p:bldP spid="38" grpId="1" animBg="1"/>
      <p:bldP spid="38" grpId="3" animBg="1"/>
      <p:bldP spid="39" grpId="0" animBg="1"/>
      <p:bldP spid="39" grpId="1" animBg="1"/>
      <p:bldP spid="39" grpId="2" animBg="1"/>
      <p:bldP spid="39" grpId="3" animBg="1"/>
      <p:bldP spid="39" grpId="4" animBg="1"/>
      <p:bldP spid="41" grpId="0" animBg="1"/>
      <p:bldP spid="41" grpId="1" animBg="1"/>
      <p:bldP spid="41" grpId="2" animBg="1"/>
      <p:bldP spid="41" grpId="3" animBg="1"/>
      <p:bldP spid="42" grpId="0" animBg="1"/>
      <p:bldP spid="42" grpId="1" animBg="1"/>
      <p:bldP spid="42" grpId="3" animBg="1"/>
      <p:bldP spid="40" grpId="0" animBg="1"/>
      <p:bldP spid="40" grpId="1" animBg="1"/>
      <p:bldP spid="40" grpId="2" animBg="1"/>
      <p:bldP spid="40" grpId="3" animBg="1"/>
      <p:bldP spid="43" grpId="0" animBg="1"/>
      <p:bldP spid="43" grpId="2" animBg="1"/>
      <p:bldP spid="43" grpId="3" animBg="1"/>
      <p:bldP spid="43" grpId="4" animBg="1"/>
      <p:bldP spid="44" grpId="0" animBg="1"/>
      <p:bldP spid="44" grpId="1" animBg="1"/>
      <p:bldP spid="44" grpId="2" animBg="1"/>
      <p:bldP spid="45" grpId="0" animBg="1"/>
      <p:bldP spid="45" grpId="2" animBg="1"/>
      <p:bldP spid="45" grpId="3" animBg="1"/>
      <p:bldP spid="45" grpId="4" animBg="1"/>
      <p:bldP spid="46" grpId="0" animBg="1"/>
      <p:bldP spid="46" grpId="1" animBg="1"/>
      <p:bldP spid="46" grpId="2" animBg="1"/>
      <p:bldP spid="46" grpId="3" animBg="1"/>
      <p:bldP spid="48" grpId="0" animBg="1"/>
      <p:bldP spid="48" grpId="1" animBg="1"/>
      <p:bldP spid="48" grpId="2" animBg="1"/>
    </p:bld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 name="図 11">
            <a:extLst>
              <a:ext uri="{FF2B5EF4-FFF2-40B4-BE49-F238E27FC236}">
                <a16:creationId xmlns:a16="http://schemas.microsoft.com/office/drawing/2014/main" id="{595754E1-61E7-633B-963F-20FF3C68EB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9141"/>
            <a:ext cx="11971176" cy="5799718"/>
          </a:xfrm>
          <a:prstGeom prst="rect">
            <a:avLst/>
          </a:prstGeom>
        </p:spPr>
      </p:pic>
      <p:sp>
        <p:nvSpPr>
          <p:cNvPr id="2" name="日付プレースホルダー 1">
            <a:extLst>
              <a:ext uri="{FF2B5EF4-FFF2-40B4-BE49-F238E27FC236}">
                <a16:creationId xmlns:a16="http://schemas.microsoft.com/office/drawing/2014/main" id="{6D5EAE89-A150-FD0B-6C4A-CDD213D8CD9E}"/>
              </a:ext>
            </a:extLst>
          </p:cNvPr>
          <p:cNvSpPr>
            <a:spLocks noGrp="1"/>
          </p:cNvSpPr>
          <p:nvPr>
            <p:ph type="dt" sz="half" idx="10"/>
          </p:nvPr>
        </p:nvSpPr>
        <p:spPr/>
        <p:txBody>
          <a:bodyPr/>
          <a:lstStyle/>
          <a:p>
            <a:fld id="{2033AFCD-7287-423F-9A98-BFDD8EA1BF9B}" type="datetime1">
              <a:rPr kumimoji="1" lang="ja-JP" altLang="en-US" smtClean="0"/>
              <a:t>2026/9/15</a:t>
            </a:fld>
            <a:endParaRPr kumimoji="1" lang="ja-JP" altLang="en-US"/>
          </a:p>
        </p:txBody>
      </p:sp>
      <p:sp>
        <p:nvSpPr>
          <p:cNvPr id="3" name="フッター プレースホルダー 2">
            <a:extLst>
              <a:ext uri="{FF2B5EF4-FFF2-40B4-BE49-F238E27FC236}">
                <a16:creationId xmlns:a16="http://schemas.microsoft.com/office/drawing/2014/main" id="{BFABDC47-42C3-DBC2-0BFE-AF403EC30739}"/>
              </a:ext>
            </a:extLst>
          </p:cNvPr>
          <p:cNvSpPr>
            <a:spLocks noGrp="1"/>
          </p:cNvSpPr>
          <p:nvPr>
            <p:ph type="ftr" sz="quarter" idx="11"/>
          </p:nvPr>
        </p:nvSpPr>
        <p:spPr/>
        <p:txBody>
          <a:bodyPr/>
          <a:lstStyle/>
          <a:p>
            <a:r>
              <a:rPr kumimoji="1" lang="en-US" altLang="ja-JP" dirty="0"/>
              <a:t>B4_Research</a:t>
            </a:r>
            <a:endParaRPr kumimoji="1" lang="ja-JP" altLang="en-US" dirty="0"/>
          </a:p>
        </p:txBody>
      </p:sp>
      <p:sp>
        <p:nvSpPr>
          <p:cNvPr id="4" name="スライド番号プレースホルダー 3">
            <a:extLst>
              <a:ext uri="{FF2B5EF4-FFF2-40B4-BE49-F238E27FC236}">
                <a16:creationId xmlns:a16="http://schemas.microsoft.com/office/drawing/2014/main" id="{4E1379E3-E1A3-FC47-7699-B6C19FB18DA7}"/>
              </a:ext>
            </a:extLst>
          </p:cNvPr>
          <p:cNvSpPr>
            <a:spLocks noGrp="1"/>
          </p:cNvSpPr>
          <p:nvPr>
            <p:ph type="sldNum" sz="quarter" idx="12"/>
          </p:nvPr>
        </p:nvSpPr>
        <p:spPr/>
        <p:txBody>
          <a:bodyPr/>
          <a:lstStyle/>
          <a:p>
            <a:fld id="{273F27D2-06B6-4999-B31F-B875E94682A2}" type="slidenum">
              <a:rPr kumimoji="1" lang="ja-JP" altLang="en-US" smtClean="0"/>
              <a:t>56</a:t>
            </a:fld>
            <a:endParaRPr kumimoji="1" lang="ja-JP" altLang="en-US"/>
          </a:p>
        </p:txBody>
      </p:sp>
      <p:sp>
        <p:nvSpPr>
          <p:cNvPr id="9" name="楕円 8">
            <a:extLst>
              <a:ext uri="{FF2B5EF4-FFF2-40B4-BE49-F238E27FC236}">
                <a16:creationId xmlns:a16="http://schemas.microsoft.com/office/drawing/2014/main" id="{DA135C9E-6B74-E78E-083C-B52E3F53E37D}"/>
              </a:ext>
            </a:extLst>
          </p:cNvPr>
          <p:cNvSpPr/>
          <p:nvPr/>
        </p:nvSpPr>
        <p:spPr>
          <a:xfrm>
            <a:off x="1254763" y="529141"/>
            <a:ext cx="470438" cy="439097"/>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D</a:t>
            </a:r>
            <a:endParaRPr kumimoji="1" lang="ja-JP" altLang="en-US"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10" name="楕円 9">
            <a:extLst>
              <a:ext uri="{FF2B5EF4-FFF2-40B4-BE49-F238E27FC236}">
                <a16:creationId xmlns:a16="http://schemas.microsoft.com/office/drawing/2014/main" id="{A77D8C2C-10B2-025F-F5F8-E0A88D33F087}"/>
              </a:ext>
            </a:extLst>
          </p:cNvPr>
          <p:cNvSpPr/>
          <p:nvPr/>
        </p:nvSpPr>
        <p:spPr>
          <a:xfrm>
            <a:off x="4038600" y="1147665"/>
            <a:ext cx="470438" cy="439097"/>
          </a:xfrm>
          <a:prstGeom prst="ellipse">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D</a:t>
            </a:r>
            <a:endParaRPr kumimoji="1" lang="ja-JP" altLang="en-US"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13" name="楕円 12">
            <a:extLst>
              <a:ext uri="{FF2B5EF4-FFF2-40B4-BE49-F238E27FC236}">
                <a16:creationId xmlns:a16="http://schemas.microsoft.com/office/drawing/2014/main" id="{5C91E01D-07D0-47AF-BC79-162375C57719}"/>
              </a:ext>
            </a:extLst>
          </p:cNvPr>
          <p:cNvSpPr/>
          <p:nvPr/>
        </p:nvSpPr>
        <p:spPr>
          <a:xfrm>
            <a:off x="6096000" y="5320633"/>
            <a:ext cx="470438" cy="439097"/>
          </a:xfrm>
          <a:prstGeom prst="ellipse">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D</a:t>
            </a:r>
            <a:endParaRPr kumimoji="1" lang="ja-JP" altLang="en-US"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14" name="楕円 13">
            <a:extLst>
              <a:ext uri="{FF2B5EF4-FFF2-40B4-BE49-F238E27FC236}">
                <a16:creationId xmlns:a16="http://schemas.microsoft.com/office/drawing/2014/main" id="{F3B28BD6-2CBD-5CC1-CDD9-0F650D90BFD5}"/>
              </a:ext>
            </a:extLst>
          </p:cNvPr>
          <p:cNvSpPr/>
          <p:nvPr/>
        </p:nvSpPr>
        <p:spPr>
          <a:xfrm>
            <a:off x="6096000" y="5567672"/>
            <a:ext cx="470438" cy="439097"/>
          </a:xfrm>
          <a:prstGeom prst="ellipse">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D</a:t>
            </a:r>
            <a:endParaRPr kumimoji="1" lang="ja-JP" altLang="en-US"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15" name="テキスト ボックス 14">
            <a:extLst>
              <a:ext uri="{FF2B5EF4-FFF2-40B4-BE49-F238E27FC236}">
                <a16:creationId xmlns:a16="http://schemas.microsoft.com/office/drawing/2014/main" id="{F22E8D0C-C194-AF51-C3D7-BF727792C6D0}"/>
              </a:ext>
            </a:extLst>
          </p:cNvPr>
          <p:cNvSpPr txBox="1"/>
          <p:nvPr/>
        </p:nvSpPr>
        <p:spPr>
          <a:xfrm>
            <a:off x="502298" y="2341984"/>
            <a:ext cx="671804" cy="369332"/>
          </a:xfrm>
          <a:prstGeom prst="rect">
            <a:avLst/>
          </a:prstGeom>
          <a:noFill/>
        </p:spPr>
        <p:txBody>
          <a:bodyPr wrap="square" rtlCol="0">
            <a:spAutoFit/>
          </a:bodyPr>
          <a:lstStyle/>
          <a:p>
            <a:r>
              <a:rPr kumimoji="1" lang="en-US" altLang="ja-JP" dirty="0"/>
              <a:t>N=2</a:t>
            </a:r>
            <a:endParaRPr kumimoji="1" lang="ja-JP" altLang="en-US" dirty="0"/>
          </a:p>
        </p:txBody>
      </p:sp>
    </p:spTree>
    <p:extLst>
      <p:ext uri="{BB962C8B-B14F-4D97-AF65-F5344CB8AC3E}">
        <p14:creationId xmlns:p14="http://schemas.microsoft.com/office/powerpoint/2010/main" val="3212902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274 0.00393 L 0.23372 0.00926 L 0.23372 0.04745 " pathEditMode="relative" ptsTypes="AAA">
                                      <p:cBhvr>
                                        <p:cTn id="6" dur="2000" fill="hold"/>
                                        <p:tgtEl>
                                          <p:spTgt spid="9"/>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grpId="6" nodeType="clickEffect">
                                  <p:stCondLst>
                                    <p:cond delay="0"/>
                                  </p:stCondLst>
                                  <p:childTnLst>
                                    <p:animMotion origin="layout" path="M 0.23072 0.05532 L 0.40742 0.06366 L 0.41197 0.09768 L 0.49856 0.06227 L 0.61783 0.06227 L 0.64544 0.01875 L 0.76562 0.01875 L 0.7664 0.05254 " pathEditMode="relative" ptsTypes="AAAAAAAA">
                                      <p:cBhvr>
                                        <p:cTn id="14" dur="2000" fill="hold"/>
                                        <p:tgtEl>
                                          <p:spTgt spid="9"/>
                                        </p:tgtEl>
                                        <p:attrNameLst>
                                          <p:attrName>ppt_x</p:attrName>
                                          <p:attrName>ppt_y</p:attrName>
                                        </p:attrNameLst>
                                      </p:cBhvr>
                                    </p:animMotion>
                                  </p:childTnLst>
                                </p:cTn>
                              </p:par>
                              <p:par>
                                <p:cTn id="15" presetID="0" presetClass="path" presetSubtype="0" accel="50000" decel="50000" fill="hold" grpId="1" nodeType="withEffect">
                                  <p:stCondLst>
                                    <p:cond delay="0"/>
                                  </p:stCondLst>
                                  <p:childTnLst>
                                    <p:animMotion origin="layout" path="M -0.00078 0.00347 L 0.11862 0.18564 L 0.18672 0.15972 L 0.18971 0.13796 L 0.28464 0.17592 L 0.30456 0.14213 L 0.30534 0.06458 L 0.44609 0.06458 L 0.45234 0.04421 " pathEditMode="relative" ptsTypes="AAAAAAAAA">
                                      <p:cBhvr>
                                        <p:cTn id="16" dur="2000" fill="hold"/>
                                        <p:tgtEl>
                                          <p:spTgt spid="10"/>
                                        </p:tgtEl>
                                        <p:attrNameLst>
                                          <p:attrName>ppt_x</p:attrName>
                                          <p:attrName>ppt_y</p:attrName>
                                        </p:attrNameLst>
                                      </p:cBhvr>
                                    </p:animMotion>
                                  </p:childTnLst>
                                </p:cTn>
                              </p:par>
                            </p:childTnLst>
                          </p:cTn>
                        </p:par>
                      </p:childTnLst>
                    </p:cTn>
                  </p:par>
                  <p:par>
                    <p:cTn id="17" fill="hold">
                      <p:stCondLst>
                        <p:cond delay="indefinite"/>
                      </p:stCondLst>
                      <p:childTnLst>
                        <p:par>
                          <p:cTn id="18" fill="hold">
                            <p:stCondLst>
                              <p:cond delay="0"/>
                            </p:stCondLst>
                            <p:childTnLst>
                              <p:par>
                                <p:cTn id="19" presetID="0" presetClass="path" presetSubtype="0" accel="50000" decel="50000" fill="hold" grpId="7" nodeType="clickEffect">
                                  <p:stCondLst>
                                    <p:cond delay="0"/>
                                  </p:stCondLst>
                                  <p:childTnLst>
                                    <p:animMotion origin="layout" path="M 0.76471 0.05023 L 0.8582 0.05278 L 0.85585 0.70046 L 0.23828 0.70463 L 0.2375 0.67731 L 0.06002 0.67731 L 0.06302 0.10717 L 0.2276 0.10185 L 0.22903 0.06366 " pathEditMode="relative" ptsTypes="AAAAAAAAA">
                                      <p:cBhvr>
                                        <p:cTn id="20" dur="2000" fill="hold"/>
                                        <p:tgtEl>
                                          <p:spTgt spid="9"/>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grpId="2" nodeType="clickEffect">
                                  <p:stCondLst>
                                    <p:cond delay="0"/>
                                  </p:stCondLst>
                                  <p:childTnLst>
                                    <p:animMotion origin="layout" path="M 0.23072 0.05416 L 0.34088 0.05278 L 0.41132 0.06366 L 0.40976 0.10185 L 0.49921 0.05949 L 0.6194 0.06227 L 0.647 0.01875 L 0.76718 0.01991 L 0.76562 0.04861 " pathEditMode="relative" ptsTypes="AAAAAAAAA">
                                      <p:cBhvr>
                                        <p:cTn id="24" dur="2000" fill="hold"/>
                                        <p:tgtEl>
                                          <p:spTgt spid="9"/>
                                        </p:tgtEl>
                                        <p:attrNameLst>
                                          <p:attrName>ppt_x</p:attrName>
                                          <p:attrName>ppt_y</p:attrName>
                                        </p:attrNameLst>
                                      </p:cBhvr>
                                    </p:animMotion>
                                  </p:childTnLst>
                                </p:cTn>
                              </p:par>
                              <p:par>
                                <p:cTn id="25" presetID="0" presetClass="path" presetSubtype="0" accel="50000" decel="50000" fill="hold" grpId="2" nodeType="withEffect">
                                  <p:stCondLst>
                                    <p:cond delay="0"/>
                                  </p:stCondLst>
                                  <p:childTnLst>
                                    <p:animMotion origin="layout" path="M 0.45378 0.04838 L 0.47969 0.00463 L 0.53568 0.00069 L 0.53568 -0.04283 " pathEditMode="relative" ptsTypes="AAAA">
                                      <p:cBhvr>
                                        <p:cTn id="26" dur="2000" fill="hold"/>
                                        <p:tgtEl>
                                          <p:spTgt spid="10"/>
                                        </p:tgtEl>
                                        <p:attrNameLst>
                                          <p:attrName>ppt_x</p:attrName>
                                          <p:attrName>ppt_y</p:attrName>
                                        </p:attrNameLst>
                                      </p:cBhvr>
                                    </p:animMotion>
                                  </p:childTnLst>
                                </p:cTn>
                              </p:par>
                            </p:childTnLst>
                          </p:cTn>
                        </p:par>
                        <p:par>
                          <p:cTn id="27" fill="hold">
                            <p:stCondLst>
                              <p:cond delay="2000"/>
                            </p:stCondLst>
                            <p:childTnLst>
                              <p:par>
                                <p:cTn id="28" presetID="1" presetClass="exit" presetSubtype="0" fill="hold" grpId="3" nodeType="afterEffect">
                                  <p:stCondLst>
                                    <p:cond delay="0"/>
                                  </p:stCondLst>
                                  <p:childTnLst>
                                    <p:set>
                                      <p:cBhvr>
                                        <p:cTn id="29" dur="1" fill="hold">
                                          <p:stCondLst>
                                            <p:cond delay="0"/>
                                          </p:stCondLst>
                                        </p:cTn>
                                        <p:tgtEl>
                                          <p:spTgt spid="10"/>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0" presetClass="path" presetSubtype="0" accel="50000" decel="50000" fill="hold" grpId="3" nodeType="clickEffect">
                                  <p:stCondLst>
                                    <p:cond delay="0"/>
                                  </p:stCondLst>
                                  <p:childTnLst>
                                    <p:animMotion origin="layout" path="M 0.76406 0.05416 L 0.8582 0.05416 L 0.85742 0.69768 L 0.2375 0.70324 L 0.23815 0.68009 L 0.06289 0.67731 L 0.06224 0.10717 L 0.17695 0.10162 L 0.22747 0.10301 L 0.22903 0.05671 L 0.22903 0.05671 " pathEditMode="relative" ptsTypes="AAAAAAAAAAA">
                                      <p:cBhvr>
                                        <p:cTn id="33" dur="2000" fill="hold"/>
                                        <p:tgtEl>
                                          <p:spTgt spid="9"/>
                                        </p:tgtEl>
                                        <p:attrNameLst>
                                          <p:attrName>ppt_x</p:attrName>
                                          <p:attrName>ppt_y</p:attrName>
                                        </p:attrNameLst>
                                      </p:cBhvr>
                                    </p:animMotion>
                                  </p:childTnLst>
                                </p:cTn>
                              </p:par>
                            </p:childTnLst>
                          </p:cTn>
                        </p:par>
                      </p:childTnLst>
                    </p:cTn>
                  </p:par>
                  <p:par>
                    <p:cTn id="34" fill="hold">
                      <p:stCondLst>
                        <p:cond delay="indefinite"/>
                      </p:stCondLst>
                      <p:childTnLst>
                        <p:par>
                          <p:cTn id="35" fill="hold">
                            <p:stCondLst>
                              <p:cond delay="0"/>
                            </p:stCondLst>
                            <p:childTnLst>
                              <p:par>
                                <p:cTn id="36" presetID="0" presetClass="path" presetSubtype="0" repeatCount="5000" accel="50000" decel="50000" fill="hold" grpId="4" nodeType="clickEffect">
                                  <p:stCondLst>
                                    <p:cond delay="0"/>
                                  </p:stCondLst>
                                  <p:childTnLst>
                                    <p:animMotion origin="layout" path="M 0.22903 0.05555 L 0.40898 0.06504 L 0.41276 0.09514 L 0.50078 0.06227 L 0.61484 0.06227 L 0.64466 0.01759 L 0.76328 0.01759 L 0.76796 0.05416 L 0.77708 0.05416 L 0.85364 0.05555 L 0.85599 0.69907 L 0.2375 0.70602 L 0.23828 0.68403 L 0.05768 0.67592 L 0.0638 0.10856 L 0.22604 0.10185 L 0.22903 0.05555 Z " pathEditMode="relative" ptsTypes="AAAAAAAAAAAAAAAAA">
                                      <p:cBhvr>
                                        <p:cTn id="37" dur="2000" fill="hold"/>
                                        <p:tgtEl>
                                          <p:spTgt spid="9"/>
                                        </p:tgtEl>
                                        <p:attrNameLst>
                                          <p:attrName>ppt_x</p:attrName>
                                          <p:attrName>ppt_y</p:attrName>
                                        </p:attrNameLst>
                                      </p:cBhvr>
                                    </p:animMotion>
                                  </p:childTnLst>
                                </p:cTn>
                              </p:par>
                            </p:childTnLst>
                          </p:cTn>
                        </p:par>
                      </p:childTnLst>
                    </p:cTn>
                  </p:par>
                  <p:par>
                    <p:cTn id="38" fill="hold">
                      <p:stCondLst>
                        <p:cond delay="indefinite"/>
                      </p:stCondLst>
                      <p:childTnLst>
                        <p:par>
                          <p:cTn id="39" fill="hold">
                            <p:stCondLst>
                              <p:cond delay="0"/>
                            </p:stCondLst>
                            <p:childTnLst>
                              <p:par>
                                <p:cTn id="40" presetID="0" presetClass="path" presetSubtype="0" accel="50000" decel="50000" fill="hold" grpId="8" nodeType="clickEffect">
                                  <p:stCondLst>
                                    <p:cond delay="0"/>
                                  </p:stCondLst>
                                  <p:childTnLst>
                                    <p:animMotion origin="layout" path="M 0.22994 0.05416 L 0.34088 0.05555 L 0.41054 0.06366 L 0.41054 0.09653 L 0.497 0.06366 L 0.62018 0.0625 L 0.64309 0.01759 L 0.76484 0.02014 L 0.76718 0.04606 " pathEditMode="relative" ptsTypes="AAAAAAAAA">
                                      <p:cBhvr>
                                        <p:cTn id="41" dur="2000" fill="hold"/>
                                        <p:tgtEl>
                                          <p:spTgt spid="9"/>
                                        </p:tgtEl>
                                        <p:attrNameLst>
                                          <p:attrName>ppt_x</p:attrName>
                                          <p:attrName>ppt_y</p:attrName>
                                        </p:attrNameLst>
                                      </p:cBhvr>
                                    </p:animMotion>
                                  </p:childTnLst>
                                </p:cTn>
                              </p:par>
                              <p:par>
                                <p:cTn id="42" presetID="1" presetClass="entr" presetSubtype="0" fill="hold" grpId="5" nodeType="withEffect">
                                  <p:stCondLst>
                                    <p:cond delay="0"/>
                                  </p:stCondLst>
                                  <p:childTnLst>
                                    <p:set>
                                      <p:cBhvr>
                                        <p:cTn id="43" dur="1" fill="hold">
                                          <p:stCondLst>
                                            <p:cond delay="0"/>
                                          </p:stCondLst>
                                        </p:cTn>
                                        <p:tgtEl>
                                          <p:spTgt spid="10"/>
                                        </p:tgtEl>
                                        <p:attrNameLst>
                                          <p:attrName>style.visibility</p:attrName>
                                        </p:attrNameLst>
                                      </p:cBhvr>
                                      <p:to>
                                        <p:strVal val="visible"/>
                                      </p:to>
                                    </p:set>
                                  </p:childTnLst>
                                </p:cTn>
                              </p:par>
                              <p:par>
                                <p:cTn id="44" presetID="0" presetClass="path" presetSubtype="0" accel="50000" decel="50000" fill="hold" grpId="4" nodeType="withEffect">
                                  <p:stCondLst>
                                    <p:cond delay="0"/>
                                  </p:stCondLst>
                                  <p:childTnLst>
                                    <p:animMotion origin="layout" path="M -8.33333E-7 0.00069 L 0.11094 0.18981 L 0.18516 0.1625 L 0.18438 0.13657 L 0.2724 0.17338 L 0.29297 0.14351 L 0.29297 0.06851 L 0.32292 0.06851 L 0.43386 0.06458 L 0.4362 0.04537 " pathEditMode="relative" ptsTypes="AAAAAAAAAA">
                                      <p:cBhvr>
                                        <p:cTn id="45" dur="2000" fill="hold"/>
                                        <p:tgtEl>
                                          <p:spTgt spid="10"/>
                                        </p:tgtEl>
                                        <p:attrNameLst>
                                          <p:attrName>ppt_x</p:attrName>
                                          <p:attrName>ppt_y</p:attrName>
                                        </p:attrNameLst>
                                      </p:cBhvr>
                                    </p:animMotion>
                                  </p:childTnLst>
                                </p:cTn>
                              </p:par>
                            </p:childTnLst>
                          </p:cTn>
                        </p:par>
                      </p:childTnLst>
                    </p:cTn>
                  </p:par>
                  <p:par>
                    <p:cTn id="46" fill="hold">
                      <p:stCondLst>
                        <p:cond delay="indefinite"/>
                      </p:stCondLst>
                      <p:childTnLst>
                        <p:par>
                          <p:cTn id="47" fill="hold">
                            <p:stCondLst>
                              <p:cond delay="0"/>
                            </p:stCondLst>
                            <p:childTnLst>
                              <p:par>
                                <p:cTn id="48" presetID="0" presetClass="path" presetSubtype="0" accel="50000" decel="50000" fill="hold" grpId="9" nodeType="clickEffect">
                                  <p:stCondLst>
                                    <p:cond delay="0"/>
                                  </p:stCondLst>
                                  <p:childTnLst>
                                    <p:animMotion origin="layout" path="M 0.76328 0.05416 L 0.85507 0.05416 L 0.85742 0.70046 L 0.23893 0.70162 L 0.23893 0.67986 L 0.0638 0.67986 L 0.0638 0.10717 L 0.22747 0.10162 L 0.22747 0.0581 L 0.40963 0.06366 L 0.40807 0.10023 L 0.50078 0.06088 L 0.61705 0.05949 L 0.64309 0.02153 L 0.76862 0.02268 L 0.76328 0.05416 Z " pathEditMode="relative" ptsTypes="AAAAAAAAAAAAAAAA">
                                      <p:cBhvr>
                                        <p:cTn id="49" dur="2000" fill="hold"/>
                                        <p:tgtEl>
                                          <p:spTgt spid="9"/>
                                        </p:tgtEl>
                                        <p:attrNameLst>
                                          <p:attrName>ppt_x</p:attrName>
                                          <p:attrName>ppt_y</p:attrName>
                                        </p:attrNameLst>
                                      </p:cBhvr>
                                    </p:animMotion>
                                  </p:childTnLst>
                                </p:cTn>
                              </p:par>
                            </p:childTnLst>
                          </p:cTn>
                        </p:par>
                      </p:childTnLst>
                    </p:cTn>
                  </p:par>
                  <p:par>
                    <p:cTn id="50" fill="hold">
                      <p:stCondLst>
                        <p:cond delay="indefinite"/>
                      </p:stCondLst>
                      <p:childTnLst>
                        <p:par>
                          <p:cTn id="51" fill="hold">
                            <p:stCondLst>
                              <p:cond delay="0"/>
                            </p:stCondLst>
                            <p:childTnLst>
                              <p:par>
                                <p:cTn id="52" presetID="0" presetClass="path" presetSubtype="0" accel="50000" decel="50000" fill="hold" grpId="10" nodeType="clickEffect">
                                  <p:stCondLst>
                                    <p:cond delay="0"/>
                                  </p:stCondLst>
                                  <p:childTnLst>
                                    <p:animMotion origin="layout" path="M 0.76562 0.05 L 0.8552 0.05139 L 0.8552 0.70463 L 0.23906 0.70185 L 0.23606 0.68009 L 0.22447 0.68264 L 0.06158 0.68148 C 0.06197 0.49004 0.0625 0.29861 0.06302 0.10717 L 0.23059 0.10301 L 0.23216 0.05254 L 0.33932 0.05393 L 0.40898 0.06366 L 0.40976 0.09745 L 0.49921 0.0581 L 0.62174 0.06088 L 0.64778 0.01875 L 0.76562 0.02129 L 0.76562 0.05 Z " pathEditMode="relative" ptsTypes="AAAAAAAAAAAAAAAAAA">
                                      <p:cBhvr>
                                        <p:cTn id="53" dur="2000" fill="hold"/>
                                        <p:tgtEl>
                                          <p:spTgt spid="9"/>
                                        </p:tgtEl>
                                        <p:attrNameLst>
                                          <p:attrName>ppt_x</p:attrName>
                                          <p:attrName>ppt_y</p:attrName>
                                        </p:attrNameLst>
                                      </p:cBhvr>
                                    </p:animMotion>
                                  </p:childTnLst>
                                </p:cTn>
                              </p:par>
                            </p:childTnLst>
                          </p:cTn>
                        </p:par>
                      </p:childTnLst>
                    </p:cTn>
                  </p:par>
                  <p:par>
                    <p:cTn id="54" fill="hold">
                      <p:stCondLst>
                        <p:cond delay="indefinite"/>
                      </p:stCondLst>
                      <p:childTnLst>
                        <p:par>
                          <p:cTn id="55" fill="hold">
                            <p:stCondLst>
                              <p:cond delay="0"/>
                            </p:stCondLst>
                            <p:childTnLst>
                              <p:par>
                                <p:cTn id="56" presetID="0" presetClass="path" presetSubtype="0" accel="50000" decel="50000" fill="hold" grpId="11" nodeType="clickEffect">
                                  <p:stCondLst>
                                    <p:cond delay="0"/>
                                  </p:stCondLst>
                                  <p:childTnLst>
                                    <p:animMotion origin="layout" path="M 0.7664 0.04606 L 0.8552 0.05139 L 0.8552 0.70185 L 0.39362 0.70185 " pathEditMode="relative" ptsTypes="AAAA">
                                      <p:cBhvr>
                                        <p:cTn id="57" dur="2000" fill="hold"/>
                                        <p:tgtEl>
                                          <p:spTgt spid="9"/>
                                        </p:tgtEl>
                                        <p:attrNameLst>
                                          <p:attrName>ppt_x</p:attrName>
                                          <p:attrName>ppt_y</p:attrName>
                                        </p:attrNameLst>
                                      </p:cBhvr>
                                    </p:animMotion>
                                  </p:childTnLst>
                                </p:cTn>
                              </p:par>
                            </p:childTnLst>
                          </p:cTn>
                        </p:par>
                      </p:childTnLst>
                    </p:cTn>
                  </p:par>
                  <p:par>
                    <p:cTn id="58" fill="hold">
                      <p:stCondLst>
                        <p:cond delay="indefinite"/>
                      </p:stCondLst>
                      <p:childTnLst>
                        <p:par>
                          <p:cTn id="59" fill="hold">
                            <p:stCondLst>
                              <p:cond delay="0"/>
                            </p:stCondLst>
                            <p:childTnLst>
                              <p:par>
                                <p:cTn id="60" presetID="0" presetClass="path" presetSubtype="0" accel="50000" decel="50000" fill="hold" grpId="12" nodeType="clickEffect">
                                  <p:stCondLst>
                                    <p:cond delay="0"/>
                                  </p:stCondLst>
                                  <p:childTnLst>
                                    <p:animMotion origin="layout" path="M 0.39127 0.70602 L 0.23737 0.70463 L 0.23893 0.68148 L 0.23203 0.68148 L 0.06224 0.67592 C 0.06263 0.48634 0.06315 0.29676 0.06367 0.10717 L 0.22747 0.10023 L 0.22903 0.05532 L 0.34153 0.05393 L 0.41419 0.0662 L 0.41341 0.10301 L 0.49153 0.06504 L 0.61862 0.06366 L 0.64309 0.02268 L 0.76393 0.02014 L 0.76393 0.04583 L 0.85664 0.05139 C 0.85638 0.26898 0.85612 0.4868 0.85585 0.70463 L 0.39505 0.70324 " pathEditMode="relative" ptsTypes="AAAAAAAAAAAAAAAAAAA">
                                      <p:cBhvr>
                                        <p:cTn id="61" dur="2000" fill="hold"/>
                                        <p:tgtEl>
                                          <p:spTgt spid="9"/>
                                        </p:tgtEl>
                                        <p:attrNameLst>
                                          <p:attrName>ppt_x</p:attrName>
                                          <p:attrName>ppt_y</p:attrName>
                                        </p:attrNameLst>
                                      </p:cBhvr>
                                    </p:animMotion>
                                  </p:childTnLst>
                                </p:cTn>
                              </p:par>
                              <p:par>
                                <p:cTn id="62" presetID="1" presetClass="entr" presetSubtype="0"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childTnLst>
                                </p:cTn>
                              </p:par>
                              <p:par>
                                <p:cTn id="64" presetID="0" presetClass="path" presetSubtype="0" accel="50000" decel="50000" fill="hold" grpId="1" nodeType="withEffect">
                                  <p:stCondLst>
                                    <p:cond delay="200"/>
                                  </p:stCondLst>
                                  <p:childTnLst>
                                    <p:animMotion origin="layout" path="M -0.0013 0.0044 L -0.15885 0.00579 L -0.15963 -0.01875 L -0.33255 -0.02292 L -0.33255 -0.59167 L -0.16654 -0.59699 L -0.1681 -0.64051 L 0.01094 -0.63518 L 0.0125 -0.6037 L 0.1013 -0.63657 L 0.2207 -0.63773 L 0.25208 -0.68125 L 0.36758 -0.67315 L 0.36992 -0.64606 L 0.45951 -0.64745 C 0.45925 -0.43102 0.45899 -0.21481 0.45872 0.00162 L 0.19544 0.00023 " pathEditMode="relative" ptsTypes="AAAAAAAAAAAAAAAAA">
                                      <p:cBhvr>
                                        <p:cTn id="65" dur="2000" fill="hold"/>
                                        <p:tgtEl>
                                          <p:spTgt spid="13"/>
                                        </p:tgtEl>
                                        <p:attrNameLst>
                                          <p:attrName>ppt_x</p:attrName>
                                          <p:attrName>ppt_y</p:attrName>
                                        </p:attrNameLst>
                                      </p:cBhvr>
                                    </p:animMotion>
                                  </p:childTnLst>
                                </p:cTn>
                              </p:par>
                            </p:childTnLst>
                          </p:cTn>
                        </p:par>
                      </p:childTnLst>
                    </p:cTn>
                  </p:par>
                  <p:par>
                    <p:cTn id="66" fill="hold">
                      <p:stCondLst>
                        <p:cond delay="indefinite"/>
                      </p:stCondLst>
                      <p:childTnLst>
                        <p:par>
                          <p:cTn id="67" fill="hold">
                            <p:stCondLst>
                              <p:cond delay="0"/>
                            </p:stCondLst>
                            <p:childTnLst>
                              <p:par>
                                <p:cTn id="68" presetID="0" presetClass="path" presetSubtype="0" accel="50000" decel="50000" fill="hold" grpId="13" nodeType="clickEffect">
                                  <p:stCondLst>
                                    <p:cond delay="0"/>
                                  </p:stCondLst>
                                  <p:childTnLst>
                                    <p:animMotion origin="layout" path="M 0.39817 0.70185 L 0.23971 0.70602 L 0.23893 0.68819 C 0.22578 0.67986 0.23059 0.68009 0.22526 0.68009 L 0.06302 0.68009 C 0.06315 0.48866 0.06341 0.29722 0.06367 0.10578 L 0.22825 0.10301 L 0.22981 0.05555 L 0.33932 0.28403 L 0.41575 0.25139 L 0.41497 0.23379 L 0.49765 0.26898 L 0.62018 0.26088 L 0.64388 0.30856 L 0.7664 0.30578 L 0.76484 0.27176 " pathEditMode="relative" ptsTypes="AAAAAAAAAAAAAAAA">
                                      <p:cBhvr>
                                        <p:cTn id="69" dur="2000" fill="hold"/>
                                        <p:tgtEl>
                                          <p:spTgt spid="9"/>
                                        </p:tgtEl>
                                        <p:attrNameLst>
                                          <p:attrName>ppt_x</p:attrName>
                                          <p:attrName>ppt_y</p:attrName>
                                        </p:attrNameLst>
                                      </p:cBhvr>
                                    </p:animMotion>
                                  </p:childTnLst>
                                </p:cTn>
                              </p:par>
                              <p:par>
                                <p:cTn id="70" presetID="0" presetClass="path" presetSubtype="0" accel="50000" decel="50000" fill="hold" grpId="6" nodeType="withEffect">
                                  <p:stCondLst>
                                    <p:cond delay="0"/>
                                  </p:stCondLst>
                                  <p:childTnLst>
                                    <p:animMotion origin="layout" path="M 0.44011 0.04421 L 0.47214 0.07129 L 0.48893 0.14745 L 0.53724 0.14606 L 0.53646 0.17754 " pathEditMode="relative" ptsTypes="AAAAA">
                                      <p:cBhvr>
                                        <p:cTn id="71" dur="2000" fill="hold"/>
                                        <p:tgtEl>
                                          <p:spTgt spid="10"/>
                                        </p:tgtEl>
                                        <p:attrNameLst>
                                          <p:attrName>ppt_x</p:attrName>
                                          <p:attrName>ppt_y</p:attrName>
                                        </p:attrNameLst>
                                      </p:cBhvr>
                                    </p:animMotion>
                                  </p:childTnLst>
                                </p:cTn>
                              </p:par>
                              <p:par>
                                <p:cTn id="72" presetID="1" presetClass="entr" presetSubtype="0" fill="hold" grpId="0" nodeType="withEffect">
                                  <p:stCondLst>
                                    <p:cond delay="0"/>
                                  </p:stCondLst>
                                  <p:childTnLst>
                                    <p:set>
                                      <p:cBhvr>
                                        <p:cTn id="73" dur="1" fill="hold">
                                          <p:stCondLst>
                                            <p:cond delay="0"/>
                                          </p:stCondLst>
                                        </p:cTn>
                                        <p:tgtEl>
                                          <p:spTgt spid="14"/>
                                        </p:tgtEl>
                                        <p:attrNameLst>
                                          <p:attrName>style.visibility</p:attrName>
                                        </p:attrNameLst>
                                      </p:cBhvr>
                                      <p:to>
                                        <p:strVal val="visible"/>
                                      </p:to>
                                    </p:set>
                                  </p:childTnLst>
                                </p:cTn>
                              </p:par>
                              <p:par>
                                <p:cTn id="74" presetID="0" presetClass="path" presetSubtype="0" accel="50000" decel="50000" fill="hold" grpId="1" nodeType="withEffect">
                                  <p:stCondLst>
                                    <p:cond delay="200"/>
                                  </p:stCondLst>
                                  <p:childTnLst>
                                    <p:animMotion origin="layout" path="M -0.0013 0.00255 L -0.07474 -0.03148 L -0.15963 -0.03148 L -0.16198 -0.05741 L -0.33424 -0.0588 L -0.33489 -0.62894 L -0.16654 -0.63032 L -0.16575 -0.67917 C -0.15703 -0.65949 -0.15937 -0.66736 -0.15664 -0.65741 L -0.0556 -0.44792 L 0.0194 -0.49005 L 0.02096 -0.49977 L 0.1082 -0.46296 L 0.15104 -0.57593 L 0.27357 -0.57986 " pathEditMode="relative" ptsTypes="AAAAAAAAAAAAAAA">
                                      <p:cBhvr>
                                        <p:cTn id="75" dur="2000" fill="hold"/>
                                        <p:tgtEl>
                                          <p:spTgt spid="14"/>
                                        </p:tgtEl>
                                        <p:attrNameLst>
                                          <p:attrName>ppt_x</p:attrName>
                                          <p:attrName>ppt_y</p:attrName>
                                        </p:attrNameLst>
                                      </p:cBhvr>
                                    </p:animMotion>
                                  </p:childTnLst>
                                </p:cTn>
                              </p:par>
                              <p:par>
                                <p:cTn id="76" presetID="0" presetClass="path" presetSubtype="0" accel="50000" decel="50000" fill="hold" grpId="2" nodeType="withEffect">
                                  <p:stCondLst>
                                    <p:cond delay="200"/>
                                  </p:stCondLst>
                                  <p:childTnLst>
                                    <p:animMotion origin="layout" path="M 0.19466 0.00139 L -0.15742 0.00023 L -0.1612 -0.01759 L -0.33489 -0.02431 L -0.33424 -0.59306 L -0.1681 -0.59444 L -0.1681 -0.63935 L 0.01406 -0.63518 L 0.01484 -0.59583 L 0.10365 -0.63657 L 0.22149 -0.63657 L 0.24596 -0.6706 L 0.36771 -0.6787 L 0.36849 -0.65162 " pathEditMode="relative" ptsTypes="AAAAAAAAAAAAAA">
                                      <p:cBhvr>
                                        <p:cTn id="77" dur="2000" fill="hold"/>
                                        <p:tgtEl>
                                          <p:spTgt spid="13"/>
                                        </p:tgtEl>
                                        <p:attrNameLst>
                                          <p:attrName>ppt_x</p:attrName>
                                          <p:attrName>ppt_y</p:attrName>
                                        </p:attrNameLst>
                                      </p:cBhvr>
                                    </p:animMotion>
                                  </p:childTnLst>
                                </p:cTn>
                              </p:par>
                            </p:childTnLst>
                          </p:cTn>
                        </p:par>
                        <p:par>
                          <p:cTn id="78" fill="hold">
                            <p:stCondLst>
                              <p:cond delay="2200"/>
                            </p:stCondLst>
                            <p:childTnLst>
                              <p:par>
                                <p:cTn id="79" presetID="1" presetClass="exit" presetSubtype="0" fill="hold" grpId="7" nodeType="afterEffect">
                                  <p:stCondLst>
                                    <p:cond delay="0"/>
                                  </p:stCondLst>
                                  <p:childTnLst>
                                    <p:set>
                                      <p:cBhvr>
                                        <p:cTn id="80" dur="1" fill="hold">
                                          <p:stCondLst>
                                            <p:cond delay="0"/>
                                          </p:stCondLst>
                                        </p:cTn>
                                        <p:tgtEl>
                                          <p:spTgt spid="10"/>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0" presetClass="path" presetSubtype="0" accel="50000" decel="50000" fill="hold" grpId="14" nodeType="clickEffect">
                                  <p:stCondLst>
                                    <p:cond delay="0"/>
                                  </p:stCondLst>
                                  <p:childTnLst>
                                    <p:animMotion origin="layout" path="M 0.76471 0.27037 L 0.82669 0.27315 L 0.82526 0.51666 L 0.23828 0.51944 L 0.23828 0.49629 L 0.0875 0.49629 L 0.08606 0.2662 L 0.22604 0.26088 L 0.33776 0.27986 L 0.41432 0.25139 L 0.41354 0.23241 L 0.49921 0.26759 L 0.61862 0.26759 L 0.64687 0.3125 L 0.76627 0.30856 L 0.76471 0.27037 Z " pathEditMode="relative" ptsTypes="AAAAAAAAAAAAAAAA">
                                      <p:cBhvr>
                                        <p:cTn id="84" dur="2000" fill="hold"/>
                                        <p:tgtEl>
                                          <p:spTgt spid="9"/>
                                        </p:tgtEl>
                                        <p:attrNameLst>
                                          <p:attrName>ppt_x</p:attrName>
                                          <p:attrName>ppt_y</p:attrName>
                                        </p:attrNameLst>
                                      </p:cBhvr>
                                    </p:animMotion>
                                  </p:childTnLst>
                                </p:cTn>
                              </p:par>
                              <p:par>
                                <p:cTn id="85" presetID="0" presetClass="path" presetSubtype="0" accel="50000" decel="50000" fill="hold" grpId="2" nodeType="withEffect">
                                  <p:stCondLst>
                                    <p:cond delay="0"/>
                                  </p:stCondLst>
                                  <p:childTnLst>
                                    <p:animMotion origin="layout" path="M 0.27357 -0.58125 L 0.30339 -0.57315 L 0.32175 -0.49977 L 0.36849 -0.49699 L 0.36615 -0.46551 " pathEditMode="relative" ptsTypes="AAAAA">
                                      <p:cBhvr>
                                        <p:cTn id="86" dur="2000" fill="hold"/>
                                        <p:tgtEl>
                                          <p:spTgt spid="14"/>
                                        </p:tgtEl>
                                        <p:attrNameLst>
                                          <p:attrName>ppt_x</p:attrName>
                                          <p:attrName>ppt_y</p:attrName>
                                        </p:attrNameLst>
                                      </p:cBhvr>
                                    </p:animMotion>
                                  </p:childTnLst>
                                </p:cTn>
                              </p:par>
                              <p:par>
                                <p:cTn id="87" presetID="0" presetClass="path" presetSubtype="0" accel="50000" decel="50000" fill="hold" grpId="3" nodeType="withEffect">
                                  <p:stCondLst>
                                    <p:cond delay="0"/>
                                  </p:stCondLst>
                                  <p:childTnLst>
                                    <p:animMotion origin="layout" path="M 0.36914 -0.65023 L 0.45951 -0.64884 C 0.45925 -0.43218 0.45899 -0.21528 0.45872 0.00162 L -0.15976 0.00718 L -0.16042 -0.01597 L -0.33489 -0.01875 C -0.3345 -0.21018 -0.33398 -0.40162 -0.33346 -0.59306 L -0.1681 -0.59583 L -0.1681 -0.64745 L -0.05482 -0.6463 L 0.01328 -0.62986 L 0.01328 -0.59861 L 0.10352 -0.63518 L 0.2237 -0.63796 L 0.24974 -0.67755 L 0.36992 -0.68009 L 0.36914 -0.65023 Z " pathEditMode="relative" ptsTypes="AAAAAAAAAAAAAAAAA">
                                      <p:cBhvr>
                                        <p:cTn id="88" dur="2000" fill="hold"/>
                                        <p:tgtEl>
                                          <p:spTgt spid="13"/>
                                        </p:tgtEl>
                                        <p:attrNameLst>
                                          <p:attrName>ppt_x</p:attrName>
                                          <p:attrName>ppt_y</p:attrName>
                                        </p:attrNameLst>
                                      </p:cBhvr>
                                    </p:animMotion>
                                  </p:childTnLst>
                                </p:cTn>
                              </p:par>
                            </p:childTnLst>
                          </p:cTn>
                        </p:par>
                        <p:par>
                          <p:cTn id="89" fill="hold">
                            <p:stCondLst>
                              <p:cond delay="2000"/>
                            </p:stCondLst>
                            <p:childTnLst>
                              <p:par>
                                <p:cTn id="90" presetID="1" presetClass="exit" presetSubtype="0" fill="hold" grpId="3" nodeType="afterEffect">
                                  <p:stCondLst>
                                    <p:cond delay="0"/>
                                  </p:stCondLst>
                                  <p:childTnLst>
                                    <p:set>
                                      <p:cBhvr>
                                        <p:cTn id="91" dur="1" fill="hold">
                                          <p:stCondLst>
                                            <p:cond delay="0"/>
                                          </p:stCondLst>
                                        </p:cTn>
                                        <p:tgtEl>
                                          <p:spTgt spid="14"/>
                                        </p:tgtEl>
                                        <p:attrNameLst>
                                          <p:attrName>style.visibility</p:attrName>
                                        </p:attrNameLst>
                                      </p:cBhvr>
                                      <p:to>
                                        <p:strVal val="hidden"/>
                                      </p:to>
                                    </p:set>
                                  </p:childTnLst>
                                </p:cTn>
                              </p:par>
                            </p:childTnLst>
                          </p:cTn>
                        </p:par>
                      </p:childTnLst>
                    </p:cTn>
                  </p:par>
                  <p:par>
                    <p:cTn id="92" fill="hold">
                      <p:stCondLst>
                        <p:cond delay="indefinite"/>
                      </p:stCondLst>
                      <p:childTnLst>
                        <p:par>
                          <p:cTn id="93" fill="hold">
                            <p:stCondLst>
                              <p:cond delay="0"/>
                            </p:stCondLst>
                            <p:childTnLst>
                              <p:par>
                                <p:cTn id="94" presetID="0" presetClass="path" presetSubtype="0" accel="50000" decel="50000" fill="hold" grpId="15" nodeType="clickEffect">
                                  <p:stCondLst>
                                    <p:cond delay="0"/>
                                  </p:stCondLst>
                                  <p:childTnLst>
                                    <p:animMotion origin="layout" path="M 0.76783 0.27453 L 0.8276 0.2787 C 0.82734 0.35926 0.82708 0.44004 0.82682 0.52083 L 0.2375 0.51805 L 0.2375 0.49907 L 0.0875 0.49491 L 0.0875 0.26227 L 0.22981 0.26088 L 0.34153 0.28009 L 0.41497 0.24884 L 0.41575 0.22708 L 0.42343 0.23379 L 0.50455 0.26643 L 0.61862 0.26643 L 0.64765 0.31273 L 0.76783 0.31134 L 0.76627 0.26504 " pathEditMode="relative" ptsTypes="AAAAAAAAAAAAAAAAA">
                                      <p:cBhvr>
                                        <p:cTn id="95" dur="2000" fill="hold"/>
                                        <p:tgtEl>
                                          <p:spTgt spid="9"/>
                                        </p:tgtEl>
                                        <p:attrNameLst>
                                          <p:attrName>ppt_x</p:attrName>
                                          <p:attrName>ppt_y</p:attrName>
                                        </p:attrNameLst>
                                      </p:cBhvr>
                                    </p:animMotion>
                                  </p:childTnLst>
                                </p:cTn>
                              </p:par>
                              <p:par>
                                <p:cTn id="96" presetID="0" presetClass="path" presetSubtype="0" accel="50000" decel="50000" fill="hold" grpId="4" nodeType="withEffect">
                                  <p:stCondLst>
                                    <p:cond delay="0"/>
                                  </p:stCondLst>
                                  <p:childTnLst>
                                    <p:animMotion origin="layout" path="M 0.36771 -0.65139 L 0.45729 -0.64884 L 0.45729 0.00162 L -0.16042 0.00579 L -0.15963 -0.02708 L -0.33268 -0.02014 L -0.33333 -0.59444 L -0.16966 -0.59977 L -0.16732 -0.65023 L 0.01172 -0.63518 L 0.02253 -0.60393 L 0.10365 -0.6419 L 0.12435 -0.59977 L 0.12435 -0.53727 L 0.27734 -0.54537 " pathEditMode="relative" ptsTypes="AAAAAAAAAAAAAAA">
                                      <p:cBhvr>
                                        <p:cTn id="97" dur="2000" fill="hold"/>
                                        <p:tgtEl>
                                          <p:spTgt spid="13"/>
                                        </p:tgtEl>
                                        <p:attrNameLst>
                                          <p:attrName>ppt_x</p:attrName>
                                          <p:attrName>ppt_y</p:attrName>
                                        </p:attrNameLst>
                                      </p:cBhvr>
                                    </p:animMotion>
                                  </p:childTnLst>
                                </p:cTn>
                              </p:par>
                            </p:childTnLst>
                          </p:cTn>
                        </p:par>
                      </p:childTnLst>
                    </p:cTn>
                  </p:par>
                  <p:par>
                    <p:cTn id="98" fill="hold">
                      <p:stCondLst>
                        <p:cond delay="indefinite"/>
                      </p:stCondLst>
                      <p:childTnLst>
                        <p:par>
                          <p:cTn id="99" fill="hold">
                            <p:stCondLst>
                              <p:cond delay="0"/>
                            </p:stCondLst>
                            <p:childTnLst>
                              <p:par>
                                <p:cTn id="100" presetID="0" presetClass="path" presetSubtype="0" accel="50000" decel="50000" fill="hold" grpId="16" nodeType="clickEffect">
                                  <p:stCondLst>
                                    <p:cond delay="0"/>
                                  </p:stCondLst>
                                  <p:childTnLst>
                                    <p:animMotion origin="layout" path="M 0.76705 0.26759 L 0.82682 0.27037 L 0.82604 0.51828 L 0.23906 0.51828 L 0.2375 0.49629 L 0.0875 0.49375 C 0.08724 0.4169 0.08697 0.34028 0.08684 0.26366 L 0.23138 0.26366 L 0.33932 0.27731 L 0.41588 0.25 L 0.4151 0.23241 L 0.49921 0.26643 L 0.62161 0.26504 L 0.64622 0.30856 L 0.76549 0.30856 L 0.76705 0.26759 Z " pathEditMode="relative" ptsTypes="AAAAAAAAAAAAAAAA">
                                      <p:cBhvr>
                                        <p:cTn id="101" dur="2000" fill="hold"/>
                                        <p:tgtEl>
                                          <p:spTgt spid="9"/>
                                        </p:tgtEl>
                                        <p:attrNameLst>
                                          <p:attrName>ppt_x</p:attrName>
                                          <p:attrName>ppt_y</p:attrName>
                                        </p:attrNameLst>
                                      </p:cBhvr>
                                    </p:animMotion>
                                  </p:childTnLst>
                                </p:cTn>
                              </p:par>
                              <p:par>
                                <p:cTn id="102" presetID="0" presetClass="path" presetSubtype="0" accel="50000" decel="50000" fill="hold" grpId="5" nodeType="withEffect">
                                  <p:stCondLst>
                                    <p:cond delay="0"/>
                                  </p:stCondLst>
                                  <p:childTnLst>
                                    <p:animMotion origin="layout" path="M 0.27513 -0.55208 L 0.30638 -0.53171 L 0.3194 -0.46366 L 0.36693 -0.46111 L 0.36771 -0.42685 " pathEditMode="relative" ptsTypes="AAAAA">
                                      <p:cBhvr>
                                        <p:cTn id="103" dur="2000" fill="hold"/>
                                        <p:tgtEl>
                                          <p:spTgt spid="13"/>
                                        </p:tgtEl>
                                        <p:attrNameLst>
                                          <p:attrName>ppt_x</p:attrName>
                                          <p:attrName>ppt_y</p:attrName>
                                        </p:attrNameLst>
                                      </p:cBhvr>
                                    </p:animMotion>
                                  </p:childTnLst>
                                </p:cTn>
                              </p:par>
                            </p:childTnLst>
                          </p:cTn>
                        </p:par>
                        <p:par>
                          <p:cTn id="104" fill="hold">
                            <p:stCondLst>
                              <p:cond delay="2000"/>
                            </p:stCondLst>
                            <p:childTnLst>
                              <p:par>
                                <p:cTn id="105" presetID="1" presetClass="exit" presetSubtype="0" fill="hold" grpId="6" nodeType="afterEffect">
                                  <p:stCondLst>
                                    <p:cond delay="0"/>
                                  </p:stCondLst>
                                  <p:childTnLst>
                                    <p:set>
                                      <p:cBhvr>
                                        <p:cTn id="106" dur="1" fill="hold">
                                          <p:stCondLst>
                                            <p:cond delay="0"/>
                                          </p:stCondLst>
                                        </p:cTn>
                                        <p:tgtEl>
                                          <p:spTgt spid="13"/>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0" presetClass="path" presetSubtype="0" accel="50000" decel="50000" fill="hold" grpId="17" nodeType="clickEffect">
                                  <p:stCondLst>
                                    <p:cond delay="0"/>
                                  </p:stCondLst>
                                  <p:childTnLst>
                                    <p:animMotion origin="layout" path="M 0.76549 0.26921 L 0.8276 0.27176 L 0.82604 0.51666 L 0.23906 0.51666 L 0.2375 0.54676 L -0.1129 0.54259 " pathEditMode="relative" ptsTypes="AAAAAA">
                                      <p:cBhvr>
                                        <p:cTn id="110" dur="2000" fill="hold"/>
                                        <p:tgtEl>
                                          <p:spTgt spid="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2" animBg="1"/>
      <p:bldP spid="9" grpId="3" animBg="1"/>
      <p:bldP spid="9" grpId="4" animBg="1"/>
      <p:bldP spid="9" grpId="6" animBg="1"/>
      <p:bldP spid="9" grpId="7" animBg="1"/>
      <p:bldP spid="9" grpId="8" animBg="1"/>
      <p:bldP spid="9" grpId="9" animBg="1"/>
      <p:bldP spid="9" grpId="10" animBg="1"/>
      <p:bldP spid="9" grpId="11" animBg="1"/>
      <p:bldP spid="9" grpId="12" animBg="1"/>
      <p:bldP spid="9" grpId="13" animBg="1"/>
      <p:bldP spid="9" grpId="14" animBg="1"/>
      <p:bldP spid="9" grpId="15" animBg="1"/>
      <p:bldP spid="9" grpId="16" animBg="1"/>
      <p:bldP spid="9" grpId="17" animBg="1"/>
      <p:bldP spid="10" grpId="0" animBg="1"/>
      <p:bldP spid="10" grpId="1" animBg="1"/>
      <p:bldP spid="10" grpId="2" animBg="1"/>
      <p:bldP spid="10" grpId="3" animBg="1"/>
      <p:bldP spid="10" grpId="4" animBg="1"/>
      <p:bldP spid="10" grpId="5" animBg="1"/>
      <p:bldP spid="10" grpId="6" animBg="1"/>
      <p:bldP spid="10" grpId="7" animBg="1"/>
      <p:bldP spid="13" grpId="0" animBg="1"/>
      <p:bldP spid="13" grpId="1" animBg="1"/>
      <p:bldP spid="13" grpId="2" animBg="1"/>
      <p:bldP spid="13" grpId="3" animBg="1"/>
      <p:bldP spid="13" grpId="4" animBg="1"/>
      <p:bldP spid="13" grpId="5" animBg="1"/>
      <p:bldP spid="13" grpId="6" animBg="1"/>
      <p:bldP spid="14" grpId="0" animBg="1"/>
      <p:bldP spid="14" grpId="1" animBg="1"/>
      <p:bldP spid="14" grpId="2" animBg="1"/>
      <p:bldP spid="14" grpId="3" animBg="1"/>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230D9D-D0EB-C1AB-E58E-D1F58B780C45}"/>
              </a:ext>
            </a:extLst>
          </p:cNvPr>
          <p:cNvSpPr>
            <a:spLocks noGrp="1"/>
          </p:cNvSpPr>
          <p:nvPr>
            <p:ph type="title"/>
          </p:nvPr>
        </p:nvSpPr>
        <p:spPr>
          <a:xfrm>
            <a:off x="838200" y="365125"/>
            <a:ext cx="10515600" cy="1325563"/>
          </a:xfrm>
          <a:prstGeom prst="rect">
            <a:avLst/>
          </a:prstGeom>
        </p:spPr>
        <p:txBody>
          <a:bodyPr/>
          <a:lstStyle/>
          <a:p>
            <a:r>
              <a:rPr lang="ja-JP" altLang="en-US" dirty="0"/>
              <a:t>案</a:t>
            </a:r>
            <a:r>
              <a:rPr lang="en-US" altLang="ja-JP" dirty="0"/>
              <a:t>4 COPY</a:t>
            </a:r>
            <a:r>
              <a:rPr lang="ja-JP" altLang="en-US" dirty="0"/>
              <a:t>部でパケットを分ける</a:t>
            </a:r>
            <a:endParaRPr kumimoji="1" lang="ja-JP" altLang="en-US" dirty="0"/>
          </a:p>
        </p:txBody>
      </p:sp>
      <p:sp>
        <p:nvSpPr>
          <p:cNvPr id="3" name="コンテンツ プレースホルダー 2">
            <a:extLst>
              <a:ext uri="{FF2B5EF4-FFF2-40B4-BE49-F238E27FC236}">
                <a16:creationId xmlns:a16="http://schemas.microsoft.com/office/drawing/2014/main" id="{81F6C9E1-E376-4EB0-2A53-16824D945886}"/>
              </a:ext>
            </a:extLst>
          </p:cNvPr>
          <p:cNvSpPr>
            <a:spLocks noGrp="1"/>
          </p:cNvSpPr>
          <p:nvPr>
            <p:ph idx="4294967295"/>
          </p:nvPr>
        </p:nvSpPr>
        <p:spPr>
          <a:xfrm>
            <a:off x="838200" y="1825625"/>
            <a:ext cx="10515600" cy="4351338"/>
          </a:xfrm>
          <a:prstGeom prst="rect">
            <a:avLst/>
          </a:prstGeom>
        </p:spPr>
        <p:txBody>
          <a:bodyPr/>
          <a:lstStyle/>
          <a:p>
            <a:pPr marL="0" indent="0">
              <a:buNone/>
            </a:pPr>
            <a:r>
              <a:rPr kumimoji="1" lang="en-US" altLang="ja-JP" dirty="0"/>
              <a:t>COPY</a:t>
            </a:r>
            <a:r>
              <a:rPr kumimoji="1" lang="ja-JP" altLang="en-US" dirty="0"/>
              <a:t>部でコピーされたパケットを別のパイプラインに挿入</a:t>
            </a:r>
            <a:endParaRPr kumimoji="1" lang="en-US" altLang="ja-JP" dirty="0"/>
          </a:p>
          <a:p>
            <a:pPr marL="0" indent="0">
              <a:buNone/>
            </a:pPr>
            <a:endParaRPr lang="en-US" altLang="ja-JP" dirty="0"/>
          </a:p>
          <a:p>
            <a:r>
              <a:rPr kumimoji="1" lang="ja-JP" altLang="en-US" dirty="0"/>
              <a:t>メリット</a:t>
            </a:r>
            <a:endParaRPr kumimoji="1" lang="en-US" altLang="ja-JP" dirty="0"/>
          </a:p>
          <a:p>
            <a:pPr lvl="1"/>
            <a:r>
              <a:rPr lang="ja-JP" altLang="en-US" dirty="0"/>
              <a:t>今の</a:t>
            </a:r>
            <a:r>
              <a:rPr lang="en-US" altLang="ja-JP" dirty="0"/>
              <a:t>DDP</a:t>
            </a:r>
            <a:r>
              <a:rPr lang="ja-JP" altLang="en-US" dirty="0"/>
              <a:t>の形式をそのまま活用することが出来る</a:t>
            </a:r>
            <a:endParaRPr lang="en-US" altLang="ja-JP" dirty="0"/>
          </a:p>
          <a:p>
            <a:r>
              <a:rPr lang="ja-JP" altLang="en-US" dirty="0"/>
              <a:t>デメリット</a:t>
            </a:r>
            <a:endParaRPr lang="en-US" altLang="ja-JP" dirty="0"/>
          </a:p>
          <a:p>
            <a:pPr lvl="1"/>
            <a:r>
              <a:rPr lang="ja-JP" altLang="en-US" dirty="0"/>
              <a:t>入力されたパケットは１周しなければ分離しない</a:t>
            </a:r>
            <a:endParaRPr lang="en-US" altLang="ja-JP" dirty="0"/>
          </a:p>
        </p:txBody>
      </p:sp>
      <p:sp>
        <p:nvSpPr>
          <p:cNvPr id="4" name="日付プレースホルダー 3">
            <a:extLst>
              <a:ext uri="{FF2B5EF4-FFF2-40B4-BE49-F238E27FC236}">
                <a16:creationId xmlns:a16="http://schemas.microsoft.com/office/drawing/2014/main" id="{86156FBF-AB2E-917B-AFF4-B02F4D7FAB11}"/>
              </a:ext>
            </a:extLst>
          </p:cNvPr>
          <p:cNvSpPr>
            <a:spLocks noGrp="1"/>
          </p:cNvSpPr>
          <p:nvPr>
            <p:ph type="dt" sz="half" idx="10"/>
          </p:nvPr>
        </p:nvSpPr>
        <p:spPr>
          <a:xfrm>
            <a:off x="838200" y="6356350"/>
            <a:ext cx="2743200" cy="365125"/>
          </a:xfrm>
        </p:spPr>
        <p:txBody>
          <a:bodyPr/>
          <a:lstStyle/>
          <a:p>
            <a:fld id="{6C2B8300-2EED-41B0-A715-725C397EBDB6}"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89B13969-93C1-14A3-7A68-A3FCB8D04321}"/>
              </a:ext>
            </a:extLst>
          </p:cNvPr>
          <p:cNvSpPr>
            <a:spLocks noGrp="1"/>
          </p:cNvSpPr>
          <p:nvPr>
            <p:ph type="ftr" sz="quarter" idx="11"/>
          </p:nvPr>
        </p:nvSpPr>
        <p:spPr>
          <a:xfrm>
            <a:off x="4038600" y="6356350"/>
            <a:ext cx="4114800" cy="365125"/>
          </a:xfrm>
        </p:spPr>
        <p:txBody>
          <a:body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683E1D34-B54F-A44D-2A8D-D8AEE605F16B}"/>
              </a:ext>
            </a:extLst>
          </p:cNvPr>
          <p:cNvSpPr>
            <a:spLocks noGrp="1"/>
          </p:cNvSpPr>
          <p:nvPr>
            <p:ph type="sldNum" sz="quarter" idx="12"/>
          </p:nvPr>
        </p:nvSpPr>
        <p:spPr>
          <a:xfrm>
            <a:off x="8610600" y="6356350"/>
            <a:ext cx="2743200" cy="365125"/>
          </a:xfrm>
        </p:spPr>
        <p:txBody>
          <a:bodyPr/>
          <a:lstStyle/>
          <a:p>
            <a:fld id="{273F27D2-06B6-4999-B31F-B875E94682A2}" type="slidenum">
              <a:rPr kumimoji="1" lang="ja-JP" altLang="en-US" smtClean="0"/>
              <a:t>57</a:t>
            </a:fld>
            <a:endParaRPr kumimoji="1" lang="ja-JP" altLang="en-US"/>
          </a:p>
        </p:txBody>
      </p:sp>
    </p:spTree>
    <p:extLst>
      <p:ext uri="{BB962C8B-B14F-4D97-AF65-F5344CB8AC3E}">
        <p14:creationId xmlns:p14="http://schemas.microsoft.com/office/powerpoint/2010/main" val="16406705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98049E6-FA0D-1A8E-059B-5E037A18D25A}"/>
              </a:ext>
            </a:extLst>
          </p:cNvPr>
          <p:cNvSpPr>
            <a:spLocks noGrp="1"/>
          </p:cNvSpPr>
          <p:nvPr>
            <p:ph type="dt" sz="half" idx="10"/>
          </p:nvPr>
        </p:nvSpPr>
        <p:spPr/>
        <p:txBody>
          <a:bodyPr/>
          <a:lstStyle/>
          <a:p>
            <a:fld id="{A0DED10E-07CC-4DF8-A870-AF0621FF73CF}" type="datetime1">
              <a:rPr kumimoji="1" lang="ja-JP" altLang="en-US" smtClean="0"/>
              <a:t>2026/9/15</a:t>
            </a:fld>
            <a:endParaRPr kumimoji="1" lang="ja-JP" altLang="en-US"/>
          </a:p>
        </p:txBody>
      </p:sp>
      <p:sp>
        <p:nvSpPr>
          <p:cNvPr id="3" name="フッター プレースホルダー 2">
            <a:extLst>
              <a:ext uri="{FF2B5EF4-FFF2-40B4-BE49-F238E27FC236}">
                <a16:creationId xmlns:a16="http://schemas.microsoft.com/office/drawing/2014/main" id="{D455B585-DB80-1228-85B3-6CE5A4C47567}"/>
              </a:ext>
            </a:extLst>
          </p:cNvPr>
          <p:cNvSpPr>
            <a:spLocks noGrp="1"/>
          </p:cNvSpPr>
          <p:nvPr>
            <p:ph type="ftr" sz="quarter" idx="11"/>
          </p:nvPr>
        </p:nvSpPr>
        <p:spPr/>
        <p:txBody>
          <a:bodyPr/>
          <a:lstStyle/>
          <a:p>
            <a:r>
              <a:rPr kumimoji="1" lang="en-US" altLang="ja-JP"/>
              <a:t>B4_Research</a:t>
            </a:r>
            <a:endParaRPr kumimoji="1" lang="ja-JP" altLang="en-US"/>
          </a:p>
        </p:txBody>
      </p:sp>
      <p:sp>
        <p:nvSpPr>
          <p:cNvPr id="4" name="スライド番号プレースホルダー 3">
            <a:extLst>
              <a:ext uri="{FF2B5EF4-FFF2-40B4-BE49-F238E27FC236}">
                <a16:creationId xmlns:a16="http://schemas.microsoft.com/office/drawing/2014/main" id="{61DC6FA9-F402-DEC6-E20D-D0DDDCD26F76}"/>
              </a:ext>
            </a:extLst>
          </p:cNvPr>
          <p:cNvSpPr>
            <a:spLocks noGrp="1"/>
          </p:cNvSpPr>
          <p:nvPr>
            <p:ph type="sldNum" sz="quarter" idx="12"/>
          </p:nvPr>
        </p:nvSpPr>
        <p:spPr/>
        <p:txBody>
          <a:bodyPr/>
          <a:lstStyle/>
          <a:p>
            <a:fld id="{273F27D2-06B6-4999-B31F-B875E94682A2}" type="slidenum">
              <a:rPr kumimoji="1" lang="ja-JP" altLang="en-US" smtClean="0"/>
              <a:t>58</a:t>
            </a:fld>
            <a:endParaRPr kumimoji="1" lang="ja-JP" altLang="en-US"/>
          </a:p>
        </p:txBody>
      </p:sp>
      <p:pic>
        <p:nvPicPr>
          <p:cNvPr id="6" name="図 5">
            <a:extLst>
              <a:ext uri="{FF2B5EF4-FFF2-40B4-BE49-F238E27FC236}">
                <a16:creationId xmlns:a16="http://schemas.microsoft.com/office/drawing/2014/main" id="{5FA58FCD-CDAC-61A5-B499-D66B77F510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8287"/>
            <a:ext cx="12192000" cy="5801507"/>
          </a:xfrm>
          <a:prstGeom prst="rect">
            <a:avLst/>
          </a:prstGeom>
        </p:spPr>
      </p:pic>
    </p:spTree>
    <p:extLst>
      <p:ext uri="{BB962C8B-B14F-4D97-AF65-F5344CB8AC3E}">
        <p14:creationId xmlns:p14="http://schemas.microsoft.com/office/powerpoint/2010/main" val="22264837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315838-BB00-BE96-111D-7BCE5CDA9B26}"/>
              </a:ext>
            </a:extLst>
          </p:cNvPr>
          <p:cNvSpPr>
            <a:spLocks noGrp="1"/>
          </p:cNvSpPr>
          <p:nvPr>
            <p:ph type="title"/>
          </p:nvPr>
        </p:nvSpPr>
        <p:spPr>
          <a:xfrm>
            <a:off x="838200" y="365125"/>
            <a:ext cx="10515600" cy="1325563"/>
          </a:xfrm>
          <a:prstGeom prst="rect">
            <a:avLst/>
          </a:prstGeom>
        </p:spPr>
        <p:txBody>
          <a:bodyPr/>
          <a:lstStyle/>
          <a:p>
            <a:r>
              <a:rPr kumimoji="1" lang="ja-JP" altLang="en-US" dirty="0"/>
              <a:t>共通の課題点</a:t>
            </a:r>
          </a:p>
        </p:txBody>
      </p:sp>
      <p:sp>
        <p:nvSpPr>
          <p:cNvPr id="3" name="コンテンツ プレースホルダー 2">
            <a:extLst>
              <a:ext uri="{FF2B5EF4-FFF2-40B4-BE49-F238E27FC236}">
                <a16:creationId xmlns:a16="http://schemas.microsoft.com/office/drawing/2014/main" id="{B7A651A9-F4AE-FD53-650D-32FCD8A4220A}"/>
              </a:ext>
            </a:extLst>
          </p:cNvPr>
          <p:cNvSpPr>
            <a:spLocks noGrp="1"/>
          </p:cNvSpPr>
          <p:nvPr>
            <p:ph idx="4294967295"/>
          </p:nvPr>
        </p:nvSpPr>
        <p:spPr>
          <a:xfrm>
            <a:off x="838200" y="1825625"/>
            <a:ext cx="10515600" cy="4351338"/>
          </a:xfrm>
          <a:prstGeom prst="rect">
            <a:avLst/>
          </a:prstGeom>
        </p:spPr>
        <p:txBody>
          <a:bodyPr/>
          <a:lstStyle/>
          <a:p>
            <a:r>
              <a:rPr lang="ja-JP" altLang="en-US" dirty="0"/>
              <a:t>メモリの入出力機構</a:t>
            </a:r>
            <a:endParaRPr lang="en-US" altLang="ja-JP" dirty="0"/>
          </a:p>
          <a:p>
            <a:r>
              <a:rPr lang="en-US" altLang="ja-JP" dirty="0"/>
              <a:t>COPY</a:t>
            </a:r>
            <a:r>
              <a:rPr lang="ja-JP" altLang="en-US" dirty="0"/>
              <a:t>部で分離するため、</a:t>
            </a:r>
            <a:br>
              <a:rPr lang="en-US" altLang="ja-JP" dirty="0"/>
            </a:br>
            <a:r>
              <a:rPr lang="ja-JP" altLang="en-US" dirty="0"/>
              <a:t>同じデータが複製されなければ活用不可</a:t>
            </a:r>
            <a:endParaRPr lang="en-US" altLang="ja-JP" dirty="0">
              <a:solidFill>
                <a:srgbClr val="FF0000"/>
              </a:solidFill>
            </a:endParaRPr>
          </a:p>
          <a:p>
            <a:r>
              <a:rPr lang="en-US" altLang="ja-JP" dirty="0"/>
              <a:t>DEL,CPY</a:t>
            </a:r>
            <a:r>
              <a:rPr lang="ja-JP" altLang="en-US" dirty="0"/>
              <a:t>信号が関係するモジュールと</a:t>
            </a:r>
            <a:r>
              <a:rPr lang="en-US" altLang="ja-JP" dirty="0"/>
              <a:t>C</a:t>
            </a:r>
            <a:r>
              <a:rPr lang="ja-JP" altLang="en-US" dirty="0"/>
              <a:t>素子は共有できない</a:t>
            </a:r>
            <a:endParaRPr lang="en-US" altLang="ja-JP" dirty="0"/>
          </a:p>
          <a:p>
            <a:r>
              <a:rPr lang="ja-JP" altLang="en-US" dirty="0"/>
              <a:t>パイプラインを入れ替えるためのフラグを立てる必要性</a:t>
            </a:r>
            <a:endParaRPr lang="en-US" altLang="ja-JP" dirty="0"/>
          </a:p>
          <a:p>
            <a:r>
              <a:rPr lang="ja-JP" altLang="en-US" dirty="0"/>
              <a:t>分岐命令かつ</a:t>
            </a:r>
            <a:br>
              <a:rPr lang="en-US" altLang="ja-JP" dirty="0"/>
            </a:br>
            <a:r>
              <a:rPr lang="ja-JP" altLang="en-US" dirty="0"/>
              <a:t>他の命令が実行できない場合はどちらかのパケットに制限</a:t>
            </a:r>
            <a:endParaRPr lang="en-US" altLang="ja-JP" dirty="0"/>
          </a:p>
          <a:p>
            <a:endParaRPr lang="en-US" altLang="ja-JP" dirty="0"/>
          </a:p>
        </p:txBody>
      </p:sp>
      <p:sp>
        <p:nvSpPr>
          <p:cNvPr id="4" name="日付プレースホルダー 3">
            <a:extLst>
              <a:ext uri="{FF2B5EF4-FFF2-40B4-BE49-F238E27FC236}">
                <a16:creationId xmlns:a16="http://schemas.microsoft.com/office/drawing/2014/main" id="{CFD75574-8A93-2952-A2EE-4410819C659C}"/>
              </a:ext>
            </a:extLst>
          </p:cNvPr>
          <p:cNvSpPr>
            <a:spLocks noGrp="1"/>
          </p:cNvSpPr>
          <p:nvPr>
            <p:ph type="dt" sz="half" idx="10"/>
          </p:nvPr>
        </p:nvSpPr>
        <p:spPr>
          <a:xfrm>
            <a:off x="838200" y="6356350"/>
            <a:ext cx="2743200" cy="365125"/>
          </a:xfrm>
        </p:spPr>
        <p:txBody>
          <a:bodyPr/>
          <a:lstStyle/>
          <a:p>
            <a:fld id="{22364008-7211-41EF-BD0A-A864207668FE}"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98C85E68-BDEC-0436-62AF-B4752DFA2370}"/>
              </a:ext>
            </a:extLst>
          </p:cNvPr>
          <p:cNvSpPr>
            <a:spLocks noGrp="1"/>
          </p:cNvSpPr>
          <p:nvPr>
            <p:ph type="ftr" sz="quarter" idx="11"/>
          </p:nvPr>
        </p:nvSpPr>
        <p:spPr>
          <a:xfrm>
            <a:off x="4038600" y="6356350"/>
            <a:ext cx="4114800" cy="365125"/>
          </a:xfrm>
        </p:spPr>
        <p:txBody>
          <a:body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4ED777F4-AE10-7DC1-9F1A-BE1133D4920B}"/>
              </a:ext>
            </a:extLst>
          </p:cNvPr>
          <p:cNvSpPr>
            <a:spLocks noGrp="1"/>
          </p:cNvSpPr>
          <p:nvPr>
            <p:ph type="sldNum" sz="quarter" idx="12"/>
          </p:nvPr>
        </p:nvSpPr>
        <p:spPr>
          <a:xfrm>
            <a:off x="8610600" y="6356350"/>
            <a:ext cx="2743200" cy="365125"/>
          </a:xfrm>
        </p:spPr>
        <p:txBody>
          <a:bodyPr/>
          <a:lstStyle/>
          <a:p>
            <a:fld id="{273F27D2-06B6-4999-B31F-B875E94682A2}" type="slidenum">
              <a:rPr kumimoji="1" lang="ja-JP" altLang="en-US" smtClean="0"/>
              <a:t>59</a:t>
            </a:fld>
            <a:endParaRPr kumimoji="1" lang="ja-JP" altLang="en-US"/>
          </a:p>
        </p:txBody>
      </p:sp>
    </p:spTree>
    <p:extLst>
      <p:ext uri="{BB962C8B-B14F-4D97-AF65-F5344CB8AC3E}">
        <p14:creationId xmlns:p14="http://schemas.microsoft.com/office/powerpoint/2010/main" val="915897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AB708E6-2F27-FE67-869F-69030E95A3CA}"/>
              </a:ext>
            </a:extLst>
          </p:cNvPr>
          <p:cNvSpPr>
            <a:spLocks noGrp="1"/>
          </p:cNvSpPr>
          <p:nvPr>
            <p:ph type="title"/>
          </p:nvPr>
        </p:nvSpPr>
        <p:spPr>
          <a:xfrm>
            <a:off x="838200" y="365125"/>
            <a:ext cx="10515600" cy="1325563"/>
          </a:xfrm>
          <a:prstGeom prst="rect">
            <a:avLst/>
          </a:prstGeom>
        </p:spPr>
        <p:txBody>
          <a:bodyPr/>
          <a:lstStyle/>
          <a:p>
            <a:r>
              <a:rPr lang="ja-JP" altLang="en-US" dirty="0"/>
              <a:t>問題点</a:t>
            </a:r>
          </a:p>
        </p:txBody>
      </p:sp>
      <p:sp>
        <p:nvSpPr>
          <p:cNvPr id="6" name="コンテンツ プレースホルダー 5">
            <a:extLst>
              <a:ext uri="{FF2B5EF4-FFF2-40B4-BE49-F238E27FC236}">
                <a16:creationId xmlns:a16="http://schemas.microsoft.com/office/drawing/2014/main" id="{0B65FDC1-8076-87AC-2EFB-D8CEF55D9250}"/>
              </a:ext>
            </a:extLst>
          </p:cNvPr>
          <p:cNvSpPr>
            <a:spLocks noGrp="1"/>
          </p:cNvSpPr>
          <p:nvPr>
            <p:ph idx="4294967295"/>
          </p:nvPr>
        </p:nvSpPr>
        <p:spPr>
          <a:xfrm>
            <a:off x="838200" y="1825625"/>
            <a:ext cx="10515600" cy="4351338"/>
          </a:xfrm>
          <a:prstGeom prst="rect">
            <a:avLst/>
          </a:prstGeom>
        </p:spPr>
        <p:txBody>
          <a:bodyPr/>
          <a:lstStyle/>
          <a:p>
            <a:r>
              <a:rPr lang="en-US" altLang="ja-JP" dirty="0"/>
              <a:t>MMRAM</a:t>
            </a:r>
            <a:r>
              <a:rPr lang="ja-JP" altLang="en-US" dirty="0"/>
              <a:t>内の</a:t>
            </a:r>
            <a:r>
              <a:rPr lang="en-US" altLang="ja-JP" dirty="0"/>
              <a:t>RAM</a:t>
            </a:r>
            <a:r>
              <a:rPr lang="ja-JP" altLang="en-US" dirty="0"/>
              <a:t>への入出力</a:t>
            </a:r>
            <a:endParaRPr lang="en-US" altLang="ja-JP" dirty="0"/>
          </a:p>
          <a:p>
            <a:pPr marL="914400" lvl="1" indent="-457200">
              <a:buFont typeface="+mj-lt"/>
              <a:buAutoNum type="arabicPeriod"/>
            </a:pPr>
            <a:r>
              <a:rPr lang="en-US" altLang="ja-JP" dirty="0"/>
              <a:t>RAM</a:t>
            </a:r>
            <a:r>
              <a:rPr lang="ja-JP" altLang="en-US" dirty="0"/>
              <a:t>は個別に確保しておき、</a:t>
            </a:r>
            <a:r>
              <a:rPr lang="en-US" altLang="ja-JP" dirty="0"/>
              <a:t>ROM</a:t>
            </a:r>
            <a:r>
              <a:rPr lang="ja-JP" altLang="en-US" dirty="0"/>
              <a:t>だけ共通</a:t>
            </a:r>
            <a:endParaRPr lang="en-US" altLang="ja-JP" dirty="0"/>
          </a:p>
          <a:p>
            <a:pPr marL="914400" lvl="1" indent="-457200">
              <a:buFont typeface="+mj-lt"/>
              <a:buAutoNum type="arabicPeriod"/>
            </a:pPr>
            <a:r>
              <a:rPr lang="en-US" altLang="ja-JP" dirty="0"/>
              <a:t>RAM</a:t>
            </a:r>
            <a:r>
              <a:rPr lang="ja-JP" altLang="en-US" dirty="0"/>
              <a:t>に</a:t>
            </a:r>
            <a:r>
              <a:rPr lang="en-US" altLang="ja-JP" dirty="0"/>
              <a:t>2</a:t>
            </a:r>
            <a:r>
              <a:rPr lang="ja-JP" altLang="en-US" dirty="0"/>
              <a:t>つのデータを保存可能な機構の導入</a:t>
            </a:r>
            <a:endParaRPr lang="en-US" altLang="ja-JP" dirty="0"/>
          </a:p>
          <a:p>
            <a:pPr marL="914400" lvl="1" indent="-457200">
              <a:buFont typeface="+mj-lt"/>
              <a:buAutoNum type="arabicPeriod"/>
            </a:pPr>
            <a:r>
              <a:rPr lang="ja-JP" altLang="en-US" dirty="0"/>
              <a:t>リオーダバッファのような機構を導入</a:t>
            </a:r>
            <a:endParaRPr lang="en-US" altLang="ja-JP" dirty="0"/>
          </a:p>
          <a:p>
            <a:pPr marL="914400" lvl="1" indent="-457200">
              <a:buFont typeface="+mj-lt"/>
              <a:buAutoNum type="arabicPeriod"/>
            </a:pPr>
            <a:r>
              <a:rPr lang="ja-JP" altLang="en-US" dirty="0"/>
              <a:t>優先順位をつけて保存</a:t>
            </a:r>
            <a:endParaRPr lang="en-US" altLang="ja-JP" dirty="0"/>
          </a:p>
          <a:p>
            <a:r>
              <a:rPr lang="en-US" altLang="ja-JP" strike="sngStrike" dirty="0"/>
              <a:t>MMCAM</a:t>
            </a:r>
            <a:r>
              <a:rPr lang="ja-JP" altLang="en-US" strike="sngStrike" dirty="0"/>
              <a:t>内でのマッチングを遅らせる必要あり</a:t>
            </a:r>
            <a:endParaRPr lang="en-US" altLang="ja-JP" strike="sngStrike" dirty="0"/>
          </a:p>
          <a:p>
            <a:pPr marL="914400" lvl="1" indent="-457200">
              <a:buFont typeface="+mj-lt"/>
              <a:buAutoNum type="arabicPeriod"/>
            </a:pPr>
            <a:r>
              <a:rPr lang="en-US" altLang="ja-JP" strike="sngStrike" dirty="0"/>
              <a:t>MMCAM</a:t>
            </a:r>
            <a:r>
              <a:rPr lang="ja-JP" altLang="en-US" strike="sngStrike" dirty="0"/>
              <a:t>の前に</a:t>
            </a:r>
            <a:r>
              <a:rPr lang="en-US" altLang="ja-JP" strike="sngStrike" dirty="0"/>
              <a:t>QB</a:t>
            </a:r>
            <a:r>
              <a:rPr lang="ja-JP" altLang="en-US" strike="sngStrike" dirty="0"/>
              <a:t>を配置させる</a:t>
            </a:r>
            <a:endParaRPr lang="en-US" altLang="ja-JP" strike="sngStrike" dirty="0"/>
          </a:p>
          <a:p>
            <a:pPr marL="914400" lvl="1" indent="-457200">
              <a:buFont typeface="+mj-lt"/>
              <a:buAutoNum type="arabicPeriod"/>
            </a:pPr>
            <a:r>
              <a:rPr lang="en-US" altLang="ja-JP" strike="sngStrike" dirty="0"/>
              <a:t>MMCAM</a:t>
            </a:r>
            <a:r>
              <a:rPr lang="ja-JP" altLang="en-US" strike="sngStrike" dirty="0"/>
              <a:t>内でフラグとロジックを使用してマッチング</a:t>
            </a:r>
            <a:endParaRPr lang="en-US" altLang="ja-JP" strike="sngStrike" dirty="0"/>
          </a:p>
          <a:p>
            <a:r>
              <a:rPr lang="en-US" altLang="ja-JP" dirty="0"/>
              <a:t>STM/LDM</a:t>
            </a:r>
            <a:r>
              <a:rPr lang="ja-JP" altLang="en-US" dirty="0"/>
              <a:t>命令時に</a:t>
            </a:r>
            <a:r>
              <a:rPr lang="en-US" altLang="ja-JP" dirty="0"/>
              <a:t>RAM</a:t>
            </a:r>
            <a:r>
              <a:rPr lang="ja-JP" altLang="en-US" dirty="0"/>
              <a:t>の同じアドレスに保存</a:t>
            </a:r>
            <a:endParaRPr lang="en-US" altLang="ja-JP" dirty="0"/>
          </a:p>
          <a:p>
            <a:pPr lvl="1"/>
            <a:r>
              <a:rPr lang="en-US" altLang="ja-JP" dirty="0"/>
              <a:t>RAM</a:t>
            </a:r>
            <a:r>
              <a:rPr lang="ja-JP" altLang="en-US" dirty="0"/>
              <a:t>を個別に用意し、重複を防ぐ</a:t>
            </a:r>
            <a:endParaRPr lang="en-US" altLang="ja-JP" dirty="0"/>
          </a:p>
        </p:txBody>
      </p:sp>
      <p:sp>
        <p:nvSpPr>
          <p:cNvPr id="2" name="日付プレースホルダー 1">
            <a:extLst>
              <a:ext uri="{FF2B5EF4-FFF2-40B4-BE49-F238E27FC236}">
                <a16:creationId xmlns:a16="http://schemas.microsoft.com/office/drawing/2014/main" id="{E49AE07A-2DC1-D912-959D-32A12439200F}"/>
              </a:ext>
            </a:extLst>
          </p:cNvPr>
          <p:cNvSpPr>
            <a:spLocks noGrp="1"/>
          </p:cNvSpPr>
          <p:nvPr>
            <p:ph type="dt" sz="half" idx="10"/>
          </p:nvPr>
        </p:nvSpPr>
        <p:spPr>
          <a:xfrm>
            <a:off x="838200" y="6356350"/>
            <a:ext cx="2743200" cy="365125"/>
          </a:xfrm>
        </p:spPr>
        <p:txBody>
          <a:bodyPr/>
          <a:lstStyle/>
          <a:p>
            <a:fld id="{911D3338-F223-42BF-B999-FE4146788536}" type="datetime1">
              <a:rPr kumimoji="1" lang="ja-JP" altLang="en-US" smtClean="0"/>
              <a:t>2026/9/15</a:t>
            </a:fld>
            <a:endParaRPr kumimoji="1" lang="ja-JP" altLang="en-US"/>
          </a:p>
        </p:txBody>
      </p:sp>
      <p:sp>
        <p:nvSpPr>
          <p:cNvPr id="3" name="フッター プレースホルダー 2">
            <a:extLst>
              <a:ext uri="{FF2B5EF4-FFF2-40B4-BE49-F238E27FC236}">
                <a16:creationId xmlns:a16="http://schemas.microsoft.com/office/drawing/2014/main" id="{C1C79CB4-33A9-D348-1D20-7A1E48605090}"/>
              </a:ext>
            </a:extLst>
          </p:cNvPr>
          <p:cNvSpPr>
            <a:spLocks noGrp="1"/>
          </p:cNvSpPr>
          <p:nvPr>
            <p:ph type="ftr" sz="quarter" idx="11"/>
          </p:nvPr>
        </p:nvSpPr>
        <p:spPr>
          <a:xfrm>
            <a:off x="4038600" y="6356350"/>
            <a:ext cx="4114800" cy="365125"/>
          </a:xfrm>
        </p:spPr>
        <p:txBody>
          <a:bodyPr/>
          <a:lstStyle/>
          <a:p>
            <a:r>
              <a:rPr kumimoji="1" lang="en-US" altLang="ja-JP" dirty="0"/>
              <a:t>B4_Research</a:t>
            </a:r>
            <a:endParaRPr kumimoji="1" lang="ja-JP" altLang="en-US" dirty="0"/>
          </a:p>
        </p:txBody>
      </p:sp>
      <p:sp>
        <p:nvSpPr>
          <p:cNvPr id="4" name="スライド番号プレースホルダー 3">
            <a:extLst>
              <a:ext uri="{FF2B5EF4-FFF2-40B4-BE49-F238E27FC236}">
                <a16:creationId xmlns:a16="http://schemas.microsoft.com/office/drawing/2014/main" id="{80446B7A-C29C-8AEF-4C8D-D3207816BB83}"/>
              </a:ext>
            </a:extLst>
          </p:cNvPr>
          <p:cNvSpPr>
            <a:spLocks noGrp="1"/>
          </p:cNvSpPr>
          <p:nvPr>
            <p:ph type="sldNum" sz="quarter" idx="12"/>
          </p:nvPr>
        </p:nvSpPr>
        <p:spPr>
          <a:xfrm>
            <a:off x="8610600" y="6356350"/>
            <a:ext cx="2743200" cy="365125"/>
          </a:xfrm>
        </p:spPr>
        <p:txBody>
          <a:bodyPr/>
          <a:lstStyle/>
          <a:p>
            <a:fld id="{273F27D2-06B6-4999-B31F-B875E94682A2}" type="slidenum">
              <a:rPr kumimoji="1" lang="ja-JP" altLang="en-US" smtClean="0"/>
              <a:t>60</a:t>
            </a:fld>
            <a:endParaRPr kumimoji="1" lang="ja-JP" altLang="en-US" dirty="0"/>
          </a:p>
        </p:txBody>
      </p:sp>
      <p:graphicFrame>
        <p:nvGraphicFramePr>
          <p:cNvPr id="7" name="表 6">
            <a:extLst>
              <a:ext uri="{FF2B5EF4-FFF2-40B4-BE49-F238E27FC236}">
                <a16:creationId xmlns:a16="http://schemas.microsoft.com/office/drawing/2014/main" id="{1B635DCF-08C9-7D2F-8F62-F311113F7CD4}"/>
              </a:ext>
            </a:extLst>
          </p:cNvPr>
          <p:cNvGraphicFramePr>
            <a:graphicFrameLocks noGrp="1"/>
          </p:cNvGraphicFramePr>
          <p:nvPr>
            <p:extLst>
              <p:ext uri="{D42A27DB-BD31-4B8C-83A1-F6EECF244321}">
                <p14:modId xmlns:p14="http://schemas.microsoft.com/office/powerpoint/2010/main" val="197620404"/>
              </p:ext>
            </p:extLst>
          </p:nvPr>
        </p:nvGraphicFramePr>
        <p:xfrm>
          <a:off x="8670927" y="1797606"/>
          <a:ext cx="3521073" cy="1631394"/>
        </p:xfrm>
        <a:graphic>
          <a:graphicData uri="http://schemas.openxmlformats.org/drawingml/2006/table">
            <a:tbl>
              <a:tblPr firstRow="1" bandRow="1">
                <a:tableStyleId>{5C22544A-7EE6-4342-B048-85BDC9FD1C3A}</a:tableStyleId>
              </a:tblPr>
              <a:tblGrid>
                <a:gridCol w="1173691">
                  <a:extLst>
                    <a:ext uri="{9D8B030D-6E8A-4147-A177-3AD203B41FA5}">
                      <a16:colId xmlns:a16="http://schemas.microsoft.com/office/drawing/2014/main" val="1227190397"/>
                    </a:ext>
                  </a:extLst>
                </a:gridCol>
                <a:gridCol w="1173691">
                  <a:extLst>
                    <a:ext uri="{9D8B030D-6E8A-4147-A177-3AD203B41FA5}">
                      <a16:colId xmlns:a16="http://schemas.microsoft.com/office/drawing/2014/main" val="3601798521"/>
                    </a:ext>
                  </a:extLst>
                </a:gridCol>
                <a:gridCol w="1173691">
                  <a:extLst>
                    <a:ext uri="{9D8B030D-6E8A-4147-A177-3AD203B41FA5}">
                      <a16:colId xmlns:a16="http://schemas.microsoft.com/office/drawing/2014/main" val="2674415131"/>
                    </a:ext>
                  </a:extLst>
                </a:gridCol>
              </a:tblGrid>
              <a:tr h="302816">
                <a:tc>
                  <a:txBody>
                    <a:bodyPr/>
                    <a:lstStyle/>
                    <a:p>
                      <a:pPr algn="ctr"/>
                      <a:r>
                        <a:rPr kumimoji="1" lang="en-US" altLang="ja-JP" dirty="0"/>
                        <a:t>ADDR</a:t>
                      </a:r>
                      <a:endParaRPr kumimoji="1" lang="ja-JP" altLang="en-US" dirty="0"/>
                    </a:p>
                  </a:txBody>
                  <a:tcPr anchor="ctr"/>
                </a:tc>
                <a:tc>
                  <a:txBody>
                    <a:bodyPr/>
                    <a:lstStyle/>
                    <a:p>
                      <a:pPr algn="ctr"/>
                      <a:r>
                        <a:rPr kumimoji="1" lang="en-US" altLang="ja-JP" dirty="0"/>
                        <a:t>data1</a:t>
                      </a:r>
                      <a:endParaRPr kumimoji="1" lang="ja-JP" altLang="en-US" dirty="0"/>
                    </a:p>
                  </a:txBody>
                  <a:tcPr anchor="ctr"/>
                </a:tc>
                <a:tc>
                  <a:txBody>
                    <a:bodyPr/>
                    <a:lstStyle/>
                    <a:p>
                      <a:pPr algn="ctr"/>
                      <a:r>
                        <a:rPr kumimoji="1" lang="en-US" altLang="ja-JP" dirty="0"/>
                        <a:t>data2</a:t>
                      </a:r>
                      <a:endParaRPr kumimoji="1" lang="ja-JP" altLang="en-US" dirty="0"/>
                    </a:p>
                  </a:txBody>
                  <a:tcPr anchor="ctr"/>
                </a:tc>
                <a:extLst>
                  <a:ext uri="{0D108BD9-81ED-4DB2-BD59-A6C34878D82A}">
                    <a16:rowId xmlns:a16="http://schemas.microsoft.com/office/drawing/2014/main" val="3424182315"/>
                  </a:ext>
                </a:extLst>
              </a:tr>
              <a:tr h="421878">
                <a:tc>
                  <a:txBody>
                    <a:bodyPr/>
                    <a:lstStyle/>
                    <a:p>
                      <a:pPr algn="ctr"/>
                      <a:r>
                        <a:rPr kumimoji="1" lang="en-US" altLang="ja-JP" dirty="0"/>
                        <a:t>000000</a:t>
                      </a:r>
                      <a:endParaRPr kumimoji="1" lang="ja-JP" altLang="en-US" dirty="0"/>
                    </a:p>
                  </a:txBody>
                  <a:tcPr anchor="ctr"/>
                </a:tc>
                <a:tc>
                  <a:txBody>
                    <a:bodyPr/>
                    <a:lstStyle/>
                    <a:p>
                      <a:pPr algn="ctr"/>
                      <a:r>
                        <a:rPr kumimoji="1" lang="en-US" altLang="ja-JP" dirty="0" err="1"/>
                        <a:t>ffff</a:t>
                      </a:r>
                      <a:endParaRPr kumimoji="1" lang="ja-JP" altLang="en-US" dirty="0"/>
                    </a:p>
                  </a:txBody>
                  <a:tcPr anchor="ctr"/>
                </a:tc>
                <a:tc>
                  <a:txBody>
                    <a:bodyPr/>
                    <a:lstStyle/>
                    <a:p>
                      <a:pPr algn="ctr"/>
                      <a:r>
                        <a:rPr kumimoji="1" lang="en-US" altLang="ja-JP" dirty="0"/>
                        <a:t>000f</a:t>
                      </a:r>
                      <a:endParaRPr kumimoji="1" lang="ja-JP" altLang="en-US" dirty="0"/>
                    </a:p>
                  </a:txBody>
                  <a:tcPr anchor="ctr"/>
                </a:tc>
                <a:extLst>
                  <a:ext uri="{0D108BD9-81ED-4DB2-BD59-A6C34878D82A}">
                    <a16:rowId xmlns:a16="http://schemas.microsoft.com/office/drawing/2014/main" val="1287414904"/>
                  </a:ext>
                </a:extLst>
              </a:tr>
              <a:tr h="421878">
                <a:tc>
                  <a:txBody>
                    <a:bodyPr/>
                    <a:lstStyle/>
                    <a:p>
                      <a:pPr algn="ctr"/>
                      <a:r>
                        <a:rPr kumimoji="1" lang="en-US" altLang="ja-JP" dirty="0"/>
                        <a:t>000001</a:t>
                      </a:r>
                      <a:endParaRPr kumimoji="1" lang="ja-JP" altLang="en-US" dirty="0"/>
                    </a:p>
                  </a:txBody>
                  <a:tcPr anchor="ctr"/>
                </a:tc>
                <a:tc>
                  <a:txBody>
                    <a:bodyPr/>
                    <a:lstStyle/>
                    <a:p>
                      <a:pPr algn="ctr"/>
                      <a:r>
                        <a:rPr kumimoji="1" lang="en-US" altLang="ja-JP" dirty="0"/>
                        <a:t>~</a:t>
                      </a:r>
                      <a:endParaRPr kumimoji="1" lang="ja-JP" altLang="en-US" dirty="0"/>
                    </a:p>
                  </a:txBody>
                  <a:tcPr anchor="ctr"/>
                </a:tc>
                <a:tc>
                  <a:txBody>
                    <a:bodyPr/>
                    <a:lstStyle/>
                    <a:p>
                      <a:pPr algn="ctr"/>
                      <a:r>
                        <a:rPr kumimoji="1" lang="en-US" altLang="ja-JP" dirty="0"/>
                        <a:t>~</a:t>
                      </a:r>
                      <a:endParaRPr kumimoji="1" lang="ja-JP" altLang="en-US" dirty="0"/>
                    </a:p>
                  </a:txBody>
                  <a:tcPr anchor="ctr"/>
                </a:tc>
                <a:extLst>
                  <a:ext uri="{0D108BD9-81ED-4DB2-BD59-A6C34878D82A}">
                    <a16:rowId xmlns:a16="http://schemas.microsoft.com/office/drawing/2014/main" val="2744891814"/>
                  </a:ext>
                </a:extLst>
              </a:tr>
              <a:tr h="421878">
                <a:tc>
                  <a:txBody>
                    <a:bodyPr/>
                    <a:lstStyle/>
                    <a:p>
                      <a:pPr algn="ctr"/>
                      <a:r>
                        <a:rPr kumimoji="1" lang="en-US" altLang="ja-JP" dirty="0"/>
                        <a:t>000010</a:t>
                      </a:r>
                      <a:endParaRPr kumimoji="1" lang="ja-JP" altLang="en-US" dirty="0"/>
                    </a:p>
                  </a:txBody>
                  <a:tcPr anchor="ctr"/>
                </a:tc>
                <a:tc>
                  <a:txBody>
                    <a:bodyPr/>
                    <a:lstStyle/>
                    <a:p>
                      <a:pPr algn="ctr"/>
                      <a:r>
                        <a:rPr kumimoji="1" lang="en-US" altLang="ja-JP" dirty="0"/>
                        <a:t>~</a:t>
                      </a:r>
                      <a:endParaRPr kumimoji="1" lang="ja-JP" altLang="en-US" dirty="0"/>
                    </a:p>
                  </a:txBody>
                  <a:tcPr anchor="ctr"/>
                </a:tc>
                <a:tc>
                  <a:txBody>
                    <a:bodyPr/>
                    <a:lstStyle/>
                    <a:p>
                      <a:pPr algn="ctr"/>
                      <a:r>
                        <a:rPr kumimoji="1" lang="en-US" altLang="ja-JP" dirty="0"/>
                        <a:t>~</a:t>
                      </a:r>
                      <a:endParaRPr kumimoji="1" lang="ja-JP" altLang="en-US" dirty="0"/>
                    </a:p>
                  </a:txBody>
                  <a:tcPr anchor="ctr"/>
                </a:tc>
                <a:extLst>
                  <a:ext uri="{0D108BD9-81ED-4DB2-BD59-A6C34878D82A}">
                    <a16:rowId xmlns:a16="http://schemas.microsoft.com/office/drawing/2014/main" val="1803165877"/>
                  </a:ext>
                </a:extLst>
              </a:tr>
            </a:tbl>
          </a:graphicData>
        </a:graphic>
      </p:graphicFrame>
      <p:sp>
        <p:nvSpPr>
          <p:cNvPr id="8" name="テキスト ボックス 7">
            <a:extLst>
              <a:ext uri="{FF2B5EF4-FFF2-40B4-BE49-F238E27FC236}">
                <a16:creationId xmlns:a16="http://schemas.microsoft.com/office/drawing/2014/main" id="{E27B5E1F-475B-D092-268E-DC833ADC22C3}"/>
              </a:ext>
            </a:extLst>
          </p:cNvPr>
          <p:cNvSpPr txBox="1"/>
          <p:nvPr/>
        </p:nvSpPr>
        <p:spPr>
          <a:xfrm>
            <a:off x="8907462" y="3535918"/>
            <a:ext cx="3048001" cy="369332"/>
          </a:xfrm>
          <a:prstGeom prst="rect">
            <a:avLst/>
          </a:prstGeom>
          <a:noFill/>
        </p:spPr>
        <p:txBody>
          <a:bodyPr wrap="square" rtlCol="0">
            <a:spAutoFit/>
          </a:bodyPr>
          <a:lstStyle/>
          <a:p>
            <a:pPr algn="ctr"/>
            <a:r>
              <a:rPr lang="ja-JP" altLang="en-US" dirty="0"/>
              <a:t>表</a:t>
            </a:r>
            <a:r>
              <a:rPr lang="en-US" altLang="ja-JP" dirty="0"/>
              <a:t>1:MMRAM</a:t>
            </a:r>
            <a:r>
              <a:rPr lang="ja-JP" altLang="en-US" dirty="0"/>
              <a:t>内の</a:t>
            </a:r>
            <a:r>
              <a:rPr lang="en-US" altLang="ja-JP" dirty="0"/>
              <a:t>RAM</a:t>
            </a:r>
            <a:r>
              <a:rPr lang="ja-JP" altLang="en-US" dirty="0"/>
              <a:t>想定</a:t>
            </a:r>
            <a:endParaRPr kumimoji="1" lang="ja-JP" altLang="en-US" dirty="0"/>
          </a:p>
        </p:txBody>
      </p:sp>
    </p:spTree>
    <p:extLst>
      <p:ext uri="{BB962C8B-B14F-4D97-AF65-F5344CB8AC3E}">
        <p14:creationId xmlns:p14="http://schemas.microsoft.com/office/powerpoint/2010/main" val="25187734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838636-646D-59B6-826F-C3EF53EFD546}"/>
              </a:ext>
            </a:extLst>
          </p:cNvPr>
          <p:cNvSpPr>
            <a:spLocks noGrp="1"/>
          </p:cNvSpPr>
          <p:nvPr>
            <p:ph type="title"/>
          </p:nvPr>
        </p:nvSpPr>
        <p:spPr>
          <a:xfrm>
            <a:off x="838200" y="365125"/>
            <a:ext cx="10515600" cy="1325563"/>
          </a:xfrm>
          <a:prstGeom prst="rect">
            <a:avLst/>
          </a:prstGeom>
        </p:spPr>
        <p:txBody>
          <a:bodyPr/>
          <a:lstStyle/>
          <a:p>
            <a:r>
              <a:rPr lang="ja-JP" altLang="en-US" dirty="0"/>
              <a:t>参考文献</a:t>
            </a:r>
            <a:endParaRPr kumimoji="1" lang="ja-JP" altLang="en-US" dirty="0"/>
          </a:p>
        </p:txBody>
      </p:sp>
      <p:sp>
        <p:nvSpPr>
          <p:cNvPr id="3" name="コンテンツ プレースホルダー 2">
            <a:extLst>
              <a:ext uri="{FF2B5EF4-FFF2-40B4-BE49-F238E27FC236}">
                <a16:creationId xmlns:a16="http://schemas.microsoft.com/office/drawing/2014/main" id="{38817B0B-CF41-18A2-A366-E5DB98441F94}"/>
              </a:ext>
            </a:extLst>
          </p:cNvPr>
          <p:cNvSpPr>
            <a:spLocks noGrp="1"/>
          </p:cNvSpPr>
          <p:nvPr>
            <p:ph idx="4294967295"/>
          </p:nvPr>
        </p:nvSpPr>
        <p:spPr>
          <a:xfrm>
            <a:off x="838200" y="2187574"/>
            <a:ext cx="10515600" cy="4351338"/>
          </a:xfrm>
          <a:prstGeom prst="rect">
            <a:avLst/>
          </a:prstGeom>
        </p:spPr>
        <p:txBody>
          <a:bodyPr/>
          <a:lstStyle/>
          <a:p>
            <a:r>
              <a:rPr kumimoji="1" lang="ja-JP" altLang="en-US" dirty="0"/>
              <a:t>コンピュータの構成と設計 </a:t>
            </a:r>
            <a:br>
              <a:rPr kumimoji="1" lang="en-US" altLang="ja-JP" dirty="0"/>
            </a:br>
            <a:r>
              <a:rPr kumimoji="1" lang="ja-JP" altLang="en-US" dirty="0"/>
              <a:t>ハードウェアとソフトウェアのインターフェース</a:t>
            </a:r>
            <a:r>
              <a:rPr kumimoji="1" lang="en-US" altLang="ja-JP" dirty="0"/>
              <a:t>,</a:t>
            </a:r>
            <a:r>
              <a:rPr kumimoji="1" lang="ja-JP" altLang="en-US" dirty="0"/>
              <a:t> </a:t>
            </a:r>
            <a:r>
              <a:rPr kumimoji="1" lang="en-US" altLang="ja-JP" dirty="0"/>
              <a:t>P362~P381</a:t>
            </a:r>
          </a:p>
          <a:p>
            <a:r>
              <a:rPr kumimoji="1" lang="ja-JP" altLang="en-US" dirty="0"/>
              <a:t>コンピュータアーキテクチャ</a:t>
            </a:r>
            <a:r>
              <a:rPr kumimoji="1" lang="en-US" altLang="ja-JP" dirty="0"/>
              <a:t>(10),</a:t>
            </a:r>
            <a:r>
              <a:rPr kumimoji="1" lang="ja-JP" altLang="en-US" dirty="0"/>
              <a:t>東京大学</a:t>
            </a:r>
            <a:r>
              <a:rPr kumimoji="1" lang="en-US" altLang="ja-JP" dirty="0"/>
              <a:t>, </a:t>
            </a:r>
            <a:r>
              <a:rPr kumimoji="1" lang="ja-JP" altLang="en-US" dirty="0"/>
              <a:t>坂井 </a:t>
            </a:r>
            <a:r>
              <a:rPr lang="ja-JP" altLang="en-US" dirty="0"/>
              <a:t>修一</a:t>
            </a:r>
            <a:r>
              <a:rPr lang="en-US" altLang="ja-JP" dirty="0"/>
              <a:t>,</a:t>
            </a:r>
            <a:br>
              <a:rPr kumimoji="1" lang="en-US" altLang="ja-JP" dirty="0"/>
            </a:br>
            <a:r>
              <a:rPr kumimoji="1" lang="en-US" altLang="ja-JP" dirty="0">
                <a:hlinkClick r:id="rId2"/>
              </a:rPr>
              <a:t>https://www.mtl.t.u-tokyo.ac.jp/~sakai/hard/hard10.pdf</a:t>
            </a:r>
            <a:endParaRPr kumimoji="1" lang="ja-JP" altLang="en-US" dirty="0"/>
          </a:p>
        </p:txBody>
      </p:sp>
      <p:sp>
        <p:nvSpPr>
          <p:cNvPr id="4" name="日付プレースホルダー 3">
            <a:extLst>
              <a:ext uri="{FF2B5EF4-FFF2-40B4-BE49-F238E27FC236}">
                <a16:creationId xmlns:a16="http://schemas.microsoft.com/office/drawing/2014/main" id="{FC2B6B08-CBCD-0ACE-16AC-DAE4289C3A1C}"/>
              </a:ext>
            </a:extLst>
          </p:cNvPr>
          <p:cNvSpPr>
            <a:spLocks noGrp="1"/>
          </p:cNvSpPr>
          <p:nvPr>
            <p:ph type="dt" sz="half" idx="10"/>
          </p:nvPr>
        </p:nvSpPr>
        <p:spPr>
          <a:xfrm>
            <a:off x="838200" y="6356350"/>
            <a:ext cx="2743200" cy="365125"/>
          </a:xfrm>
        </p:spPr>
        <p:txBody>
          <a:bodyPr/>
          <a:lstStyle/>
          <a:p>
            <a:fld id="{6E14F6E5-F557-42A9-BD85-07E41B864814}"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23951713-EFB1-3D72-E5B5-8987E9B98CA9}"/>
              </a:ext>
            </a:extLst>
          </p:cNvPr>
          <p:cNvSpPr>
            <a:spLocks noGrp="1"/>
          </p:cNvSpPr>
          <p:nvPr>
            <p:ph type="ftr" sz="quarter" idx="11"/>
          </p:nvPr>
        </p:nvSpPr>
        <p:spPr>
          <a:xfrm>
            <a:off x="4038600" y="6356350"/>
            <a:ext cx="4114800" cy="365125"/>
          </a:xfrm>
        </p:spPr>
        <p:txBody>
          <a:body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2E2EF276-AD8A-1AE6-3D2F-BD9F836C3CEC}"/>
              </a:ext>
            </a:extLst>
          </p:cNvPr>
          <p:cNvSpPr>
            <a:spLocks noGrp="1"/>
          </p:cNvSpPr>
          <p:nvPr>
            <p:ph type="sldNum" sz="quarter" idx="12"/>
          </p:nvPr>
        </p:nvSpPr>
        <p:spPr>
          <a:xfrm>
            <a:off x="8610600" y="6356350"/>
            <a:ext cx="2743200" cy="365125"/>
          </a:xfrm>
        </p:spPr>
        <p:txBody>
          <a:bodyPr/>
          <a:lstStyle/>
          <a:p>
            <a:fld id="{273F27D2-06B6-4999-B31F-B875E94682A2}" type="slidenum">
              <a:rPr kumimoji="1" lang="ja-JP" altLang="en-US" smtClean="0"/>
              <a:t>61</a:t>
            </a:fld>
            <a:endParaRPr kumimoji="1" lang="ja-JP" altLang="en-US"/>
          </a:p>
        </p:txBody>
      </p:sp>
    </p:spTree>
    <p:extLst>
      <p:ext uri="{BB962C8B-B14F-4D97-AF65-F5344CB8AC3E}">
        <p14:creationId xmlns:p14="http://schemas.microsoft.com/office/powerpoint/2010/main" val="37429980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C7ABE3-FCF9-6942-E799-DC1BBEDB8B4F}"/>
              </a:ext>
            </a:extLst>
          </p:cNvPr>
          <p:cNvSpPr>
            <a:spLocks noGrp="1"/>
          </p:cNvSpPr>
          <p:nvPr>
            <p:ph type="title"/>
          </p:nvPr>
        </p:nvSpPr>
        <p:spPr>
          <a:xfrm>
            <a:off x="838200" y="365125"/>
            <a:ext cx="10515600" cy="1325563"/>
          </a:xfrm>
          <a:prstGeom prst="rect">
            <a:avLst/>
          </a:prstGeom>
        </p:spPr>
        <p:txBody>
          <a:bodyPr/>
          <a:lstStyle/>
          <a:p>
            <a:r>
              <a:rPr lang="en-US" altLang="ja-JP" dirty="0" err="1"/>
              <a:t>M_Stage</a:t>
            </a:r>
            <a:endParaRPr kumimoji="1" lang="ja-JP" altLang="en-US" dirty="0"/>
          </a:p>
        </p:txBody>
      </p:sp>
      <p:grpSp>
        <p:nvGrpSpPr>
          <p:cNvPr id="13" name="グループ化 12">
            <a:extLst>
              <a:ext uri="{FF2B5EF4-FFF2-40B4-BE49-F238E27FC236}">
                <a16:creationId xmlns:a16="http://schemas.microsoft.com/office/drawing/2014/main" id="{457C4C61-B9CC-C70F-20A9-09D9402B8DEA}"/>
              </a:ext>
            </a:extLst>
          </p:cNvPr>
          <p:cNvGrpSpPr/>
          <p:nvPr/>
        </p:nvGrpSpPr>
        <p:grpSpPr>
          <a:xfrm>
            <a:off x="2320311" y="4851488"/>
            <a:ext cx="4228465" cy="878951"/>
            <a:chOff x="-1358348" y="2464526"/>
            <a:chExt cx="7981025" cy="1325563"/>
          </a:xfrm>
        </p:grpSpPr>
        <p:sp>
          <p:nvSpPr>
            <p:cNvPr id="14" name="正方形/長方形 13">
              <a:extLst>
                <a:ext uri="{FF2B5EF4-FFF2-40B4-BE49-F238E27FC236}">
                  <a16:creationId xmlns:a16="http://schemas.microsoft.com/office/drawing/2014/main" id="{25EBBF6B-3E18-106E-3CC9-C79502224A84}"/>
                </a:ext>
              </a:extLst>
            </p:cNvPr>
            <p:cNvSpPr/>
            <p:nvPr/>
          </p:nvSpPr>
          <p:spPr>
            <a:xfrm>
              <a:off x="2629990" y="2464526"/>
              <a:ext cx="785965" cy="1325563"/>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DL</a:t>
              </a:r>
              <a:endParaRPr kumimoji="1" lang="ja-JP" altLang="en-US" dirty="0">
                <a:solidFill>
                  <a:schemeClr val="tx1"/>
                </a:solidFill>
              </a:endParaRPr>
            </a:p>
          </p:txBody>
        </p:sp>
        <p:cxnSp>
          <p:nvCxnSpPr>
            <p:cNvPr id="15" name="直線矢印コネクタ 14">
              <a:extLst>
                <a:ext uri="{FF2B5EF4-FFF2-40B4-BE49-F238E27FC236}">
                  <a16:creationId xmlns:a16="http://schemas.microsoft.com/office/drawing/2014/main" id="{2E5E44C7-49AC-5B52-956C-9CD9517355A6}"/>
                </a:ext>
              </a:extLst>
            </p:cNvPr>
            <p:cNvCxnSpPr>
              <a:cxnSpLocks/>
              <a:endCxn id="14" idx="1"/>
            </p:cNvCxnSpPr>
            <p:nvPr/>
          </p:nvCxnSpPr>
          <p:spPr>
            <a:xfrm>
              <a:off x="-1358348" y="3127308"/>
              <a:ext cx="398833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6" name="直線矢印コネクタ 15">
              <a:extLst>
                <a:ext uri="{FF2B5EF4-FFF2-40B4-BE49-F238E27FC236}">
                  <a16:creationId xmlns:a16="http://schemas.microsoft.com/office/drawing/2014/main" id="{BF634C57-ECBE-F417-05DE-B7100E6080CB}"/>
                </a:ext>
              </a:extLst>
            </p:cNvPr>
            <p:cNvCxnSpPr>
              <a:cxnSpLocks/>
            </p:cNvCxnSpPr>
            <p:nvPr/>
          </p:nvCxnSpPr>
          <p:spPr>
            <a:xfrm flipV="1">
              <a:off x="3415954" y="3117668"/>
              <a:ext cx="3206723" cy="964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sp>
        <p:nvSpPr>
          <p:cNvPr id="19" name="フローチャート: 結合子 18">
            <a:extLst>
              <a:ext uri="{FF2B5EF4-FFF2-40B4-BE49-F238E27FC236}">
                <a16:creationId xmlns:a16="http://schemas.microsoft.com/office/drawing/2014/main" id="{C9C86331-CE48-350D-594B-BE5D648451F5}"/>
              </a:ext>
            </a:extLst>
          </p:cNvPr>
          <p:cNvSpPr/>
          <p:nvPr/>
        </p:nvSpPr>
        <p:spPr>
          <a:xfrm>
            <a:off x="3500308" y="6167012"/>
            <a:ext cx="731519" cy="690989"/>
          </a:xfrm>
          <a:prstGeom prst="flowChartConnector">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CM</a:t>
            </a:r>
            <a:endParaRPr kumimoji="1" lang="ja-JP" altLang="en-US" sz="1600" dirty="0">
              <a:solidFill>
                <a:schemeClr val="tx1"/>
              </a:solidFill>
            </a:endParaRPr>
          </a:p>
        </p:txBody>
      </p:sp>
      <p:grpSp>
        <p:nvGrpSpPr>
          <p:cNvPr id="22" name="グループ化 21">
            <a:extLst>
              <a:ext uri="{FF2B5EF4-FFF2-40B4-BE49-F238E27FC236}">
                <a16:creationId xmlns:a16="http://schemas.microsoft.com/office/drawing/2014/main" id="{4147787E-5FA3-8BF9-070F-98D9ACDA266A}"/>
              </a:ext>
            </a:extLst>
          </p:cNvPr>
          <p:cNvGrpSpPr/>
          <p:nvPr/>
        </p:nvGrpSpPr>
        <p:grpSpPr>
          <a:xfrm>
            <a:off x="2320311" y="3611235"/>
            <a:ext cx="4228465" cy="878951"/>
            <a:chOff x="-1358349" y="2464526"/>
            <a:chExt cx="7981026" cy="1325563"/>
          </a:xfrm>
        </p:grpSpPr>
        <p:sp>
          <p:nvSpPr>
            <p:cNvPr id="23" name="正方形/長方形 22">
              <a:extLst>
                <a:ext uri="{FF2B5EF4-FFF2-40B4-BE49-F238E27FC236}">
                  <a16:creationId xmlns:a16="http://schemas.microsoft.com/office/drawing/2014/main" id="{C92E7F5D-892A-024E-AFE2-FEEB458347F1}"/>
                </a:ext>
              </a:extLst>
            </p:cNvPr>
            <p:cNvSpPr/>
            <p:nvPr/>
          </p:nvSpPr>
          <p:spPr>
            <a:xfrm>
              <a:off x="2629990" y="2464526"/>
              <a:ext cx="785965" cy="1325563"/>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DL</a:t>
              </a:r>
              <a:endParaRPr kumimoji="1" lang="ja-JP" altLang="en-US" dirty="0">
                <a:solidFill>
                  <a:schemeClr val="tx1"/>
                </a:solidFill>
              </a:endParaRPr>
            </a:p>
          </p:txBody>
        </p:sp>
        <p:cxnSp>
          <p:nvCxnSpPr>
            <p:cNvPr id="24" name="直線矢印コネクタ 23">
              <a:extLst>
                <a:ext uri="{FF2B5EF4-FFF2-40B4-BE49-F238E27FC236}">
                  <a16:creationId xmlns:a16="http://schemas.microsoft.com/office/drawing/2014/main" id="{19ADA382-491B-CEC0-7478-41453FD4E756}"/>
                </a:ext>
              </a:extLst>
            </p:cNvPr>
            <p:cNvCxnSpPr>
              <a:cxnSpLocks/>
              <a:endCxn id="23" idx="1"/>
            </p:cNvCxnSpPr>
            <p:nvPr/>
          </p:nvCxnSpPr>
          <p:spPr>
            <a:xfrm>
              <a:off x="-1358349" y="3117668"/>
              <a:ext cx="3988340" cy="964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919120FE-5708-9D04-20A5-070B49488C76}"/>
                </a:ext>
              </a:extLst>
            </p:cNvPr>
            <p:cNvCxnSpPr>
              <a:cxnSpLocks/>
            </p:cNvCxnSpPr>
            <p:nvPr/>
          </p:nvCxnSpPr>
          <p:spPr>
            <a:xfrm flipV="1">
              <a:off x="3415954" y="3117668"/>
              <a:ext cx="3206723" cy="964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grpSp>
        <p:nvGrpSpPr>
          <p:cNvPr id="26" name="グループ化 25">
            <a:extLst>
              <a:ext uri="{FF2B5EF4-FFF2-40B4-BE49-F238E27FC236}">
                <a16:creationId xmlns:a16="http://schemas.microsoft.com/office/drawing/2014/main" id="{DBC948D9-FC45-AEE8-0FB5-81BA472B0E73}"/>
              </a:ext>
            </a:extLst>
          </p:cNvPr>
          <p:cNvGrpSpPr/>
          <p:nvPr/>
        </p:nvGrpSpPr>
        <p:grpSpPr>
          <a:xfrm>
            <a:off x="2320311" y="2298827"/>
            <a:ext cx="5077482" cy="878951"/>
            <a:chOff x="-2960828" y="2464526"/>
            <a:chExt cx="9583505" cy="1325563"/>
          </a:xfrm>
        </p:grpSpPr>
        <p:sp>
          <p:nvSpPr>
            <p:cNvPr id="27" name="正方形/長方形 26">
              <a:extLst>
                <a:ext uri="{FF2B5EF4-FFF2-40B4-BE49-F238E27FC236}">
                  <a16:creationId xmlns:a16="http://schemas.microsoft.com/office/drawing/2014/main" id="{E1AB08CD-E9FB-1E4E-D4FD-562D07739CF4}"/>
                </a:ext>
              </a:extLst>
            </p:cNvPr>
            <p:cNvSpPr/>
            <p:nvPr/>
          </p:nvSpPr>
          <p:spPr>
            <a:xfrm>
              <a:off x="2629990" y="2464526"/>
              <a:ext cx="785965" cy="1325563"/>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DL</a:t>
              </a:r>
              <a:endParaRPr kumimoji="1" lang="ja-JP" altLang="en-US" dirty="0">
                <a:solidFill>
                  <a:schemeClr val="tx1"/>
                </a:solidFill>
              </a:endParaRPr>
            </a:p>
          </p:txBody>
        </p:sp>
        <p:cxnSp>
          <p:nvCxnSpPr>
            <p:cNvPr id="28" name="直線矢印コネクタ 27">
              <a:extLst>
                <a:ext uri="{FF2B5EF4-FFF2-40B4-BE49-F238E27FC236}">
                  <a16:creationId xmlns:a16="http://schemas.microsoft.com/office/drawing/2014/main" id="{ADAD952B-3BC3-65C5-DFE7-5B3DDDEE7544}"/>
                </a:ext>
              </a:extLst>
            </p:cNvPr>
            <p:cNvCxnSpPr>
              <a:cxnSpLocks/>
              <a:endCxn id="27" idx="1"/>
            </p:cNvCxnSpPr>
            <p:nvPr/>
          </p:nvCxnSpPr>
          <p:spPr>
            <a:xfrm>
              <a:off x="-2960828" y="3122488"/>
              <a:ext cx="5590819" cy="482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9" name="直線矢印コネクタ 28">
              <a:extLst>
                <a:ext uri="{FF2B5EF4-FFF2-40B4-BE49-F238E27FC236}">
                  <a16:creationId xmlns:a16="http://schemas.microsoft.com/office/drawing/2014/main" id="{FF6B85AD-45BB-F22A-C652-D79E63F82407}"/>
                </a:ext>
              </a:extLst>
            </p:cNvPr>
            <p:cNvCxnSpPr>
              <a:cxnSpLocks/>
            </p:cNvCxnSpPr>
            <p:nvPr/>
          </p:nvCxnSpPr>
          <p:spPr>
            <a:xfrm flipV="1">
              <a:off x="3415954" y="3117668"/>
              <a:ext cx="3206723" cy="964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grpSp>
        <p:nvGrpSpPr>
          <p:cNvPr id="30" name="グループ化 29">
            <a:extLst>
              <a:ext uri="{FF2B5EF4-FFF2-40B4-BE49-F238E27FC236}">
                <a16:creationId xmlns:a16="http://schemas.microsoft.com/office/drawing/2014/main" id="{F17F571D-D36D-BF5F-6626-6C51151AF402}"/>
              </a:ext>
            </a:extLst>
          </p:cNvPr>
          <p:cNvGrpSpPr/>
          <p:nvPr/>
        </p:nvGrpSpPr>
        <p:grpSpPr>
          <a:xfrm>
            <a:off x="2320311" y="1193718"/>
            <a:ext cx="5077482" cy="878951"/>
            <a:chOff x="-2960828" y="2464526"/>
            <a:chExt cx="9583505" cy="1325563"/>
          </a:xfrm>
        </p:grpSpPr>
        <p:sp>
          <p:nvSpPr>
            <p:cNvPr id="31" name="正方形/長方形 30">
              <a:extLst>
                <a:ext uri="{FF2B5EF4-FFF2-40B4-BE49-F238E27FC236}">
                  <a16:creationId xmlns:a16="http://schemas.microsoft.com/office/drawing/2014/main" id="{BE4E1708-3514-E293-5E8F-3F94E89BC988}"/>
                </a:ext>
              </a:extLst>
            </p:cNvPr>
            <p:cNvSpPr/>
            <p:nvPr/>
          </p:nvSpPr>
          <p:spPr>
            <a:xfrm>
              <a:off x="2629990" y="2464526"/>
              <a:ext cx="785965" cy="1325563"/>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DL</a:t>
              </a:r>
              <a:endParaRPr kumimoji="1" lang="ja-JP" altLang="en-US" dirty="0">
                <a:solidFill>
                  <a:schemeClr val="tx1"/>
                </a:solidFill>
              </a:endParaRPr>
            </a:p>
          </p:txBody>
        </p:sp>
        <p:cxnSp>
          <p:nvCxnSpPr>
            <p:cNvPr id="32" name="直線矢印コネクタ 31">
              <a:extLst>
                <a:ext uri="{FF2B5EF4-FFF2-40B4-BE49-F238E27FC236}">
                  <a16:creationId xmlns:a16="http://schemas.microsoft.com/office/drawing/2014/main" id="{FB0050C9-A77F-2358-7EE5-429C6FDD0D42}"/>
                </a:ext>
              </a:extLst>
            </p:cNvPr>
            <p:cNvCxnSpPr>
              <a:cxnSpLocks/>
              <a:endCxn id="31" idx="1"/>
            </p:cNvCxnSpPr>
            <p:nvPr/>
          </p:nvCxnSpPr>
          <p:spPr>
            <a:xfrm>
              <a:off x="-2960828" y="3127308"/>
              <a:ext cx="559081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3" name="直線矢印コネクタ 32">
              <a:extLst>
                <a:ext uri="{FF2B5EF4-FFF2-40B4-BE49-F238E27FC236}">
                  <a16:creationId xmlns:a16="http://schemas.microsoft.com/office/drawing/2014/main" id="{6538571C-3FAE-C3FD-C0EF-C39573EE17C4}"/>
                </a:ext>
              </a:extLst>
            </p:cNvPr>
            <p:cNvCxnSpPr>
              <a:cxnSpLocks/>
            </p:cNvCxnSpPr>
            <p:nvPr/>
          </p:nvCxnSpPr>
          <p:spPr>
            <a:xfrm flipV="1">
              <a:off x="3415954" y="3117668"/>
              <a:ext cx="3206723" cy="964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sp>
        <p:nvSpPr>
          <p:cNvPr id="34" name="テキスト ボックス 33">
            <a:extLst>
              <a:ext uri="{FF2B5EF4-FFF2-40B4-BE49-F238E27FC236}">
                <a16:creationId xmlns:a16="http://schemas.microsoft.com/office/drawing/2014/main" id="{FDA7BFDD-AAA1-9E94-3509-CBBC81BF39FD}"/>
              </a:ext>
            </a:extLst>
          </p:cNvPr>
          <p:cNvSpPr txBox="1"/>
          <p:nvPr/>
        </p:nvSpPr>
        <p:spPr>
          <a:xfrm>
            <a:off x="956593" y="5029353"/>
            <a:ext cx="1245326" cy="523220"/>
          </a:xfrm>
          <a:prstGeom prst="rect">
            <a:avLst/>
          </a:prstGeom>
          <a:noFill/>
        </p:spPr>
        <p:txBody>
          <a:bodyPr wrap="square" rtlCol="0">
            <a:spAutoFit/>
          </a:bodyPr>
          <a:lstStyle/>
          <a:p>
            <a:r>
              <a:rPr kumimoji="1" lang="en-US" altLang="ja-JP" sz="1400" dirty="0"/>
              <a:t>PACKET_IN_INTERNAL2</a:t>
            </a:r>
            <a:endParaRPr kumimoji="1" lang="ja-JP" altLang="en-US" sz="1400" dirty="0"/>
          </a:p>
        </p:txBody>
      </p:sp>
      <p:sp>
        <p:nvSpPr>
          <p:cNvPr id="35" name="テキスト ボックス 34">
            <a:extLst>
              <a:ext uri="{FF2B5EF4-FFF2-40B4-BE49-F238E27FC236}">
                <a16:creationId xmlns:a16="http://schemas.microsoft.com/office/drawing/2014/main" id="{412BEA43-C685-6743-77EB-DF00F263606D}"/>
              </a:ext>
            </a:extLst>
          </p:cNvPr>
          <p:cNvSpPr txBox="1"/>
          <p:nvPr/>
        </p:nvSpPr>
        <p:spPr>
          <a:xfrm>
            <a:off x="957136" y="2504754"/>
            <a:ext cx="1245326" cy="523220"/>
          </a:xfrm>
          <a:prstGeom prst="rect">
            <a:avLst/>
          </a:prstGeom>
          <a:noFill/>
        </p:spPr>
        <p:txBody>
          <a:bodyPr wrap="square" rtlCol="0">
            <a:spAutoFit/>
          </a:bodyPr>
          <a:lstStyle/>
          <a:p>
            <a:r>
              <a:rPr kumimoji="1" lang="en-US" altLang="ja-JP" sz="1400" dirty="0"/>
              <a:t>PACKET_IN_INTERNAL1</a:t>
            </a:r>
            <a:endParaRPr kumimoji="1" lang="ja-JP" altLang="en-US" sz="1400" dirty="0"/>
          </a:p>
        </p:txBody>
      </p:sp>
      <p:sp>
        <p:nvSpPr>
          <p:cNvPr id="36" name="テキスト ボックス 35">
            <a:extLst>
              <a:ext uri="{FF2B5EF4-FFF2-40B4-BE49-F238E27FC236}">
                <a16:creationId xmlns:a16="http://schemas.microsoft.com/office/drawing/2014/main" id="{1652CAD9-9832-CDC2-7D46-5902A664BDD5}"/>
              </a:ext>
            </a:extLst>
          </p:cNvPr>
          <p:cNvSpPr txBox="1"/>
          <p:nvPr/>
        </p:nvSpPr>
        <p:spPr>
          <a:xfrm>
            <a:off x="924425" y="3785560"/>
            <a:ext cx="1245326" cy="523220"/>
          </a:xfrm>
          <a:prstGeom prst="rect">
            <a:avLst/>
          </a:prstGeom>
          <a:noFill/>
        </p:spPr>
        <p:txBody>
          <a:bodyPr wrap="square" rtlCol="0">
            <a:spAutoFit/>
          </a:bodyPr>
          <a:lstStyle/>
          <a:p>
            <a:r>
              <a:rPr kumimoji="1" lang="en-US" altLang="ja-JP" sz="1400" dirty="0"/>
              <a:t>PACKET_IN_EXTER</a:t>
            </a:r>
            <a:r>
              <a:rPr lang="en-US" altLang="ja-JP" sz="1400" dirty="0"/>
              <a:t>NAL2</a:t>
            </a:r>
            <a:endParaRPr kumimoji="1" lang="ja-JP" altLang="en-US" sz="1400" dirty="0"/>
          </a:p>
        </p:txBody>
      </p:sp>
      <p:sp>
        <p:nvSpPr>
          <p:cNvPr id="37" name="テキスト ボックス 36">
            <a:extLst>
              <a:ext uri="{FF2B5EF4-FFF2-40B4-BE49-F238E27FC236}">
                <a16:creationId xmlns:a16="http://schemas.microsoft.com/office/drawing/2014/main" id="{C7DFD305-7FD4-A349-0A70-4D0BCB6EF36A}"/>
              </a:ext>
            </a:extLst>
          </p:cNvPr>
          <p:cNvSpPr txBox="1"/>
          <p:nvPr/>
        </p:nvSpPr>
        <p:spPr>
          <a:xfrm>
            <a:off x="956593" y="1408277"/>
            <a:ext cx="1245326" cy="523220"/>
          </a:xfrm>
          <a:prstGeom prst="rect">
            <a:avLst/>
          </a:prstGeom>
          <a:noFill/>
        </p:spPr>
        <p:txBody>
          <a:bodyPr wrap="square" rtlCol="0">
            <a:spAutoFit/>
          </a:bodyPr>
          <a:lstStyle/>
          <a:p>
            <a:r>
              <a:rPr kumimoji="1" lang="en-US" altLang="ja-JP" sz="1400" dirty="0"/>
              <a:t>PACKET_IN_EXTER</a:t>
            </a:r>
            <a:r>
              <a:rPr lang="en-US" altLang="ja-JP" sz="1400" dirty="0"/>
              <a:t>NAL1</a:t>
            </a:r>
            <a:endParaRPr kumimoji="1" lang="ja-JP" altLang="en-US" sz="1400" dirty="0"/>
          </a:p>
        </p:txBody>
      </p:sp>
      <p:sp>
        <p:nvSpPr>
          <p:cNvPr id="40" name="台形 39">
            <a:extLst>
              <a:ext uri="{FF2B5EF4-FFF2-40B4-BE49-F238E27FC236}">
                <a16:creationId xmlns:a16="http://schemas.microsoft.com/office/drawing/2014/main" id="{F409D132-75CE-9460-38F1-0D7EB820F9E3}"/>
              </a:ext>
            </a:extLst>
          </p:cNvPr>
          <p:cNvSpPr/>
          <p:nvPr/>
        </p:nvSpPr>
        <p:spPr>
          <a:xfrm rot="5400000">
            <a:off x="5657716" y="4373543"/>
            <a:ext cx="2339606" cy="557487"/>
          </a:xfrm>
          <a:prstGeom prst="trapezoid">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MUX</a:t>
            </a:r>
            <a:endParaRPr kumimoji="1" lang="ja-JP" altLang="en-US" dirty="0">
              <a:solidFill>
                <a:schemeClr val="tx1"/>
              </a:solidFill>
            </a:endParaRPr>
          </a:p>
        </p:txBody>
      </p:sp>
      <p:sp>
        <p:nvSpPr>
          <p:cNvPr id="41" name="台形 40">
            <a:extLst>
              <a:ext uri="{FF2B5EF4-FFF2-40B4-BE49-F238E27FC236}">
                <a16:creationId xmlns:a16="http://schemas.microsoft.com/office/drawing/2014/main" id="{BC8017AA-20EE-9A88-8F44-6427C8A36C20}"/>
              </a:ext>
            </a:extLst>
          </p:cNvPr>
          <p:cNvSpPr/>
          <p:nvPr/>
        </p:nvSpPr>
        <p:spPr>
          <a:xfrm rot="5400000">
            <a:off x="6507670" y="1924045"/>
            <a:ext cx="2339606" cy="557487"/>
          </a:xfrm>
          <a:prstGeom prst="trapezoid">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MUX</a:t>
            </a:r>
            <a:endParaRPr kumimoji="1" lang="ja-JP" altLang="en-US" dirty="0">
              <a:solidFill>
                <a:schemeClr val="tx1"/>
              </a:solidFill>
            </a:endParaRPr>
          </a:p>
        </p:txBody>
      </p:sp>
      <p:cxnSp>
        <p:nvCxnSpPr>
          <p:cNvPr id="43" name="コネクタ: カギ線 42">
            <a:extLst>
              <a:ext uri="{FF2B5EF4-FFF2-40B4-BE49-F238E27FC236}">
                <a16:creationId xmlns:a16="http://schemas.microsoft.com/office/drawing/2014/main" id="{762E980C-92B1-A2F6-369A-F6F8F7B11C6A}"/>
              </a:ext>
            </a:extLst>
          </p:cNvPr>
          <p:cNvCxnSpPr>
            <a:stCxn id="19" idx="0"/>
            <a:endCxn id="14" idx="2"/>
          </p:cNvCxnSpPr>
          <p:nvPr/>
        </p:nvCxnSpPr>
        <p:spPr>
          <a:xfrm rot="5400000" flipH="1" flipV="1">
            <a:off x="4035548" y="5560960"/>
            <a:ext cx="436573" cy="775532"/>
          </a:xfrm>
          <a:prstGeom prst="bentConnector3">
            <a:avLst/>
          </a:prstGeom>
          <a:ln w="28575">
            <a:tailEnd type="triangle"/>
          </a:ln>
        </p:spPr>
        <p:style>
          <a:lnRef idx="1">
            <a:schemeClr val="dk1"/>
          </a:lnRef>
          <a:fillRef idx="0">
            <a:schemeClr val="dk1"/>
          </a:fillRef>
          <a:effectRef idx="0">
            <a:schemeClr val="dk1"/>
          </a:effectRef>
          <a:fontRef idx="minor">
            <a:schemeClr val="tx1"/>
          </a:fontRef>
        </p:style>
      </p:cxnSp>
      <p:cxnSp>
        <p:nvCxnSpPr>
          <p:cNvPr id="44" name="コネクタ: カギ線 43">
            <a:extLst>
              <a:ext uri="{FF2B5EF4-FFF2-40B4-BE49-F238E27FC236}">
                <a16:creationId xmlns:a16="http://schemas.microsoft.com/office/drawing/2014/main" id="{AA70406D-883C-5564-390D-27D92EEE16DD}"/>
              </a:ext>
            </a:extLst>
          </p:cNvPr>
          <p:cNvCxnSpPr>
            <a:cxnSpLocks/>
            <a:stCxn id="19" idx="0"/>
            <a:endCxn id="27" idx="2"/>
          </p:cNvCxnSpPr>
          <p:nvPr/>
        </p:nvCxnSpPr>
        <p:spPr>
          <a:xfrm rot="5400000" flipH="1" flipV="1">
            <a:off x="3183725" y="3860121"/>
            <a:ext cx="2989234" cy="1624549"/>
          </a:xfrm>
          <a:prstGeom prst="bentConnector3">
            <a:avLst>
              <a:gd name="adj1" fmla="val 7174"/>
            </a:avLst>
          </a:prstGeom>
          <a:ln w="19050">
            <a:tailEnd type="triangle"/>
          </a:ln>
        </p:spPr>
        <p:style>
          <a:lnRef idx="1">
            <a:schemeClr val="dk1"/>
          </a:lnRef>
          <a:fillRef idx="0">
            <a:schemeClr val="dk1"/>
          </a:fillRef>
          <a:effectRef idx="0">
            <a:schemeClr val="dk1"/>
          </a:effectRef>
          <a:fontRef idx="minor">
            <a:schemeClr val="tx1"/>
          </a:fontRef>
        </p:style>
      </p:cxnSp>
      <p:cxnSp>
        <p:nvCxnSpPr>
          <p:cNvPr id="47" name="コネクタ: カギ線 46">
            <a:extLst>
              <a:ext uri="{FF2B5EF4-FFF2-40B4-BE49-F238E27FC236}">
                <a16:creationId xmlns:a16="http://schemas.microsoft.com/office/drawing/2014/main" id="{14928A7B-855E-4168-02DC-79EB14E65B70}"/>
              </a:ext>
            </a:extLst>
          </p:cNvPr>
          <p:cNvCxnSpPr>
            <a:cxnSpLocks/>
            <a:stCxn id="19" idx="1"/>
            <a:endCxn id="23" idx="2"/>
          </p:cNvCxnSpPr>
          <p:nvPr/>
        </p:nvCxnSpPr>
        <p:spPr>
          <a:xfrm rot="5400000" flipH="1" flipV="1">
            <a:off x="3235509" y="4862114"/>
            <a:ext cx="1778019" cy="1034164"/>
          </a:xfrm>
          <a:prstGeom prst="bentConnector3">
            <a:avLst>
              <a:gd name="adj1" fmla="val 88204"/>
            </a:avLst>
          </a:prstGeom>
          <a:ln w="19050">
            <a:tailEnd type="triangle"/>
          </a:ln>
        </p:spPr>
        <p:style>
          <a:lnRef idx="1">
            <a:schemeClr val="dk1"/>
          </a:lnRef>
          <a:fillRef idx="0">
            <a:schemeClr val="dk1"/>
          </a:fillRef>
          <a:effectRef idx="0">
            <a:schemeClr val="dk1"/>
          </a:effectRef>
          <a:fontRef idx="minor">
            <a:schemeClr val="tx1"/>
          </a:fontRef>
        </p:style>
      </p:cxnSp>
      <p:cxnSp>
        <p:nvCxnSpPr>
          <p:cNvPr id="59" name="コネクタ: カギ線 58">
            <a:extLst>
              <a:ext uri="{FF2B5EF4-FFF2-40B4-BE49-F238E27FC236}">
                <a16:creationId xmlns:a16="http://schemas.microsoft.com/office/drawing/2014/main" id="{B3C88F21-7422-2111-D187-2503649126C7}"/>
              </a:ext>
            </a:extLst>
          </p:cNvPr>
          <p:cNvCxnSpPr>
            <a:cxnSpLocks/>
            <a:stCxn id="19" idx="6"/>
            <a:endCxn id="41" idx="3"/>
          </p:cNvCxnSpPr>
          <p:nvPr/>
        </p:nvCxnSpPr>
        <p:spPr>
          <a:xfrm flipV="1">
            <a:off x="4231827" y="3302906"/>
            <a:ext cx="3445646" cy="3209601"/>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62" name="コネクタ: カギ線 61">
            <a:extLst>
              <a:ext uri="{FF2B5EF4-FFF2-40B4-BE49-F238E27FC236}">
                <a16:creationId xmlns:a16="http://schemas.microsoft.com/office/drawing/2014/main" id="{84CC464F-66E4-B031-B599-111B29B9C1F2}"/>
              </a:ext>
            </a:extLst>
          </p:cNvPr>
          <p:cNvCxnSpPr>
            <a:cxnSpLocks/>
            <a:stCxn id="19" idx="6"/>
            <a:endCxn id="40" idx="3"/>
          </p:cNvCxnSpPr>
          <p:nvPr/>
        </p:nvCxnSpPr>
        <p:spPr>
          <a:xfrm flipV="1">
            <a:off x="4231827" y="5752404"/>
            <a:ext cx="2595692" cy="760103"/>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65" name="直線矢印コネクタ 64">
            <a:extLst>
              <a:ext uri="{FF2B5EF4-FFF2-40B4-BE49-F238E27FC236}">
                <a16:creationId xmlns:a16="http://schemas.microsoft.com/office/drawing/2014/main" id="{02D4C5BB-CF4B-0CD2-7759-5B70C43C1F3D}"/>
              </a:ext>
            </a:extLst>
          </p:cNvPr>
          <p:cNvCxnSpPr>
            <a:cxnSpLocks/>
            <a:stCxn id="40" idx="0"/>
          </p:cNvCxnSpPr>
          <p:nvPr/>
        </p:nvCxnSpPr>
        <p:spPr>
          <a:xfrm flipV="1">
            <a:off x="7106263" y="4644074"/>
            <a:ext cx="2838926" cy="821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8" name="直線矢印コネクタ 67">
            <a:extLst>
              <a:ext uri="{FF2B5EF4-FFF2-40B4-BE49-F238E27FC236}">
                <a16:creationId xmlns:a16="http://schemas.microsoft.com/office/drawing/2014/main" id="{DDB21CCC-1A2E-F1A3-F0FD-C672424BB5D9}"/>
              </a:ext>
            </a:extLst>
          </p:cNvPr>
          <p:cNvCxnSpPr>
            <a:cxnSpLocks/>
          </p:cNvCxnSpPr>
          <p:nvPr/>
        </p:nvCxnSpPr>
        <p:spPr>
          <a:xfrm>
            <a:off x="7957151" y="2202788"/>
            <a:ext cx="190717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4" name="直線コネクタ 73">
            <a:extLst>
              <a:ext uri="{FF2B5EF4-FFF2-40B4-BE49-F238E27FC236}">
                <a16:creationId xmlns:a16="http://schemas.microsoft.com/office/drawing/2014/main" id="{61C92186-601E-5D3F-B4C3-3773652DB6AB}"/>
              </a:ext>
            </a:extLst>
          </p:cNvPr>
          <p:cNvCxnSpPr/>
          <p:nvPr/>
        </p:nvCxnSpPr>
        <p:spPr>
          <a:xfrm flipH="1">
            <a:off x="4145280" y="5822090"/>
            <a:ext cx="165463" cy="221659"/>
          </a:xfrm>
          <a:prstGeom prst="line">
            <a:avLst/>
          </a:prstGeom>
          <a:ln w="19050"/>
        </p:spPr>
        <p:style>
          <a:lnRef idx="1">
            <a:schemeClr val="dk1"/>
          </a:lnRef>
          <a:fillRef idx="0">
            <a:schemeClr val="dk1"/>
          </a:fillRef>
          <a:effectRef idx="0">
            <a:schemeClr val="dk1"/>
          </a:effectRef>
          <a:fontRef idx="minor">
            <a:schemeClr val="tx1"/>
          </a:fontRef>
        </p:style>
      </p:cxnSp>
      <p:sp>
        <p:nvSpPr>
          <p:cNvPr id="75" name="テキスト ボックス 74">
            <a:extLst>
              <a:ext uri="{FF2B5EF4-FFF2-40B4-BE49-F238E27FC236}">
                <a16:creationId xmlns:a16="http://schemas.microsoft.com/office/drawing/2014/main" id="{A86BD0F4-8B49-16BF-DB4F-4531C7302F02}"/>
              </a:ext>
            </a:extLst>
          </p:cNvPr>
          <p:cNvSpPr txBox="1"/>
          <p:nvPr/>
        </p:nvSpPr>
        <p:spPr>
          <a:xfrm>
            <a:off x="4058228" y="5598515"/>
            <a:ext cx="121920" cy="307777"/>
          </a:xfrm>
          <a:prstGeom prst="rect">
            <a:avLst/>
          </a:prstGeom>
          <a:noFill/>
        </p:spPr>
        <p:txBody>
          <a:bodyPr wrap="square" rtlCol="0">
            <a:spAutoFit/>
          </a:bodyPr>
          <a:lstStyle/>
          <a:p>
            <a:r>
              <a:rPr kumimoji="1" lang="en-US" altLang="ja-JP" sz="1400" dirty="0"/>
              <a:t>1</a:t>
            </a:r>
          </a:p>
        </p:txBody>
      </p:sp>
      <p:cxnSp>
        <p:nvCxnSpPr>
          <p:cNvPr id="76" name="コネクタ: カギ線 75">
            <a:extLst>
              <a:ext uri="{FF2B5EF4-FFF2-40B4-BE49-F238E27FC236}">
                <a16:creationId xmlns:a16="http://schemas.microsoft.com/office/drawing/2014/main" id="{D52DE434-1C35-C31F-963A-F380D80C589D}"/>
              </a:ext>
            </a:extLst>
          </p:cNvPr>
          <p:cNvCxnSpPr>
            <a:cxnSpLocks/>
            <a:stCxn id="19" idx="1"/>
            <a:endCxn id="31" idx="2"/>
          </p:cNvCxnSpPr>
          <p:nvPr/>
        </p:nvCxnSpPr>
        <p:spPr>
          <a:xfrm rot="5400000" flipH="1" flipV="1">
            <a:off x="2451258" y="3228847"/>
            <a:ext cx="4195536" cy="1883181"/>
          </a:xfrm>
          <a:prstGeom prst="bentConnector3">
            <a:avLst>
              <a:gd name="adj1" fmla="val 96910"/>
            </a:avLst>
          </a:prstGeom>
          <a:ln w="19050">
            <a:tailEnd type="triangle"/>
          </a:ln>
        </p:spPr>
        <p:style>
          <a:lnRef idx="1">
            <a:schemeClr val="dk1"/>
          </a:lnRef>
          <a:fillRef idx="0">
            <a:schemeClr val="dk1"/>
          </a:fillRef>
          <a:effectRef idx="0">
            <a:schemeClr val="dk1"/>
          </a:effectRef>
          <a:fontRef idx="minor">
            <a:schemeClr val="tx1"/>
          </a:fontRef>
        </p:style>
      </p:cxnSp>
      <p:sp>
        <p:nvSpPr>
          <p:cNvPr id="83" name="テキスト ボックス 82">
            <a:extLst>
              <a:ext uri="{FF2B5EF4-FFF2-40B4-BE49-F238E27FC236}">
                <a16:creationId xmlns:a16="http://schemas.microsoft.com/office/drawing/2014/main" id="{B39D2D26-7A79-0A78-A9AC-5310B5860C56}"/>
              </a:ext>
            </a:extLst>
          </p:cNvPr>
          <p:cNvSpPr txBox="1"/>
          <p:nvPr/>
        </p:nvSpPr>
        <p:spPr>
          <a:xfrm>
            <a:off x="4214376" y="5959546"/>
            <a:ext cx="1900632" cy="307777"/>
          </a:xfrm>
          <a:prstGeom prst="rect">
            <a:avLst/>
          </a:prstGeom>
          <a:noFill/>
        </p:spPr>
        <p:txBody>
          <a:bodyPr wrap="square" rtlCol="0">
            <a:spAutoFit/>
          </a:bodyPr>
          <a:lstStyle/>
          <a:p>
            <a:r>
              <a:rPr kumimoji="1" lang="en-US" altLang="ja-JP" sz="1400" dirty="0"/>
              <a:t>CP_INTERNAL</a:t>
            </a:r>
          </a:p>
        </p:txBody>
      </p:sp>
      <p:sp>
        <p:nvSpPr>
          <p:cNvPr id="84" name="テキスト ボックス 83">
            <a:extLst>
              <a:ext uri="{FF2B5EF4-FFF2-40B4-BE49-F238E27FC236}">
                <a16:creationId xmlns:a16="http://schemas.microsoft.com/office/drawing/2014/main" id="{C4B569C5-4AC6-1441-96D7-971D9D01CC63}"/>
              </a:ext>
            </a:extLst>
          </p:cNvPr>
          <p:cNvSpPr txBox="1"/>
          <p:nvPr/>
        </p:nvSpPr>
        <p:spPr>
          <a:xfrm>
            <a:off x="2163406" y="5981386"/>
            <a:ext cx="1900632" cy="307777"/>
          </a:xfrm>
          <a:prstGeom prst="rect">
            <a:avLst/>
          </a:prstGeom>
          <a:noFill/>
        </p:spPr>
        <p:txBody>
          <a:bodyPr wrap="square" rtlCol="0">
            <a:spAutoFit/>
          </a:bodyPr>
          <a:lstStyle/>
          <a:p>
            <a:r>
              <a:rPr kumimoji="1" lang="en-US" altLang="ja-JP" sz="1400" dirty="0"/>
              <a:t>CP_EXTERNAL</a:t>
            </a:r>
          </a:p>
        </p:txBody>
      </p:sp>
      <p:sp>
        <p:nvSpPr>
          <p:cNvPr id="85" name="テキスト ボックス 84">
            <a:extLst>
              <a:ext uri="{FF2B5EF4-FFF2-40B4-BE49-F238E27FC236}">
                <a16:creationId xmlns:a16="http://schemas.microsoft.com/office/drawing/2014/main" id="{4C178B19-88BB-4026-3BCD-1F00F11B7DFA}"/>
              </a:ext>
            </a:extLst>
          </p:cNvPr>
          <p:cNvSpPr txBox="1"/>
          <p:nvPr/>
        </p:nvSpPr>
        <p:spPr>
          <a:xfrm>
            <a:off x="3381873" y="5560398"/>
            <a:ext cx="121920" cy="307777"/>
          </a:xfrm>
          <a:prstGeom prst="rect">
            <a:avLst/>
          </a:prstGeom>
          <a:noFill/>
        </p:spPr>
        <p:txBody>
          <a:bodyPr wrap="square" rtlCol="0">
            <a:spAutoFit/>
          </a:bodyPr>
          <a:lstStyle/>
          <a:p>
            <a:r>
              <a:rPr kumimoji="1" lang="en-US" altLang="ja-JP" sz="1400" dirty="0"/>
              <a:t>1</a:t>
            </a:r>
          </a:p>
        </p:txBody>
      </p:sp>
      <p:cxnSp>
        <p:nvCxnSpPr>
          <p:cNvPr id="86" name="直線コネクタ 85">
            <a:extLst>
              <a:ext uri="{FF2B5EF4-FFF2-40B4-BE49-F238E27FC236}">
                <a16:creationId xmlns:a16="http://schemas.microsoft.com/office/drawing/2014/main" id="{A7EB3EA2-1D5B-D779-36F3-492F596D6112}"/>
              </a:ext>
            </a:extLst>
          </p:cNvPr>
          <p:cNvCxnSpPr/>
          <p:nvPr/>
        </p:nvCxnSpPr>
        <p:spPr>
          <a:xfrm flipH="1">
            <a:off x="3530490" y="5759170"/>
            <a:ext cx="165463" cy="221659"/>
          </a:xfrm>
          <a:prstGeom prst="line">
            <a:avLst/>
          </a:prstGeom>
          <a:ln w="19050"/>
        </p:spPr>
        <p:style>
          <a:lnRef idx="1">
            <a:schemeClr val="dk1"/>
          </a:lnRef>
          <a:fillRef idx="0">
            <a:schemeClr val="dk1"/>
          </a:fillRef>
          <a:effectRef idx="0">
            <a:schemeClr val="dk1"/>
          </a:effectRef>
          <a:fontRef idx="minor">
            <a:schemeClr val="tx1"/>
          </a:fontRef>
        </p:style>
      </p:cxnSp>
      <p:cxnSp>
        <p:nvCxnSpPr>
          <p:cNvPr id="94" name="直線コネクタ 93">
            <a:extLst>
              <a:ext uri="{FF2B5EF4-FFF2-40B4-BE49-F238E27FC236}">
                <a16:creationId xmlns:a16="http://schemas.microsoft.com/office/drawing/2014/main" id="{40798570-71C9-E16B-EBF8-C6562E5C4F8F}"/>
              </a:ext>
            </a:extLst>
          </p:cNvPr>
          <p:cNvCxnSpPr/>
          <p:nvPr/>
        </p:nvCxnSpPr>
        <p:spPr>
          <a:xfrm flipH="1">
            <a:off x="6251456" y="6385855"/>
            <a:ext cx="165463" cy="221659"/>
          </a:xfrm>
          <a:prstGeom prst="line">
            <a:avLst/>
          </a:prstGeom>
          <a:ln w="19050"/>
        </p:spPr>
        <p:style>
          <a:lnRef idx="1">
            <a:schemeClr val="dk1"/>
          </a:lnRef>
          <a:fillRef idx="0">
            <a:schemeClr val="dk1"/>
          </a:fillRef>
          <a:effectRef idx="0">
            <a:schemeClr val="dk1"/>
          </a:effectRef>
          <a:fontRef idx="minor">
            <a:schemeClr val="tx1"/>
          </a:fontRef>
        </p:style>
      </p:cxnSp>
      <p:sp>
        <p:nvSpPr>
          <p:cNvPr id="95" name="テキスト ボックス 94">
            <a:extLst>
              <a:ext uri="{FF2B5EF4-FFF2-40B4-BE49-F238E27FC236}">
                <a16:creationId xmlns:a16="http://schemas.microsoft.com/office/drawing/2014/main" id="{AD561B3A-C2D2-34DA-BBC9-AC839AB5B6F7}"/>
              </a:ext>
            </a:extLst>
          </p:cNvPr>
          <p:cNvSpPr txBox="1"/>
          <p:nvPr/>
        </p:nvSpPr>
        <p:spPr>
          <a:xfrm>
            <a:off x="6164404" y="6162280"/>
            <a:ext cx="121920" cy="307777"/>
          </a:xfrm>
          <a:prstGeom prst="rect">
            <a:avLst/>
          </a:prstGeom>
          <a:noFill/>
        </p:spPr>
        <p:txBody>
          <a:bodyPr wrap="square" rtlCol="0">
            <a:spAutoFit/>
          </a:bodyPr>
          <a:lstStyle/>
          <a:p>
            <a:r>
              <a:rPr kumimoji="1" lang="en-US" altLang="ja-JP" sz="1400" dirty="0"/>
              <a:t>1</a:t>
            </a:r>
          </a:p>
        </p:txBody>
      </p:sp>
      <p:sp>
        <p:nvSpPr>
          <p:cNvPr id="96" name="テキスト ボックス 95">
            <a:extLst>
              <a:ext uri="{FF2B5EF4-FFF2-40B4-BE49-F238E27FC236}">
                <a16:creationId xmlns:a16="http://schemas.microsoft.com/office/drawing/2014/main" id="{62988BCF-2FE8-665E-F1EF-DB54336533FC}"/>
              </a:ext>
            </a:extLst>
          </p:cNvPr>
          <p:cNvSpPr txBox="1"/>
          <p:nvPr/>
        </p:nvSpPr>
        <p:spPr>
          <a:xfrm>
            <a:off x="6320552" y="6523311"/>
            <a:ext cx="1900632" cy="307777"/>
          </a:xfrm>
          <a:prstGeom prst="rect">
            <a:avLst/>
          </a:prstGeom>
          <a:noFill/>
        </p:spPr>
        <p:txBody>
          <a:bodyPr wrap="square" rtlCol="0">
            <a:spAutoFit/>
          </a:bodyPr>
          <a:lstStyle/>
          <a:p>
            <a:r>
              <a:rPr lang="en-US" altLang="ja-JP" sz="1400" dirty="0"/>
              <a:t>SEL</a:t>
            </a:r>
            <a:endParaRPr kumimoji="1" lang="en-US" altLang="ja-JP" sz="1400" dirty="0"/>
          </a:p>
        </p:txBody>
      </p:sp>
      <p:cxnSp>
        <p:nvCxnSpPr>
          <p:cNvPr id="97" name="直線コネクタ 96">
            <a:extLst>
              <a:ext uri="{FF2B5EF4-FFF2-40B4-BE49-F238E27FC236}">
                <a16:creationId xmlns:a16="http://schemas.microsoft.com/office/drawing/2014/main" id="{72898DEE-F6A4-6F68-4C34-908FF65B7767}"/>
              </a:ext>
            </a:extLst>
          </p:cNvPr>
          <p:cNvCxnSpPr/>
          <p:nvPr/>
        </p:nvCxnSpPr>
        <p:spPr>
          <a:xfrm flipH="1">
            <a:off x="2766740" y="5162335"/>
            <a:ext cx="165463" cy="221659"/>
          </a:xfrm>
          <a:prstGeom prst="line">
            <a:avLst/>
          </a:prstGeom>
          <a:ln w="19050"/>
        </p:spPr>
        <p:style>
          <a:lnRef idx="1">
            <a:schemeClr val="dk1"/>
          </a:lnRef>
          <a:fillRef idx="0">
            <a:schemeClr val="dk1"/>
          </a:fillRef>
          <a:effectRef idx="0">
            <a:schemeClr val="dk1"/>
          </a:effectRef>
          <a:fontRef idx="minor">
            <a:schemeClr val="tx1"/>
          </a:fontRef>
        </p:style>
      </p:cxnSp>
      <p:sp>
        <p:nvSpPr>
          <p:cNvPr id="98" name="テキスト ボックス 97">
            <a:extLst>
              <a:ext uri="{FF2B5EF4-FFF2-40B4-BE49-F238E27FC236}">
                <a16:creationId xmlns:a16="http://schemas.microsoft.com/office/drawing/2014/main" id="{1B7D0104-39E1-E8AE-5725-2482F07A1906}"/>
              </a:ext>
            </a:extLst>
          </p:cNvPr>
          <p:cNvSpPr txBox="1"/>
          <p:nvPr/>
        </p:nvSpPr>
        <p:spPr>
          <a:xfrm>
            <a:off x="2567679" y="4938759"/>
            <a:ext cx="437981" cy="307777"/>
          </a:xfrm>
          <a:prstGeom prst="rect">
            <a:avLst/>
          </a:prstGeom>
          <a:noFill/>
        </p:spPr>
        <p:txBody>
          <a:bodyPr wrap="square" rtlCol="0">
            <a:spAutoFit/>
          </a:bodyPr>
          <a:lstStyle/>
          <a:p>
            <a:r>
              <a:rPr lang="en-US" altLang="ja-JP" sz="1400" dirty="0"/>
              <a:t>38</a:t>
            </a:r>
            <a:endParaRPr kumimoji="1" lang="en-US" altLang="ja-JP" sz="1400" dirty="0"/>
          </a:p>
        </p:txBody>
      </p:sp>
      <p:cxnSp>
        <p:nvCxnSpPr>
          <p:cNvPr id="99" name="直線コネクタ 98">
            <a:extLst>
              <a:ext uri="{FF2B5EF4-FFF2-40B4-BE49-F238E27FC236}">
                <a16:creationId xmlns:a16="http://schemas.microsoft.com/office/drawing/2014/main" id="{DFECDB0A-2482-4727-731D-6DA2D8B5169D}"/>
              </a:ext>
            </a:extLst>
          </p:cNvPr>
          <p:cNvCxnSpPr/>
          <p:nvPr/>
        </p:nvCxnSpPr>
        <p:spPr>
          <a:xfrm flipH="1">
            <a:off x="2766740" y="3924075"/>
            <a:ext cx="165463" cy="221659"/>
          </a:xfrm>
          <a:prstGeom prst="line">
            <a:avLst/>
          </a:prstGeom>
          <a:ln w="19050"/>
        </p:spPr>
        <p:style>
          <a:lnRef idx="1">
            <a:schemeClr val="dk1"/>
          </a:lnRef>
          <a:fillRef idx="0">
            <a:schemeClr val="dk1"/>
          </a:fillRef>
          <a:effectRef idx="0">
            <a:schemeClr val="dk1"/>
          </a:effectRef>
          <a:fontRef idx="minor">
            <a:schemeClr val="tx1"/>
          </a:fontRef>
        </p:style>
      </p:cxnSp>
      <p:sp>
        <p:nvSpPr>
          <p:cNvPr id="100" name="テキスト ボックス 99">
            <a:extLst>
              <a:ext uri="{FF2B5EF4-FFF2-40B4-BE49-F238E27FC236}">
                <a16:creationId xmlns:a16="http://schemas.microsoft.com/office/drawing/2014/main" id="{6A248CB4-2019-44B8-F255-A1AEA533B80E}"/>
              </a:ext>
            </a:extLst>
          </p:cNvPr>
          <p:cNvSpPr txBox="1"/>
          <p:nvPr/>
        </p:nvSpPr>
        <p:spPr>
          <a:xfrm>
            <a:off x="2567679" y="3700499"/>
            <a:ext cx="437981" cy="307777"/>
          </a:xfrm>
          <a:prstGeom prst="rect">
            <a:avLst/>
          </a:prstGeom>
          <a:noFill/>
        </p:spPr>
        <p:txBody>
          <a:bodyPr wrap="square" rtlCol="0">
            <a:spAutoFit/>
          </a:bodyPr>
          <a:lstStyle/>
          <a:p>
            <a:r>
              <a:rPr lang="en-US" altLang="ja-JP" sz="1400" dirty="0"/>
              <a:t>38</a:t>
            </a:r>
            <a:endParaRPr kumimoji="1" lang="en-US" altLang="ja-JP" sz="1400" dirty="0"/>
          </a:p>
        </p:txBody>
      </p:sp>
      <p:cxnSp>
        <p:nvCxnSpPr>
          <p:cNvPr id="101" name="直線コネクタ 100">
            <a:extLst>
              <a:ext uri="{FF2B5EF4-FFF2-40B4-BE49-F238E27FC236}">
                <a16:creationId xmlns:a16="http://schemas.microsoft.com/office/drawing/2014/main" id="{06625EB5-230D-F122-04F9-B96E0159CE09}"/>
              </a:ext>
            </a:extLst>
          </p:cNvPr>
          <p:cNvCxnSpPr/>
          <p:nvPr/>
        </p:nvCxnSpPr>
        <p:spPr>
          <a:xfrm flipH="1">
            <a:off x="2784307" y="2683822"/>
            <a:ext cx="165463" cy="221659"/>
          </a:xfrm>
          <a:prstGeom prst="line">
            <a:avLst/>
          </a:prstGeom>
          <a:ln w="19050"/>
        </p:spPr>
        <p:style>
          <a:lnRef idx="1">
            <a:schemeClr val="dk1"/>
          </a:lnRef>
          <a:fillRef idx="0">
            <a:schemeClr val="dk1"/>
          </a:fillRef>
          <a:effectRef idx="0">
            <a:schemeClr val="dk1"/>
          </a:effectRef>
          <a:fontRef idx="minor">
            <a:schemeClr val="tx1"/>
          </a:fontRef>
        </p:style>
      </p:cxnSp>
      <p:sp>
        <p:nvSpPr>
          <p:cNvPr id="102" name="テキスト ボックス 101">
            <a:extLst>
              <a:ext uri="{FF2B5EF4-FFF2-40B4-BE49-F238E27FC236}">
                <a16:creationId xmlns:a16="http://schemas.microsoft.com/office/drawing/2014/main" id="{8C3A5B76-57DA-D7F8-11C4-11620E110F91}"/>
              </a:ext>
            </a:extLst>
          </p:cNvPr>
          <p:cNvSpPr txBox="1"/>
          <p:nvPr/>
        </p:nvSpPr>
        <p:spPr>
          <a:xfrm>
            <a:off x="2585246" y="2460246"/>
            <a:ext cx="437981" cy="307777"/>
          </a:xfrm>
          <a:prstGeom prst="rect">
            <a:avLst/>
          </a:prstGeom>
          <a:noFill/>
        </p:spPr>
        <p:txBody>
          <a:bodyPr wrap="square" rtlCol="0">
            <a:spAutoFit/>
          </a:bodyPr>
          <a:lstStyle/>
          <a:p>
            <a:r>
              <a:rPr lang="en-US" altLang="ja-JP" sz="1400" dirty="0"/>
              <a:t>38</a:t>
            </a:r>
            <a:endParaRPr kumimoji="1" lang="en-US" altLang="ja-JP" sz="1400" dirty="0"/>
          </a:p>
        </p:txBody>
      </p:sp>
      <p:cxnSp>
        <p:nvCxnSpPr>
          <p:cNvPr id="103" name="直線コネクタ 102">
            <a:extLst>
              <a:ext uri="{FF2B5EF4-FFF2-40B4-BE49-F238E27FC236}">
                <a16:creationId xmlns:a16="http://schemas.microsoft.com/office/drawing/2014/main" id="{E2DFF8E1-40E8-A766-C32C-DB80B6CFB7A0}"/>
              </a:ext>
            </a:extLst>
          </p:cNvPr>
          <p:cNvCxnSpPr/>
          <p:nvPr/>
        </p:nvCxnSpPr>
        <p:spPr>
          <a:xfrm flipH="1">
            <a:off x="2812482" y="1546633"/>
            <a:ext cx="165463" cy="221659"/>
          </a:xfrm>
          <a:prstGeom prst="line">
            <a:avLst/>
          </a:prstGeom>
          <a:ln w="19050"/>
        </p:spPr>
        <p:style>
          <a:lnRef idx="1">
            <a:schemeClr val="dk1"/>
          </a:lnRef>
          <a:fillRef idx="0">
            <a:schemeClr val="dk1"/>
          </a:fillRef>
          <a:effectRef idx="0">
            <a:schemeClr val="dk1"/>
          </a:effectRef>
          <a:fontRef idx="minor">
            <a:schemeClr val="tx1"/>
          </a:fontRef>
        </p:style>
      </p:cxnSp>
      <p:sp>
        <p:nvSpPr>
          <p:cNvPr id="104" name="テキスト ボックス 103">
            <a:extLst>
              <a:ext uri="{FF2B5EF4-FFF2-40B4-BE49-F238E27FC236}">
                <a16:creationId xmlns:a16="http://schemas.microsoft.com/office/drawing/2014/main" id="{3C8A59F5-2F82-7A28-B0BC-269140C3B690}"/>
              </a:ext>
            </a:extLst>
          </p:cNvPr>
          <p:cNvSpPr txBox="1"/>
          <p:nvPr/>
        </p:nvSpPr>
        <p:spPr>
          <a:xfrm>
            <a:off x="2613421" y="1323057"/>
            <a:ext cx="437981" cy="307777"/>
          </a:xfrm>
          <a:prstGeom prst="rect">
            <a:avLst/>
          </a:prstGeom>
          <a:noFill/>
        </p:spPr>
        <p:txBody>
          <a:bodyPr wrap="square" rtlCol="0">
            <a:spAutoFit/>
          </a:bodyPr>
          <a:lstStyle/>
          <a:p>
            <a:r>
              <a:rPr lang="en-US" altLang="ja-JP" sz="1400" dirty="0"/>
              <a:t>38</a:t>
            </a:r>
            <a:endParaRPr kumimoji="1" lang="en-US" altLang="ja-JP" sz="1400" dirty="0"/>
          </a:p>
        </p:txBody>
      </p:sp>
      <p:cxnSp>
        <p:nvCxnSpPr>
          <p:cNvPr id="105" name="直線コネクタ 104">
            <a:extLst>
              <a:ext uri="{FF2B5EF4-FFF2-40B4-BE49-F238E27FC236}">
                <a16:creationId xmlns:a16="http://schemas.microsoft.com/office/drawing/2014/main" id="{8061BED9-3804-6C41-C205-74A2CC08E8FF}"/>
              </a:ext>
            </a:extLst>
          </p:cNvPr>
          <p:cNvCxnSpPr/>
          <p:nvPr/>
        </p:nvCxnSpPr>
        <p:spPr>
          <a:xfrm flipH="1">
            <a:off x="6080746" y="5140734"/>
            <a:ext cx="165463" cy="221659"/>
          </a:xfrm>
          <a:prstGeom prst="line">
            <a:avLst/>
          </a:prstGeom>
          <a:ln w="19050"/>
        </p:spPr>
        <p:style>
          <a:lnRef idx="1">
            <a:schemeClr val="dk1"/>
          </a:lnRef>
          <a:fillRef idx="0">
            <a:schemeClr val="dk1"/>
          </a:fillRef>
          <a:effectRef idx="0">
            <a:schemeClr val="dk1"/>
          </a:effectRef>
          <a:fontRef idx="minor">
            <a:schemeClr val="tx1"/>
          </a:fontRef>
        </p:style>
      </p:cxnSp>
      <p:sp>
        <p:nvSpPr>
          <p:cNvPr id="106" name="テキスト ボックス 105">
            <a:extLst>
              <a:ext uri="{FF2B5EF4-FFF2-40B4-BE49-F238E27FC236}">
                <a16:creationId xmlns:a16="http://schemas.microsoft.com/office/drawing/2014/main" id="{D694CD9E-84E8-EF14-E5F9-900DDB9EB35C}"/>
              </a:ext>
            </a:extLst>
          </p:cNvPr>
          <p:cNvSpPr txBox="1"/>
          <p:nvPr/>
        </p:nvSpPr>
        <p:spPr>
          <a:xfrm>
            <a:off x="5881685" y="4917158"/>
            <a:ext cx="437981" cy="307777"/>
          </a:xfrm>
          <a:prstGeom prst="rect">
            <a:avLst/>
          </a:prstGeom>
          <a:noFill/>
        </p:spPr>
        <p:txBody>
          <a:bodyPr wrap="square" rtlCol="0">
            <a:spAutoFit/>
          </a:bodyPr>
          <a:lstStyle/>
          <a:p>
            <a:r>
              <a:rPr lang="en-US" altLang="ja-JP" sz="1400" dirty="0"/>
              <a:t>38</a:t>
            </a:r>
            <a:endParaRPr kumimoji="1" lang="en-US" altLang="ja-JP" sz="1400" dirty="0"/>
          </a:p>
        </p:txBody>
      </p:sp>
      <p:cxnSp>
        <p:nvCxnSpPr>
          <p:cNvPr id="107" name="直線コネクタ 106">
            <a:extLst>
              <a:ext uri="{FF2B5EF4-FFF2-40B4-BE49-F238E27FC236}">
                <a16:creationId xmlns:a16="http://schemas.microsoft.com/office/drawing/2014/main" id="{EF27C148-3024-50F3-7280-FC3C9DED761D}"/>
              </a:ext>
            </a:extLst>
          </p:cNvPr>
          <p:cNvCxnSpPr/>
          <p:nvPr/>
        </p:nvCxnSpPr>
        <p:spPr>
          <a:xfrm flipH="1">
            <a:off x="6080746" y="3902474"/>
            <a:ext cx="165463" cy="221659"/>
          </a:xfrm>
          <a:prstGeom prst="line">
            <a:avLst/>
          </a:prstGeom>
          <a:ln w="19050"/>
        </p:spPr>
        <p:style>
          <a:lnRef idx="1">
            <a:schemeClr val="dk1"/>
          </a:lnRef>
          <a:fillRef idx="0">
            <a:schemeClr val="dk1"/>
          </a:fillRef>
          <a:effectRef idx="0">
            <a:schemeClr val="dk1"/>
          </a:effectRef>
          <a:fontRef idx="minor">
            <a:schemeClr val="tx1"/>
          </a:fontRef>
        </p:style>
      </p:cxnSp>
      <p:sp>
        <p:nvSpPr>
          <p:cNvPr id="108" name="テキスト ボックス 107">
            <a:extLst>
              <a:ext uri="{FF2B5EF4-FFF2-40B4-BE49-F238E27FC236}">
                <a16:creationId xmlns:a16="http://schemas.microsoft.com/office/drawing/2014/main" id="{02D57B36-A5EA-74EF-62C9-7334F01D8828}"/>
              </a:ext>
            </a:extLst>
          </p:cNvPr>
          <p:cNvSpPr txBox="1"/>
          <p:nvPr/>
        </p:nvSpPr>
        <p:spPr>
          <a:xfrm>
            <a:off x="5881685" y="3678898"/>
            <a:ext cx="437981" cy="307777"/>
          </a:xfrm>
          <a:prstGeom prst="rect">
            <a:avLst/>
          </a:prstGeom>
          <a:noFill/>
        </p:spPr>
        <p:txBody>
          <a:bodyPr wrap="square" rtlCol="0">
            <a:spAutoFit/>
          </a:bodyPr>
          <a:lstStyle/>
          <a:p>
            <a:r>
              <a:rPr lang="en-US" altLang="ja-JP" sz="1400" dirty="0"/>
              <a:t>38</a:t>
            </a:r>
            <a:endParaRPr kumimoji="1" lang="en-US" altLang="ja-JP" sz="1400" dirty="0"/>
          </a:p>
        </p:txBody>
      </p:sp>
      <p:cxnSp>
        <p:nvCxnSpPr>
          <p:cNvPr id="109" name="直線コネクタ 108">
            <a:extLst>
              <a:ext uri="{FF2B5EF4-FFF2-40B4-BE49-F238E27FC236}">
                <a16:creationId xmlns:a16="http://schemas.microsoft.com/office/drawing/2014/main" id="{F0A0237C-4799-B700-7CCC-3AA80633CB5D}"/>
              </a:ext>
            </a:extLst>
          </p:cNvPr>
          <p:cNvCxnSpPr/>
          <p:nvPr/>
        </p:nvCxnSpPr>
        <p:spPr>
          <a:xfrm flipH="1">
            <a:off x="6098313" y="2662221"/>
            <a:ext cx="165463" cy="221659"/>
          </a:xfrm>
          <a:prstGeom prst="line">
            <a:avLst/>
          </a:prstGeom>
          <a:ln w="19050"/>
        </p:spPr>
        <p:style>
          <a:lnRef idx="1">
            <a:schemeClr val="dk1"/>
          </a:lnRef>
          <a:fillRef idx="0">
            <a:schemeClr val="dk1"/>
          </a:fillRef>
          <a:effectRef idx="0">
            <a:schemeClr val="dk1"/>
          </a:effectRef>
          <a:fontRef idx="minor">
            <a:schemeClr val="tx1"/>
          </a:fontRef>
        </p:style>
      </p:cxnSp>
      <p:sp>
        <p:nvSpPr>
          <p:cNvPr id="110" name="テキスト ボックス 109">
            <a:extLst>
              <a:ext uri="{FF2B5EF4-FFF2-40B4-BE49-F238E27FC236}">
                <a16:creationId xmlns:a16="http://schemas.microsoft.com/office/drawing/2014/main" id="{C53E3CB2-49C3-F572-7CF9-DB889C6C98BC}"/>
              </a:ext>
            </a:extLst>
          </p:cNvPr>
          <p:cNvSpPr txBox="1"/>
          <p:nvPr/>
        </p:nvSpPr>
        <p:spPr>
          <a:xfrm>
            <a:off x="5899252" y="2438645"/>
            <a:ext cx="437981" cy="307777"/>
          </a:xfrm>
          <a:prstGeom prst="rect">
            <a:avLst/>
          </a:prstGeom>
          <a:noFill/>
        </p:spPr>
        <p:txBody>
          <a:bodyPr wrap="square" rtlCol="0">
            <a:spAutoFit/>
          </a:bodyPr>
          <a:lstStyle/>
          <a:p>
            <a:r>
              <a:rPr lang="en-US" altLang="ja-JP" sz="1400" dirty="0"/>
              <a:t>38</a:t>
            </a:r>
            <a:endParaRPr kumimoji="1" lang="en-US" altLang="ja-JP" sz="1400" dirty="0"/>
          </a:p>
        </p:txBody>
      </p:sp>
      <p:cxnSp>
        <p:nvCxnSpPr>
          <p:cNvPr id="111" name="直線コネクタ 110">
            <a:extLst>
              <a:ext uri="{FF2B5EF4-FFF2-40B4-BE49-F238E27FC236}">
                <a16:creationId xmlns:a16="http://schemas.microsoft.com/office/drawing/2014/main" id="{D4371F57-5302-139F-678D-45264F235E4D}"/>
              </a:ext>
            </a:extLst>
          </p:cNvPr>
          <p:cNvCxnSpPr/>
          <p:nvPr/>
        </p:nvCxnSpPr>
        <p:spPr>
          <a:xfrm flipH="1">
            <a:off x="6126488" y="1525032"/>
            <a:ext cx="165463" cy="221659"/>
          </a:xfrm>
          <a:prstGeom prst="line">
            <a:avLst/>
          </a:prstGeom>
          <a:ln w="19050"/>
        </p:spPr>
        <p:style>
          <a:lnRef idx="1">
            <a:schemeClr val="dk1"/>
          </a:lnRef>
          <a:fillRef idx="0">
            <a:schemeClr val="dk1"/>
          </a:fillRef>
          <a:effectRef idx="0">
            <a:schemeClr val="dk1"/>
          </a:effectRef>
          <a:fontRef idx="minor">
            <a:schemeClr val="tx1"/>
          </a:fontRef>
        </p:style>
      </p:cxnSp>
      <p:sp>
        <p:nvSpPr>
          <p:cNvPr id="112" name="テキスト ボックス 111">
            <a:extLst>
              <a:ext uri="{FF2B5EF4-FFF2-40B4-BE49-F238E27FC236}">
                <a16:creationId xmlns:a16="http://schemas.microsoft.com/office/drawing/2014/main" id="{DB4A2771-83F4-B48C-E19B-BFA1937F16C2}"/>
              </a:ext>
            </a:extLst>
          </p:cNvPr>
          <p:cNvSpPr txBox="1"/>
          <p:nvPr/>
        </p:nvSpPr>
        <p:spPr>
          <a:xfrm>
            <a:off x="5927427" y="1301456"/>
            <a:ext cx="437981" cy="307777"/>
          </a:xfrm>
          <a:prstGeom prst="rect">
            <a:avLst/>
          </a:prstGeom>
          <a:noFill/>
        </p:spPr>
        <p:txBody>
          <a:bodyPr wrap="square" rtlCol="0">
            <a:spAutoFit/>
          </a:bodyPr>
          <a:lstStyle/>
          <a:p>
            <a:r>
              <a:rPr lang="en-US" altLang="ja-JP" sz="1400" dirty="0"/>
              <a:t>38</a:t>
            </a:r>
            <a:endParaRPr kumimoji="1" lang="en-US" altLang="ja-JP" sz="1400" dirty="0"/>
          </a:p>
        </p:txBody>
      </p:sp>
      <p:cxnSp>
        <p:nvCxnSpPr>
          <p:cNvPr id="113" name="直線コネクタ 112">
            <a:extLst>
              <a:ext uri="{FF2B5EF4-FFF2-40B4-BE49-F238E27FC236}">
                <a16:creationId xmlns:a16="http://schemas.microsoft.com/office/drawing/2014/main" id="{81F2395E-CFEA-7B82-BA8F-29B7C943761E}"/>
              </a:ext>
            </a:extLst>
          </p:cNvPr>
          <p:cNvCxnSpPr/>
          <p:nvPr/>
        </p:nvCxnSpPr>
        <p:spPr>
          <a:xfrm flipH="1">
            <a:off x="8551177" y="2098679"/>
            <a:ext cx="165463" cy="221659"/>
          </a:xfrm>
          <a:prstGeom prst="line">
            <a:avLst/>
          </a:prstGeom>
          <a:ln w="19050"/>
        </p:spPr>
        <p:style>
          <a:lnRef idx="1">
            <a:schemeClr val="dk1"/>
          </a:lnRef>
          <a:fillRef idx="0">
            <a:schemeClr val="dk1"/>
          </a:fillRef>
          <a:effectRef idx="0">
            <a:schemeClr val="dk1"/>
          </a:effectRef>
          <a:fontRef idx="minor">
            <a:schemeClr val="tx1"/>
          </a:fontRef>
        </p:style>
      </p:cxnSp>
      <p:sp>
        <p:nvSpPr>
          <p:cNvPr id="114" name="テキスト ボックス 113">
            <a:extLst>
              <a:ext uri="{FF2B5EF4-FFF2-40B4-BE49-F238E27FC236}">
                <a16:creationId xmlns:a16="http://schemas.microsoft.com/office/drawing/2014/main" id="{E27AF9FF-DC10-949E-FD42-5AB5EFFF2F45}"/>
              </a:ext>
            </a:extLst>
          </p:cNvPr>
          <p:cNvSpPr txBox="1"/>
          <p:nvPr/>
        </p:nvSpPr>
        <p:spPr>
          <a:xfrm>
            <a:off x="8352116" y="1875103"/>
            <a:ext cx="437981" cy="307777"/>
          </a:xfrm>
          <a:prstGeom prst="rect">
            <a:avLst/>
          </a:prstGeom>
          <a:noFill/>
        </p:spPr>
        <p:txBody>
          <a:bodyPr wrap="square" rtlCol="0">
            <a:spAutoFit/>
          </a:bodyPr>
          <a:lstStyle/>
          <a:p>
            <a:r>
              <a:rPr lang="en-US" altLang="ja-JP" sz="1400" dirty="0"/>
              <a:t>38</a:t>
            </a:r>
            <a:endParaRPr kumimoji="1" lang="en-US" altLang="ja-JP" sz="1400" dirty="0"/>
          </a:p>
        </p:txBody>
      </p:sp>
      <p:cxnSp>
        <p:nvCxnSpPr>
          <p:cNvPr id="115" name="直線コネクタ 114">
            <a:extLst>
              <a:ext uri="{FF2B5EF4-FFF2-40B4-BE49-F238E27FC236}">
                <a16:creationId xmlns:a16="http://schemas.microsoft.com/office/drawing/2014/main" id="{D6DE968A-1D0D-1CEB-3E8E-A12DF90179DC}"/>
              </a:ext>
            </a:extLst>
          </p:cNvPr>
          <p:cNvCxnSpPr/>
          <p:nvPr/>
        </p:nvCxnSpPr>
        <p:spPr>
          <a:xfrm flipH="1">
            <a:off x="8551177" y="4559873"/>
            <a:ext cx="165463" cy="221659"/>
          </a:xfrm>
          <a:prstGeom prst="line">
            <a:avLst/>
          </a:prstGeom>
          <a:ln w="19050"/>
        </p:spPr>
        <p:style>
          <a:lnRef idx="1">
            <a:schemeClr val="dk1"/>
          </a:lnRef>
          <a:fillRef idx="0">
            <a:schemeClr val="dk1"/>
          </a:fillRef>
          <a:effectRef idx="0">
            <a:schemeClr val="dk1"/>
          </a:effectRef>
          <a:fontRef idx="minor">
            <a:schemeClr val="tx1"/>
          </a:fontRef>
        </p:style>
      </p:cxnSp>
      <p:sp>
        <p:nvSpPr>
          <p:cNvPr id="116" name="テキスト ボックス 115">
            <a:extLst>
              <a:ext uri="{FF2B5EF4-FFF2-40B4-BE49-F238E27FC236}">
                <a16:creationId xmlns:a16="http://schemas.microsoft.com/office/drawing/2014/main" id="{E3578326-B608-183F-FF37-602B7AEA9546}"/>
              </a:ext>
            </a:extLst>
          </p:cNvPr>
          <p:cNvSpPr txBox="1"/>
          <p:nvPr/>
        </p:nvSpPr>
        <p:spPr>
          <a:xfrm>
            <a:off x="8352116" y="4336297"/>
            <a:ext cx="437981" cy="307777"/>
          </a:xfrm>
          <a:prstGeom prst="rect">
            <a:avLst/>
          </a:prstGeom>
          <a:noFill/>
        </p:spPr>
        <p:txBody>
          <a:bodyPr wrap="square" rtlCol="0">
            <a:spAutoFit/>
          </a:bodyPr>
          <a:lstStyle/>
          <a:p>
            <a:r>
              <a:rPr lang="en-US" altLang="ja-JP" sz="1400" dirty="0"/>
              <a:t>38</a:t>
            </a:r>
            <a:endParaRPr kumimoji="1" lang="en-US" altLang="ja-JP" sz="1400" dirty="0"/>
          </a:p>
        </p:txBody>
      </p:sp>
      <p:sp>
        <p:nvSpPr>
          <p:cNvPr id="117" name="テキスト ボックス 116">
            <a:extLst>
              <a:ext uri="{FF2B5EF4-FFF2-40B4-BE49-F238E27FC236}">
                <a16:creationId xmlns:a16="http://schemas.microsoft.com/office/drawing/2014/main" id="{6BBCF061-1D3C-4B98-8DAE-E3E5EE449F7D}"/>
              </a:ext>
            </a:extLst>
          </p:cNvPr>
          <p:cNvSpPr txBox="1"/>
          <p:nvPr/>
        </p:nvSpPr>
        <p:spPr>
          <a:xfrm>
            <a:off x="10144250" y="4490185"/>
            <a:ext cx="1900632" cy="307777"/>
          </a:xfrm>
          <a:prstGeom prst="rect">
            <a:avLst/>
          </a:prstGeom>
          <a:noFill/>
        </p:spPr>
        <p:txBody>
          <a:bodyPr wrap="square" rtlCol="0">
            <a:spAutoFit/>
          </a:bodyPr>
          <a:lstStyle/>
          <a:p>
            <a:r>
              <a:rPr lang="en-US" altLang="ja-JP" sz="1400" dirty="0"/>
              <a:t>PACKET_OUT2</a:t>
            </a:r>
            <a:endParaRPr kumimoji="1" lang="en-US" altLang="ja-JP" sz="1400" dirty="0"/>
          </a:p>
        </p:txBody>
      </p:sp>
      <p:sp>
        <p:nvSpPr>
          <p:cNvPr id="118" name="テキスト ボックス 117">
            <a:extLst>
              <a:ext uri="{FF2B5EF4-FFF2-40B4-BE49-F238E27FC236}">
                <a16:creationId xmlns:a16="http://schemas.microsoft.com/office/drawing/2014/main" id="{A5E38C09-70A4-8206-3983-131C41A0F2B6}"/>
              </a:ext>
            </a:extLst>
          </p:cNvPr>
          <p:cNvSpPr txBox="1"/>
          <p:nvPr/>
        </p:nvSpPr>
        <p:spPr>
          <a:xfrm>
            <a:off x="10026949" y="2055619"/>
            <a:ext cx="1900632" cy="307777"/>
          </a:xfrm>
          <a:prstGeom prst="rect">
            <a:avLst/>
          </a:prstGeom>
          <a:noFill/>
        </p:spPr>
        <p:txBody>
          <a:bodyPr wrap="square" rtlCol="0">
            <a:spAutoFit/>
          </a:bodyPr>
          <a:lstStyle/>
          <a:p>
            <a:r>
              <a:rPr lang="en-US" altLang="ja-JP" sz="1400" dirty="0"/>
              <a:t>PACKET_OUT1</a:t>
            </a:r>
            <a:endParaRPr kumimoji="1" lang="en-US" altLang="ja-JP" sz="1400" dirty="0"/>
          </a:p>
        </p:txBody>
      </p:sp>
      <p:sp>
        <p:nvSpPr>
          <p:cNvPr id="3" name="日付プレースホルダー 2">
            <a:extLst>
              <a:ext uri="{FF2B5EF4-FFF2-40B4-BE49-F238E27FC236}">
                <a16:creationId xmlns:a16="http://schemas.microsoft.com/office/drawing/2014/main" id="{61DFDC30-8D42-D20F-B912-DCE54C0F6074}"/>
              </a:ext>
            </a:extLst>
          </p:cNvPr>
          <p:cNvSpPr>
            <a:spLocks noGrp="1"/>
          </p:cNvSpPr>
          <p:nvPr>
            <p:ph type="dt" sz="half" idx="10"/>
          </p:nvPr>
        </p:nvSpPr>
        <p:spPr>
          <a:xfrm>
            <a:off x="838200" y="6356350"/>
            <a:ext cx="2743200" cy="365125"/>
          </a:xfrm>
        </p:spPr>
        <p:txBody>
          <a:bodyPr/>
          <a:lstStyle/>
          <a:p>
            <a:fld id="{2FC12739-E7CD-4764-8FC6-EACD2EE96C0F}" type="datetime1">
              <a:rPr kumimoji="1" lang="ja-JP" altLang="en-US" smtClean="0"/>
              <a:t>2026/9/15</a:t>
            </a:fld>
            <a:endParaRPr kumimoji="1" lang="ja-JP" altLang="en-US"/>
          </a:p>
        </p:txBody>
      </p:sp>
      <p:sp>
        <p:nvSpPr>
          <p:cNvPr id="4" name="フッター プレースホルダー 3">
            <a:extLst>
              <a:ext uri="{FF2B5EF4-FFF2-40B4-BE49-F238E27FC236}">
                <a16:creationId xmlns:a16="http://schemas.microsoft.com/office/drawing/2014/main" id="{F7BD648F-7BCC-6721-5A7D-523E1BB80A24}"/>
              </a:ext>
            </a:extLst>
          </p:cNvPr>
          <p:cNvSpPr>
            <a:spLocks noGrp="1"/>
          </p:cNvSpPr>
          <p:nvPr>
            <p:ph type="ftr" sz="quarter" idx="11"/>
          </p:nvPr>
        </p:nvSpPr>
        <p:spPr>
          <a:xfrm>
            <a:off x="4038600" y="6356350"/>
            <a:ext cx="4114800" cy="365125"/>
          </a:xfrm>
        </p:spPr>
        <p:txBody>
          <a:bodyPr/>
          <a:lstStyle/>
          <a:p>
            <a:r>
              <a:rPr kumimoji="1" lang="en-US" altLang="ja-JP"/>
              <a:t>B4_Research</a:t>
            </a:r>
            <a:endParaRPr kumimoji="1" lang="ja-JP" altLang="en-US"/>
          </a:p>
        </p:txBody>
      </p:sp>
      <p:sp>
        <p:nvSpPr>
          <p:cNvPr id="5" name="スライド番号プレースホルダー 4">
            <a:extLst>
              <a:ext uri="{FF2B5EF4-FFF2-40B4-BE49-F238E27FC236}">
                <a16:creationId xmlns:a16="http://schemas.microsoft.com/office/drawing/2014/main" id="{28F428AD-1A96-3148-0647-A9E6F2B5E920}"/>
              </a:ext>
            </a:extLst>
          </p:cNvPr>
          <p:cNvSpPr>
            <a:spLocks noGrp="1"/>
          </p:cNvSpPr>
          <p:nvPr>
            <p:ph type="sldNum" sz="quarter" idx="12"/>
          </p:nvPr>
        </p:nvSpPr>
        <p:spPr>
          <a:xfrm>
            <a:off x="8610600" y="6356350"/>
            <a:ext cx="2743200" cy="365125"/>
          </a:xfrm>
        </p:spPr>
        <p:txBody>
          <a:bodyPr/>
          <a:lstStyle/>
          <a:p>
            <a:fld id="{273F27D2-06B6-4999-B31F-B875E94682A2}" type="slidenum">
              <a:rPr kumimoji="1" lang="ja-JP" altLang="en-US" smtClean="0"/>
              <a:t>62</a:t>
            </a:fld>
            <a:endParaRPr kumimoji="1" lang="ja-JP" altLang="en-US"/>
          </a:p>
        </p:txBody>
      </p:sp>
    </p:spTree>
    <p:extLst>
      <p:ext uri="{BB962C8B-B14F-4D97-AF65-F5344CB8AC3E}">
        <p14:creationId xmlns:p14="http://schemas.microsoft.com/office/powerpoint/2010/main" val="42293371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EAD1C4-B47F-B4B4-7444-09BC3484EE25}"/>
              </a:ext>
            </a:extLst>
          </p:cNvPr>
          <p:cNvSpPr>
            <a:spLocks noGrp="1"/>
          </p:cNvSpPr>
          <p:nvPr>
            <p:ph type="title"/>
          </p:nvPr>
        </p:nvSpPr>
        <p:spPr>
          <a:xfrm>
            <a:off x="838200" y="365125"/>
            <a:ext cx="10515600" cy="1325563"/>
          </a:xfrm>
          <a:prstGeom prst="rect">
            <a:avLst/>
          </a:prstGeom>
        </p:spPr>
        <p:txBody>
          <a:bodyPr/>
          <a:lstStyle/>
          <a:p>
            <a:r>
              <a:rPr lang="en-US" altLang="ja-JP" dirty="0"/>
              <a:t>MMCAM</a:t>
            </a:r>
            <a:endParaRPr kumimoji="1" lang="ja-JP" altLang="en-US" dirty="0"/>
          </a:p>
        </p:txBody>
      </p:sp>
      <p:grpSp>
        <p:nvGrpSpPr>
          <p:cNvPr id="4" name="グループ化 3">
            <a:extLst>
              <a:ext uri="{FF2B5EF4-FFF2-40B4-BE49-F238E27FC236}">
                <a16:creationId xmlns:a16="http://schemas.microsoft.com/office/drawing/2014/main" id="{884AEB5C-5CF3-6CB2-4313-7FA6D7E5BFDA}"/>
              </a:ext>
            </a:extLst>
          </p:cNvPr>
          <p:cNvGrpSpPr/>
          <p:nvPr/>
        </p:nvGrpSpPr>
        <p:grpSpPr>
          <a:xfrm>
            <a:off x="1597211" y="5251983"/>
            <a:ext cx="9756589" cy="878951"/>
            <a:chOff x="-2723164" y="2477859"/>
            <a:chExt cx="18415093" cy="1325563"/>
          </a:xfrm>
        </p:grpSpPr>
        <p:sp>
          <p:nvSpPr>
            <p:cNvPr id="5" name="正方形/長方形 4">
              <a:extLst>
                <a:ext uri="{FF2B5EF4-FFF2-40B4-BE49-F238E27FC236}">
                  <a16:creationId xmlns:a16="http://schemas.microsoft.com/office/drawing/2014/main" id="{D20AFC69-8095-AA6B-2B52-B8D5B7DCFAC4}"/>
                </a:ext>
              </a:extLst>
            </p:cNvPr>
            <p:cNvSpPr/>
            <p:nvPr/>
          </p:nvSpPr>
          <p:spPr>
            <a:xfrm>
              <a:off x="475859" y="2477859"/>
              <a:ext cx="785965" cy="1325563"/>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rPr>
                <a:t>DL</a:t>
              </a:r>
              <a:endParaRPr kumimoji="1" lang="ja-JP" altLang="en-US" dirty="0">
                <a:solidFill>
                  <a:schemeClr val="tx1"/>
                </a:solidFill>
              </a:endParaRPr>
            </a:p>
          </p:txBody>
        </p:sp>
        <p:cxnSp>
          <p:nvCxnSpPr>
            <p:cNvPr id="6" name="直線矢印コネクタ 5">
              <a:extLst>
                <a:ext uri="{FF2B5EF4-FFF2-40B4-BE49-F238E27FC236}">
                  <a16:creationId xmlns:a16="http://schemas.microsoft.com/office/drawing/2014/main" id="{2B2DF7BA-D8E9-E08E-288F-1887F12F3215}"/>
                </a:ext>
              </a:extLst>
            </p:cNvPr>
            <p:cNvCxnSpPr>
              <a:cxnSpLocks/>
              <a:stCxn id="21" idx="3"/>
              <a:endCxn id="5" idx="1"/>
            </p:cNvCxnSpPr>
            <p:nvPr/>
          </p:nvCxnSpPr>
          <p:spPr>
            <a:xfrm>
              <a:off x="-2723164" y="3127305"/>
              <a:ext cx="3199024" cy="1333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7" name="直線矢印コネクタ 6">
              <a:extLst>
                <a:ext uri="{FF2B5EF4-FFF2-40B4-BE49-F238E27FC236}">
                  <a16:creationId xmlns:a16="http://schemas.microsoft.com/office/drawing/2014/main" id="{7094FF27-86C0-186F-6984-9DB684B356D6}"/>
                </a:ext>
              </a:extLst>
            </p:cNvPr>
            <p:cNvCxnSpPr>
              <a:cxnSpLocks/>
              <a:stCxn id="5" idx="3"/>
            </p:cNvCxnSpPr>
            <p:nvPr/>
          </p:nvCxnSpPr>
          <p:spPr>
            <a:xfrm flipV="1">
              <a:off x="1261824" y="3060307"/>
              <a:ext cx="14430105" cy="8033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sp>
        <p:nvSpPr>
          <p:cNvPr id="8" name="フローチャート: 結合子 7">
            <a:extLst>
              <a:ext uri="{FF2B5EF4-FFF2-40B4-BE49-F238E27FC236}">
                <a16:creationId xmlns:a16="http://schemas.microsoft.com/office/drawing/2014/main" id="{EB7647CF-3ADA-013D-C588-3BD563B37A5B}"/>
              </a:ext>
            </a:extLst>
          </p:cNvPr>
          <p:cNvSpPr/>
          <p:nvPr/>
        </p:nvSpPr>
        <p:spPr>
          <a:xfrm>
            <a:off x="2734181" y="6330992"/>
            <a:ext cx="557920" cy="527008"/>
          </a:xfrm>
          <a:prstGeom prst="flowChartConnector">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solidFill>
                  <a:schemeClr val="tx1"/>
                </a:solidFill>
              </a:rPr>
              <a:t>C</a:t>
            </a:r>
            <a:endParaRPr kumimoji="1" lang="ja-JP" altLang="en-US" sz="1600" dirty="0">
              <a:solidFill>
                <a:schemeClr val="tx1"/>
              </a:solidFill>
            </a:endParaRPr>
          </a:p>
        </p:txBody>
      </p:sp>
      <p:sp>
        <p:nvSpPr>
          <p:cNvPr id="21" name="テキスト ボックス 20">
            <a:extLst>
              <a:ext uri="{FF2B5EF4-FFF2-40B4-BE49-F238E27FC236}">
                <a16:creationId xmlns:a16="http://schemas.microsoft.com/office/drawing/2014/main" id="{DCDD4968-B61F-B720-DE0E-684E1FB83255}"/>
              </a:ext>
            </a:extLst>
          </p:cNvPr>
          <p:cNvSpPr txBox="1"/>
          <p:nvPr/>
        </p:nvSpPr>
        <p:spPr>
          <a:xfrm>
            <a:off x="351885" y="5421006"/>
            <a:ext cx="1245326" cy="523220"/>
          </a:xfrm>
          <a:prstGeom prst="rect">
            <a:avLst/>
          </a:prstGeom>
          <a:noFill/>
        </p:spPr>
        <p:txBody>
          <a:bodyPr wrap="square" rtlCol="0">
            <a:spAutoFit/>
          </a:bodyPr>
          <a:lstStyle/>
          <a:p>
            <a:r>
              <a:rPr kumimoji="1" lang="en-US" altLang="ja-JP" sz="1400" dirty="0"/>
              <a:t>PACKET_IN_INTERNAL2</a:t>
            </a:r>
            <a:endParaRPr kumimoji="1" lang="ja-JP" altLang="en-US" sz="1400" dirty="0"/>
          </a:p>
        </p:txBody>
      </p:sp>
      <p:cxnSp>
        <p:nvCxnSpPr>
          <p:cNvPr id="27" name="コネクタ: カギ線 26">
            <a:extLst>
              <a:ext uri="{FF2B5EF4-FFF2-40B4-BE49-F238E27FC236}">
                <a16:creationId xmlns:a16="http://schemas.microsoft.com/office/drawing/2014/main" id="{5A1A13D6-48D8-C491-A7E6-3CEAC323099C}"/>
              </a:ext>
            </a:extLst>
          </p:cNvPr>
          <p:cNvCxnSpPr>
            <a:cxnSpLocks/>
            <a:stCxn id="8" idx="0"/>
            <a:endCxn id="5" idx="2"/>
          </p:cNvCxnSpPr>
          <p:nvPr/>
        </p:nvCxnSpPr>
        <p:spPr>
          <a:xfrm rot="5400000" flipH="1" flipV="1">
            <a:off x="3156696" y="5987379"/>
            <a:ext cx="200058" cy="487168"/>
          </a:xfrm>
          <a:prstGeom prst="bentConnector3">
            <a:avLst/>
          </a:prstGeom>
          <a:ln w="19050">
            <a:tailEnd type="triangle"/>
          </a:ln>
        </p:spPr>
        <p:style>
          <a:lnRef idx="1">
            <a:schemeClr val="dk1"/>
          </a:lnRef>
          <a:fillRef idx="0">
            <a:schemeClr val="dk1"/>
          </a:fillRef>
          <a:effectRef idx="0">
            <a:schemeClr val="dk1"/>
          </a:effectRef>
          <a:fontRef idx="minor">
            <a:schemeClr val="tx1"/>
          </a:fontRef>
        </p:style>
      </p:cxnSp>
      <p:cxnSp>
        <p:nvCxnSpPr>
          <p:cNvPr id="34" name="直線コネクタ 33">
            <a:extLst>
              <a:ext uri="{FF2B5EF4-FFF2-40B4-BE49-F238E27FC236}">
                <a16:creationId xmlns:a16="http://schemas.microsoft.com/office/drawing/2014/main" id="{421619BC-F162-C821-48FD-C6C8A1CC0916}"/>
              </a:ext>
            </a:extLst>
          </p:cNvPr>
          <p:cNvCxnSpPr/>
          <p:nvPr/>
        </p:nvCxnSpPr>
        <p:spPr>
          <a:xfrm flipH="1">
            <a:off x="4061469" y="5996830"/>
            <a:ext cx="165463" cy="221659"/>
          </a:xfrm>
          <a:prstGeom prst="line">
            <a:avLst/>
          </a:prstGeom>
          <a:ln w="19050"/>
        </p:spPr>
        <p:style>
          <a:lnRef idx="1">
            <a:schemeClr val="dk1"/>
          </a:lnRef>
          <a:fillRef idx="0">
            <a:schemeClr val="dk1"/>
          </a:fillRef>
          <a:effectRef idx="0">
            <a:schemeClr val="dk1"/>
          </a:effectRef>
          <a:fontRef idx="minor">
            <a:schemeClr val="tx1"/>
          </a:fontRef>
        </p:style>
      </p:cxnSp>
      <p:sp>
        <p:nvSpPr>
          <p:cNvPr id="35" name="テキスト ボックス 34">
            <a:extLst>
              <a:ext uri="{FF2B5EF4-FFF2-40B4-BE49-F238E27FC236}">
                <a16:creationId xmlns:a16="http://schemas.microsoft.com/office/drawing/2014/main" id="{B856754B-2A00-DC97-E167-A14EDA05CF35}"/>
              </a:ext>
            </a:extLst>
          </p:cNvPr>
          <p:cNvSpPr txBox="1"/>
          <p:nvPr/>
        </p:nvSpPr>
        <p:spPr>
          <a:xfrm flipH="1">
            <a:off x="4012509" y="5730439"/>
            <a:ext cx="45719" cy="307777"/>
          </a:xfrm>
          <a:prstGeom prst="rect">
            <a:avLst/>
          </a:prstGeom>
          <a:noFill/>
        </p:spPr>
        <p:txBody>
          <a:bodyPr wrap="square" rtlCol="0">
            <a:spAutoFit/>
          </a:bodyPr>
          <a:lstStyle/>
          <a:p>
            <a:r>
              <a:rPr kumimoji="1" lang="en-US" altLang="ja-JP" sz="1400" dirty="0"/>
              <a:t>1</a:t>
            </a:r>
          </a:p>
        </p:txBody>
      </p:sp>
      <p:sp>
        <p:nvSpPr>
          <p:cNvPr id="37" name="テキスト ボックス 36">
            <a:extLst>
              <a:ext uri="{FF2B5EF4-FFF2-40B4-BE49-F238E27FC236}">
                <a16:creationId xmlns:a16="http://schemas.microsoft.com/office/drawing/2014/main" id="{3A6CD36E-498D-B7B3-B872-BB241A768C98}"/>
              </a:ext>
            </a:extLst>
          </p:cNvPr>
          <p:cNvSpPr txBox="1"/>
          <p:nvPr/>
        </p:nvSpPr>
        <p:spPr>
          <a:xfrm>
            <a:off x="3970243" y="6177103"/>
            <a:ext cx="1900632" cy="307777"/>
          </a:xfrm>
          <a:prstGeom prst="rect">
            <a:avLst/>
          </a:prstGeom>
          <a:noFill/>
        </p:spPr>
        <p:txBody>
          <a:bodyPr wrap="square" rtlCol="0">
            <a:spAutoFit/>
          </a:bodyPr>
          <a:lstStyle/>
          <a:p>
            <a:r>
              <a:rPr kumimoji="1" lang="en-US" altLang="ja-JP" sz="1400" dirty="0"/>
              <a:t>CP_INTERNAL</a:t>
            </a:r>
          </a:p>
        </p:txBody>
      </p:sp>
      <p:cxnSp>
        <p:nvCxnSpPr>
          <p:cNvPr id="44" name="直線コネクタ 43">
            <a:extLst>
              <a:ext uri="{FF2B5EF4-FFF2-40B4-BE49-F238E27FC236}">
                <a16:creationId xmlns:a16="http://schemas.microsoft.com/office/drawing/2014/main" id="{33A79710-F3B1-0B37-DB56-11122E9D9654}"/>
              </a:ext>
            </a:extLst>
          </p:cNvPr>
          <p:cNvCxnSpPr/>
          <p:nvPr/>
        </p:nvCxnSpPr>
        <p:spPr>
          <a:xfrm flipH="1">
            <a:off x="2289522" y="5621772"/>
            <a:ext cx="165463" cy="221659"/>
          </a:xfrm>
          <a:prstGeom prst="line">
            <a:avLst/>
          </a:prstGeom>
          <a:ln w="19050"/>
        </p:spPr>
        <p:style>
          <a:lnRef idx="1">
            <a:schemeClr val="dk1"/>
          </a:lnRef>
          <a:fillRef idx="0">
            <a:schemeClr val="dk1"/>
          </a:fillRef>
          <a:effectRef idx="0">
            <a:schemeClr val="dk1"/>
          </a:effectRef>
          <a:fontRef idx="minor">
            <a:schemeClr val="tx1"/>
          </a:fontRef>
        </p:style>
      </p:cxnSp>
      <p:sp>
        <p:nvSpPr>
          <p:cNvPr id="45" name="テキスト ボックス 44">
            <a:extLst>
              <a:ext uri="{FF2B5EF4-FFF2-40B4-BE49-F238E27FC236}">
                <a16:creationId xmlns:a16="http://schemas.microsoft.com/office/drawing/2014/main" id="{1F8E0D42-E072-D6F0-A8B0-A8E9B85E6C19}"/>
              </a:ext>
            </a:extLst>
          </p:cNvPr>
          <p:cNvSpPr txBox="1"/>
          <p:nvPr/>
        </p:nvSpPr>
        <p:spPr>
          <a:xfrm>
            <a:off x="1813353" y="5383682"/>
            <a:ext cx="437981" cy="307777"/>
          </a:xfrm>
          <a:prstGeom prst="rect">
            <a:avLst/>
          </a:prstGeom>
          <a:noFill/>
        </p:spPr>
        <p:txBody>
          <a:bodyPr wrap="square" rtlCol="0">
            <a:spAutoFit/>
          </a:bodyPr>
          <a:lstStyle/>
          <a:p>
            <a:r>
              <a:rPr lang="en-US" altLang="ja-JP" sz="1400" dirty="0"/>
              <a:t>38</a:t>
            </a:r>
            <a:endParaRPr kumimoji="1" lang="en-US" altLang="ja-JP" sz="1400" dirty="0"/>
          </a:p>
        </p:txBody>
      </p:sp>
      <p:cxnSp>
        <p:nvCxnSpPr>
          <p:cNvPr id="52" name="直線コネクタ 51">
            <a:extLst>
              <a:ext uri="{FF2B5EF4-FFF2-40B4-BE49-F238E27FC236}">
                <a16:creationId xmlns:a16="http://schemas.microsoft.com/office/drawing/2014/main" id="{B3FA141C-38C1-CD6C-E9C3-14D4B6E6C890}"/>
              </a:ext>
            </a:extLst>
          </p:cNvPr>
          <p:cNvCxnSpPr/>
          <p:nvPr/>
        </p:nvCxnSpPr>
        <p:spPr>
          <a:xfrm flipH="1">
            <a:off x="10469867" y="5537571"/>
            <a:ext cx="165463" cy="221659"/>
          </a:xfrm>
          <a:prstGeom prst="line">
            <a:avLst/>
          </a:prstGeom>
          <a:ln w="19050"/>
        </p:spPr>
        <p:style>
          <a:lnRef idx="1">
            <a:schemeClr val="dk1"/>
          </a:lnRef>
          <a:fillRef idx="0">
            <a:schemeClr val="dk1"/>
          </a:fillRef>
          <a:effectRef idx="0">
            <a:schemeClr val="dk1"/>
          </a:effectRef>
          <a:fontRef idx="minor">
            <a:schemeClr val="tx1"/>
          </a:fontRef>
        </p:style>
      </p:cxnSp>
      <p:sp>
        <p:nvSpPr>
          <p:cNvPr id="53" name="テキスト ボックス 52">
            <a:extLst>
              <a:ext uri="{FF2B5EF4-FFF2-40B4-BE49-F238E27FC236}">
                <a16:creationId xmlns:a16="http://schemas.microsoft.com/office/drawing/2014/main" id="{33719AD7-5864-876E-FC42-38AA4CE478D8}"/>
              </a:ext>
            </a:extLst>
          </p:cNvPr>
          <p:cNvSpPr txBox="1"/>
          <p:nvPr/>
        </p:nvSpPr>
        <p:spPr>
          <a:xfrm>
            <a:off x="10270806" y="5313995"/>
            <a:ext cx="437981" cy="307777"/>
          </a:xfrm>
          <a:prstGeom prst="rect">
            <a:avLst/>
          </a:prstGeom>
          <a:noFill/>
        </p:spPr>
        <p:txBody>
          <a:bodyPr wrap="square" rtlCol="0">
            <a:spAutoFit/>
          </a:bodyPr>
          <a:lstStyle/>
          <a:p>
            <a:r>
              <a:rPr lang="en-US" altLang="ja-JP" sz="1400" dirty="0"/>
              <a:t>38</a:t>
            </a:r>
            <a:endParaRPr kumimoji="1" lang="en-US" altLang="ja-JP" sz="1400" dirty="0"/>
          </a:p>
        </p:txBody>
      </p:sp>
      <p:sp>
        <p:nvSpPr>
          <p:cNvPr id="76" name="正方形/長方形 75">
            <a:extLst>
              <a:ext uri="{FF2B5EF4-FFF2-40B4-BE49-F238E27FC236}">
                <a16:creationId xmlns:a16="http://schemas.microsoft.com/office/drawing/2014/main" id="{68BB01E3-6012-5C10-A288-614B6A54582A}"/>
              </a:ext>
            </a:extLst>
          </p:cNvPr>
          <p:cNvSpPr/>
          <p:nvPr/>
        </p:nvSpPr>
        <p:spPr>
          <a:xfrm>
            <a:off x="2889079" y="4529129"/>
            <a:ext cx="932649" cy="44352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rPr>
              <a:t>ENTRY</a:t>
            </a:r>
            <a:br>
              <a:rPr lang="en-US" altLang="ja-JP" sz="1200" dirty="0">
                <a:solidFill>
                  <a:schemeClr val="tx1"/>
                </a:solidFill>
              </a:rPr>
            </a:br>
            <a:r>
              <a:rPr lang="en-US" altLang="ja-JP" sz="1200" dirty="0">
                <a:solidFill>
                  <a:schemeClr val="tx1"/>
                </a:solidFill>
              </a:rPr>
              <a:t>0</a:t>
            </a:r>
            <a:endParaRPr kumimoji="1" lang="ja-JP" altLang="en-US" sz="1200" dirty="0">
              <a:solidFill>
                <a:schemeClr val="tx1"/>
              </a:solidFill>
            </a:endParaRPr>
          </a:p>
        </p:txBody>
      </p:sp>
      <p:sp>
        <p:nvSpPr>
          <p:cNvPr id="77" name="正方形/長方形 76">
            <a:extLst>
              <a:ext uri="{FF2B5EF4-FFF2-40B4-BE49-F238E27FC236}">
                <a16:creationId xmlns:a16="http://schemas.microsoft.com/office/drawing/2014/main" id="{5E65A8F5-92DA-E0E3-746D-C623C2316CF2}"/>
              </a:ext>
            </a:extLst>
          </p:cNvPr>
          <p:cNvSpPr/>
          <p:nvPr/>
        </p:nvSpPr>
        <p:spPr>
          <a:xfrm>
            <a:off x="2889079" y="3470680"/>
            <a:ext cx="932649" cy="443522"/>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rPr>
              <a:t>ENTRY</a:t>
            </a:r>
            <a:br>
              <a:rPr lang="en-US" altLang="ja-JP" sz="1200" dirty="0">
                <a:solidFill>
                  <a:schemeClr val="tx1"/>
                </a:solidFill>
              </a:rPr>
            </a:br>
            <a:r>
              <a:rPr lang="en-US" altLang="ja-JP" sz="1200" dirty="0">
                <a:solidFill>
                  <a:schemeClr val="tx1"/>
                </a:solidFill>
              </a:rPr>
              <a:t>n-1</a:t>
            </a:r>
            <a:endParaRPr kumimoji="1" lang="ja-JP" altLang="en-US" sz="1200" dirty="0">
              <a:solidFill>
                <a:schemeClr val="tx1"/>
              </a:solidFill>
            </a:endParaRPr>
          </a:p>
        </p:txBody>
      </p:sp>
      <p:grpSp>
        <p:nvGrpSpPr>
          <p:cNvPr id="83" name="グループ化 82">
            <a:extLst>
              <a:ext uri="{FF2B5EF4-FFF2-40B4-BE49-F238E27FC236}">
                <a16:creationId xmlns:a16="http://schemas.microsoft.com/office/drawing/2014/main" id="{B281D9F0-D4BC-3B48-C37B-BD92052135AA}"/>
              </a:ext>
            </a:extLst>
          </p:cNvPr>
          <p:cNvGrpSpPr/>
          <p:nvPr/>
        </p:nvGrpSpPr>
        <p:grpSpPr>
          <a:xfrm>
            <a:off x="3330984" y="4056358"/>
            <a:ext cx="48838" cy="297534"/>
            <a:chOff x="3342585" y="4011857"/>
            <a:chExt cx="48838" cy="297534"/>
          </a:xfrm>
        </p:grpSpPr>
        <p:sp>
          <p:nvSpPr>
            <p:cNvPr id="79" name="フローチャート: 結合子 78">
              <a:extLst>
                <a:ext uri="{FF2B5EF4-FFF2-40B4-BE49-F238E27FC236}">
                  <a16:creationId xmlns:a16="http://schemas.microsoft.com/office/drawing/2014/main" id="{19B8A89B-4087-8AE7-4262-8D038DEE313C}"/>
                </a:ext>
              </a:extLst>
            </p:cNvPr>
            <p:cNvSpPr/>
            <p:nvPr/>
          </p:nvSpPr>
          <p:spPr>
            <a:xfrm flipH="1" flipV="1">
              <a:off x="3342585" y="4011857"/>
              <a:ext cx="45719" cy="45719"/>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フローチャート: 結合子 79">
              <a:extLst>
                <a:ext uri="{FF2B5EF4-FFF2-40B4-BE49-F238E27FC236}">
                  <a16:creationId xmlns:a16="http://schemas.microsoft.com/office/drawing/2014/main" id="{314F4223-46C5-7A51-CD4A-7008A458A605}"/>
                </a:ext>
              </a:extLst>
            </p:cNvPr>
            <p:cNvSpPr/>
            <p:nvPr/>
          </p:nvSpPr>
          <p:spPr>
            <a:xfrm flipH="1" flipV="1">
              <a:off x="3342586" y="4139365"/>
              <a:ext cx="45719" cy="45719"/>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フローチャート: 結合子 80">
              <a:extLst>
                <a:ext uri="{FF2B5EF4-FFF2-40B4-BE49-F238E27FC236}">
                  <a16:creationId xmlns:a16="http://schemas.microsoft.com/office/drawing/2014/main" id="{B75F2CC2-9E2A-63F4-2538-5D5BBAC72A41}"/>
                </a:ext>
              </a:extLst>
            </p:cNvPr>
            <p:cNvSpPr/>
            <p:nvPr/>
          </p:nvSpPr>
          <p:spPr>
            <a:xfrm flipH="1" flipV="1">
              <a:off x="3345704" y="4263672"/>
              <a:ext cx="45719" cy="45719"/>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84" name="コネクタ: カギ線 83">
            <a:extLst>
              <a:ext uri="{FF2B5EF4-FFF2-40B4-BE49-F238E27FC236}">
                <a16:creationId xmlns:a16="http://schemas.microsoft.com/office/drawing/2014/main" id="{D7E5693C-CCFF-AB90-B8C3-BF544BB2D092}"/>
              </a:ext>
            </a:extLst>
          </p:cNvPr>
          <p:cNvCxnSpPr>
            <a:cxnSpLocks/>
            <a:stCxn id="8" idx="0"/>
            <a:endCxn id="76" idx="2"/>
          </p:cNvCxnSpPr>
          <p:nvPr/>
        </p:nvCxnSpPr>
        <p:spPr>
          <a:xfrm rot="5400000" flipH="1" flipV="1">
            <a:off x="2505102" y="5480691"/>
            <a:ext cx="1358341" cy="342263"/>
          </a:xfrm>
          <a:prstGeom prst="bentConnector3">
            <a:avLst>
              <a:gd name="adj1" fmla="val 88334"/>
            </a:avLst>
          </a:prstGeom>
          <a:ln w="19050">
            <a:tailEnd type="triangle"/>
          </a:ln>
        </p:spPr>
        <p:style>
          <a:lnRef idx="1">
            <a:schemeClr val="dk1"/>
          </a:lnRef>
          <a:fillRef idx="0">
            <a:schemeClr val="dk1"/>
          </a:fillRef>
          <a:effectRef idx="0">
            <a:schemeClr val="dk1"/>
          </a:effectRef>
          <a:fontRef idx="minor">
            <a:schemeClr val="tx1"/>
          </a:fontRef>
        </p:style>
      </p:cxnSp>
      <p:cxnSp>
        <p:nvCxnSpPr>
          <p:cNvPr id="88" name="コネクタ: カギ線 87">
            <a:extLst>
              <a:ext uri="{FF2B5EF4-FFF2-40B4-BE49-F238E27FC236}">
                <a16:creationId xmlns:a16="http://schemas.microsoft.com/office/drawing/2014/main" id="{0A3B36F7-58A3-FF93-9183-AEBB24C8AB9E}"/>
              </a:ext>
            </a:extLst>
          </p:cNvPr>
          <p:cNvCxnSpPr>
            <a:cxnSpLocks/>
            <a:stCxn id="8" idx="0"/>
            <a:endCxn id="77" idx="2"/>
          </p:cNvCxnSpPr>
          <p:nvPr/>
        </p:nvCxnSpPr>
        <p:spPr>
          <a:xfrm rot="5400000" flipH="1" flipV="1">
            <a:off x="1975877" y="4951466"/>
            <a:ext cx="2416790" cy="342263"/>
          </a:xfrm>
          <a:prstGeom prst="bentConnector3">
            <a:avLst>
              <a:gd name="adj1" fmla="val 94404"/>
            </a:avLst>
          </a:prstGeom>
          <a:ln w="19050">
            <a:tailEnd type="triangle"/>
          </a:ln>
        </p:spPr>
        <p:style>
          <a:lnRef idx="1">
            <a:schemeClr val="dk1"/>
          </a:lnRef>
          <a:fillRef idx="0">
            <a:schemeClr val="dk1"/>
          </a:fillRef>
          <a:effectRef idx="0">
            <a:schemeClr val="dk1"/>
          </a:effectRef>
          <a:fontRef idx="minor">
            <a:schemeClr val="tx1"/>
          </a:fontRef>
        </p:style>
      </p:cxnSp>
      <p:sp>
        <p:nvSpPr>
          <p:cNvPr id="3" name="日付プレースホルダー 2">
            <a:extLst>
              <a:ext uri="{FF2B5EF4-FFF2-40B4-BE49-F238E27FC236}">
                <a16:creationId xmlns:a16="http://schemas.microsoft.com/office/drawing/2014/main" id="{FB20D40C-FFF6-0BDA-1E23-9D4728D7E2DF}"/>
              </a:ext>
            </a:extLst>
          </p:cNvPr>
          <p:cNvSpPr>
            <a:spLocks noGrp="1"/>
          </p:cNvSpPr>
          <p:nvPr>
            <p:ph type="dt" sz="half" idx="10"/>
          </p:nvPr>
        </p:nvSpPr>
        <p:spPr>
          <a:xfrm>
            <a:off x="838200" y="6356350"/>
            <a:ext cx="2743200" cy="365125"/>
          </a:xfrm>
        </p:spPr>
        <p:txBody>
          <a:bodyPr/>
          <a:lstStyle/>
          <a:p>
            <a:fld id="{122E4C3E-339C-4DE6-85DB-7D483778FCB7}" type="datetime1">
              <a:rPr kumimoji="1" lang="ja-JP" altLang="en-US" smtClean="0"/>
              <a:t>2026/9/15</a:t>
            </a:fld>
            <a:endParaRPr kumimoji="1" lang="ja-JP" altLang="en-US"/>
          </a:p>
        </p:txBody>
      </p:sp>
      <p:sp>
        <p:nvSpPr>
          <p:cNvPr id="9" name="フッター プレースホルダー 8">
            <a:extLst>
              <a:ext uri="{FF2B5EF4-FFF2-40B4-BE49-F238E27FC236}">
                <a16:creationId xmlns:a16="http://schemas.microsoft.com/office/drawing/2014/main" id="{80A92DA5-F307-5668-2E8B-D4945C506BB5}"/>
              </a:ext>
            </a:extLst>
          </p:cNvPr>
          <p:cNvSpPr>
            <a:spLocks noGrp="1"/>
          </p:cNvSpPr>
          <p:nvPr>
            <p:ph type="ftr" sz="quarter" idx="11"/>
          </p:nvPr>
        </p:nvSpPr>
        <p:spPr>
          <a:xfrm>
            <a:off x="4038600" y="6356350"/>
            <a:ext cx="4114800" cy="365125"/>
          </a:xfrm>
        </p:spPr>
        <p:txBody>
          <a:bodyPr/>
          <a:lstStyle/>
          <a:p>
            <a:r>
              <a:rPr kumimoji="1" lang="en-US" altLang="ja-JP"/>
              <a:t>B4_Research</a:t>
            </a:r>
            <a:endParaRPr kumimoji="1" lang="ja-JP" altLang="en-US"/>
          </a:p>
        </p:txBody>
      </p:sp>
      <p:sp>
        <p:nvSpPr>
          <p:cNvPr id="10" name="スライド番号プレースホルダー 9">
            <a:extLst>
              <a:ext uri="{FF2B5EF4-FFF2-40B4-BE49-F238E27FC236}">
                <a16:creationId xmlns:a16="http://schemas.microsoft.com/office/drawing/2014/main" id="{900B62BD-F9B2-A62D-DE34-C07DE41096D6}"/>
              </a:ext>
            </a:extLst>
          </p:cNvPr>
          <p:cNvSpPr>
            <a:spLocks noGrp="1"/>
          </p:cNvSpPr>
          <p:nvPr>
            <p:ph type="sldNum" sz="quarter" idx="12"/>
          </p:nvPr>
        </p:nvSpPr>
        <p:spPr>
          <a:xfrm>
            <a:off x="8610600" y="6356350"/>
            <a:ext cx="2743200" cy="365125"/>
          </a:xfrm>
        </p:spPr>
        <p:txBody>
          <a:bodyPr/>
          <a:lstStyle/>
          <a:p>
            <a:fld id="{273F27D2-06B6-4999-B31F-B875E94682A2}" type="slidenum">
              <a:rPr kumimoji="1" lang="ja-JP" altLang="en-US" smtClean="0"/>
              <a:t>63</a:t>
            </a:fld>
            <a:endParaRPr kumimoji="1" lang="ja-JP" altLang="en-US"/>
          </a:p>
        </p:txBody>
      </p:sp>
    </p:spTree>
    <p:extLst>
      <p:ext uri="{BB962C8B-B14F-4D97-AF65-F5344CB8AC3E}">
        <p14:creationId xmlns:p14="http://schemas.microsoft.com/office/powerpoint/2010/main" val="16653177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C16913-B502-5E05-0017-CC8C60C0595E}"/>
              </a:ext>
            </a:extLst>
          </p:cNvPr>
          <p:cNvSpPr>
            <a:spLocks noGrp="1"/>
          </p:cNvSpPr>
          <p:nvPr>
            <p:ph type="title"/>
          </p:nvPr>
        </p:nvSpPr>
        <p:spPr>
          <a:xfrm>
            <a:off x="838200" y="365125"/>
            <a:ext cx="10515600" cy="1325563"/>
          </a:xfrm>
          <a:prstGeom prst="rect">
            <a:avLst/>
          </a:prstGeom>
        </p:spPr>
        <p:txBody>
          <a:bodyPr/>
          <a:lstStyle/>
          <a:p>
            <a:r>
              <a:rPr kumimoji="1" lang="ja-JP" altLang="en-US" dirty="0"/>
              <a:t>制御メカニズム</a:t>
            </a:r>
          </a:p>
        </p:txBody>
      </p:sp>
      <p:sp>
        <p:nvSpPr>
          <p:cNvPr id="3" name="コンテンツ プレースホルダー 2">
            <a:extLst>
              <a:ext uri="{FF2B5EF4-FFF2-40B4-BE49-F238E27FC236}">
                <a16:creationId xmlns:a16="http://schemas.microsoft.com/office/drawing/2014/main" id="{53BB5212-1900-6AC2-009F-9A603E101BA0}"/>
              </a:ext>
            </a:extLst>
          </p:cNvPr>
          <p:cNvSpPr>
            <a:spLocks noGrp="1"/>
          </p:cNvSpPr>
          <p:nvPr>
            <p:ph idx="4294967295"/>
          </p:nvPr>
        </p:nvSpPr>
        <p:spPr>
          <a:xfrm>
            <a:off x="838200" y="1825625"/>
            <a:ext cx="10515600" cy="4351338"/>
          </a:xfrm>
          <a:prstGeom prst="rect">
            <a:avLst/>
          </a:prstGeom>
        </p:spPr>
        <p:txBody>
          <a:bodyPr/>
          <a:lstStyle/>
          <a:p>
            <a:r>
              <a:rPr lang="ja-JP" altLang="en-US" dirty="0"/>
              <a:t>依存関係</a:t>
            </a:r>
            <a:endParaRPr lang="en-US" altLang="ja-JP" dirty="0"/>
          </a:p>
          <a:p>
            <a:pPr lvl="1"/>
            <a:r>
              <a:rPr lang="ja-JP" altLang="en-US" dirty="0"/>
              <a:t>アウト・オブ・オーダー</a:t>
            </a:r>
            <a:endParaRPr lang="en-US" altLang="ja-JP" dirty="0"/>
          </a:p>
          <a:p>
            <a:pPr lvl="2"/>
            <a:r>
              <a:rPr lang="ja-JP" altLang="en-US" dirty="0"/>
              <a:t>依存関係がある</a:t>
            </a:r>
            <a:r>
              <a:rPr lang="en-US" altLang="ja-JP" dirty="0"/>
              <a:t>:</a:t>
            </a:r>
            <a:r>
              <a:rPr lang="ja-JP" altLang="en-US" dirty="0"/>
              <a:t>実行をストップ</a:t>
            </a:r>
            <a:endParaRPr lang="en-US" altLang="ja-JP" dirty="0"/>
          </a:p>
          <a:p>
            <a:pPr lvl="2"/>
            <a:r>
              <a:rPr lang="ja-JP" altLang="en-US" dirty="0"/>
              <a:t>依存関係がない</a:t>
            </a:r>
            <a:r>
              <a:rPr lang="en-US" altLang="ja-JP" dirty="0"/>
              <a:t>:</a:t>
            </a:r>
            <a:r>
              <a:rPr lang="ja-JP" altLang="en-US" dirty="0"/>
              <a:t>先に実行</a:t>
            </a:r>
            <a:endParaRPr lang="en-US" altLang="ja-JP" dirty="0"/>
          </a:p>
          <a:p>
            <a:pPr lvl="1"/>
            <a:r>
              <a:rPr lang="ja-JP" altLang="en-US" dirty="0"/>
              <a:t>レジスタ・リネーミング</a:t>
            </a:r>
            <a:endParaRPr lang="en-US" altLang="ja-JP" dirty="0"/>
          </a:p>
          <a:p>
            <a:pPr lvl="2"/>
            <a:r>
              <a:rPr lang="en-US" altLang="ja-JP" dirty="0"/>
              <a:t>CUP</a:t>
            </a:r>
            <a:r>
              <a:rPr lang="ja-JP" altLang="en-US" dirty="0"/>
              <a:t>側でレジスタを変更</a:t>
            </a:r>
            <a:endParaRPr lang="en-US" altLang="ja-JP" dirty="0"/>
          </a:p>
          <a:p>
            <a:pPr lvl="1"/>
            <a:r>
              <a:rPr lang="ja-JP" altLang="en-US" dirty="0"/>
              <a:t>分岐予測</a:t>
            </a:r>
            <a:endParaRPr lang="en-US" altLang="ja-JP" dirty="0"/>
          </a:p>
          <a:p>
            <a:pPr lvl="2"/>
            <a:r>
              <a:rPr lang="ja-JP" altLang="en-US" dirty="0"/>
              <a:t>当たった場合</a:t>
            </a:r>
            <a:r>
              <a:rPr lang="en-US" altLang="ja-JP" dirty="0"/>
              <a:t>:</a:t>
            </a:r>
            <a:r>
              <a:rPr lang="ja-JP" altLang="en-US" dirty="0"/>
              <a:t>処理実行</a:t>
            </a:r>
            <a:endParaRPr lang="en-US" altLang="ja-JP" dirty="0"/>
          </a:p>
          <a:p>
            <a:pPr lvl="2"/>
            <a:r>
              <a:rPr lang="ja-JP" altLang="en-US" dirty="0"/>
              <a:t>外れた場合</a:t>
            </a:r>
            <a:r>
              <a:rPr lang="en-US" altLang="ja-JP" dirty="0"/>
              <a:t>:</a:t>
            </a:r>
            <a:r>
              <a:rPr lang="ja-JP" altLang="en-US" dirty="0"/>
              <a:t>処理結果を破棄して、やり直す</a:t>
            </a:r>
            <a:endParaRPr lang="en-US" altLang="ja-JP" dirty="0"/>
          </a:p>
          <a:p>
            <a:pPr lvl="1"/>
            <a:r>
              <a:rPr lang="ja-JP" altLang="en-US" dirty="0"/>
              <a:t>リタイアメント・ステージ</a:t>
            </a:r>
            <a:endParaRPr lang="en-US" altLang="ja-JP" dirty="0"/>
          </a:p>
          <a:p>
            <a:pPr lvl="2"/>
            <a:r>
              <a:rPr lang="ja-JP" altLang="en-US" dirty="0"/>
              <a:t>リオーダ・バッファにてプログラム通りに整理</a:t>
            </a:r>
            <a:endParaRPr lang="en-US" altLang="ja-JP" dirty="0"/>
          </a:p>
        </p:txBody>
      </p:sp>
      <p:pic>
        <p:nvPicPr>
          <p:cNvPr id="1028" name="Picture 4" descr="スーパースカラプロセッサーの命令実行時間を10％以上高速化 電子情報学専攻の五島准教授ら、ツインテール方式を新提案 (2007.7.27) |  News | 東京大学 大学院 情報理工学系研究科">
            <a:extLst>
              <a:ext uri="{FF2B5EF4-FFF2-40B4-BE49-F238E27FC236}">
                <a16:creationId xmlns:a16="http://schemas.microsoft.com/office/drawing/2014/main" id="{61D22144-91E2-DB8D-2E57-CAEB129B93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5775" y="3938949"/>
            <a:ext cx="3248025" cy="26193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SCII.jp：命令の実行順を変えて高速化するアウトオブオーダー (1/4)">
            <a:extLst>
              <a:ext uri="{FF2B5EF4-FFF2-40B4-BE49-F238E27FC236}">
                <a16:creationId xmlns:a16="http://schemas.microsoft.com/office/drawing/2014/main" id="{5BD22104-181B-7AC5-0DA6-0DEF00CC97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7858" y="1825625"/>
            <a:ext cx="4295775" cy="1876425"/>
          </a:xfrm>
          <a:prstGeom prst="rect">
            <a:avLst/>
          </a:prstGeom>
          <a:noFill/>
          <a:extLst>
            <a:ext uri="{909E8E84-426E-40DD-AFC4-6F175D3DCCD1}">
              <a14:hiddenFill xmlns:a14="http://schemas.microsoft.com/office/drawing/2010/main">
                <a:solidFill>
                  <a:srgbClr val="FFFFFF"/>
                </a:solidFill>
              </a14:hiddenFill>
            </a:ext>
          </a:extLst>
        </p:spPr>
      </p:pic>
      <p:sp>
        <p:nvSpPr>
          <p:cNvPr id="4" name="日付プレースホルダー 3">
            <a:extLst>
              <a:ext uri="{FF2B5EF4-FFF2-40B4-BE49-F238E27FC236}">
                <a16:creationId xmlns:a16="http://schemas.microsoft.com/office/drawing/2014/main" id="{2C28C778-20F2-1D64-8597-A1BB2F2C84A5}"/>
              </a:ext>
            </a:extLst>
          </p:cNvPr>
          <p:cNvSpPr>
            <a:spLocks noGrp="1"/>
          </p:cNvSpPr>
          <p:nvPr>
            <p:ph type="dt" sz="half" idx="10"/>
          </p:nvPr>
        </p:nvSpPr>
        <p:spPr>
          <a:xfrm>
            <a:off x="838200" y="6356350"/>
            <a:ext cx="2743200" cy="365125"/>
          </a:xfrm>
        </p:spPr>
        <p:txBody>
          <a:bodyPr/>
          <a:lstStyle/>
          <a:p>
            <a:fld id="{C7133396-41CE-413B-A334-D0B0A0961EB5}" type="datetime1">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E5A0C773-9A1F-92EB-A794-EE659BE80B43}"/>
              </a:ext>
            </a:extLst>
          </p:cNvPr>
          <p:cNvSpPr>
            <a:spLocks noGrp="1"/>
          </p:cNvSpPr>
          <p:nvPr>
            <p:ph type="ftr" sz="quarter" idx="11"/>
          </p:nvPr>
        </p:nvSpPr>
        <p:spPr>
          <a:xfrm>
            <a:off x="4038600" y="6356350"/>
            <a:ext cx="4114800" cy="365125"/>
          </a:xfrm>
        </p:spPr>
        <p:txBody>
          <a:bodyPr/>
          <a:lstStyle/>
          <a:p>
            <a:r>
              <a:rPr kumimoji="1" lang="en-US" altLang="ja-JP"/>
              <a:t>B4_Research</a:t>
            </a:r>
            <a:endParaRPr kumimoji="1" lang="ja-JP" altLang="en-US"/>
          </a:p>
        </p:txBody>
      </p:sp>
      <p:sp>
        <p:nvSpPr>
          <p:cNvPr id="6" name="スライド番号プレースホルダー 5">
            <a:extLst>
              <a:ext uri="{FF2B5EF4-FFF2-40B4-BE49-F238E27FC236}">
                <a16:creationId xmlns:a16="http://schemas.microsoft.com/office/drawing/2014/main" id="{68DAE4C7-92B2-16D6-9D2E-F674880F8978}"/>
              </a:ext>
            </a:extLst>
          </p:cNvPr>
          <p:cNvSpPr>
            <a:spLocks noGrp="1"/>
          </p:cNvSpPr>
          <p:nvPr>
            <p:ph type="sldNum" sz="quarter" idx="12"/>
          </p:nvPr>
        </p:nvSpPr>
        <p:spPr>
          <a:xfrm>
            <a:off x="8610600" y="6356350"/>
            <a:ext cx="2743200" cy="365125"/>
          </a:xfrm>
        </p:spPr>
        <p:txBody>
          <a:bodyPr/>
          <a:lstStyle/>
          <a:p>
            <a:fld id="{273F27D2-06B6-4999-B31F-B875E94682A2}" type="slidenum">
              <a:rPr kumimoji="1" lang="ja-JP" altLang="en-US" smtClean="0"/>
              <a:t>64</a:t>
            </a:fld>
            <a:endParaRPr kumimoji="1" lang="ja-JP" altLang="en-US"/>
          </a:p>
        </p:txBody>
      </p:sp>
    </p:spTree>
    <p:extLst>
      <p:ext uri="{BB962C8B-B14F-4D97-AF65-F5344CB8AC3E}">
        <p14:creationId xmlns:p14="http://schemas.microsoft.com/office/powerpoint/2010/main" val="26606185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E78F06DE-0B95-4C12-C797-6BC905FB10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5203" y="199188"/>
            <a:ext cx="9901593" cy="6157162"/>
          </a:xfrm>
          <a:prstGeom prst="rect">
            <a:avLst/>
          </a:prstGeom>
        </p:spPr>
      </p:pic>
      <p:sp>
        <p:nvSpPr>
          <p:cNvPr id="2" name="日付プレースホルダー 1">
            <a:extLst>
              <a:ext uri="{FF2B5EF4-FFF2-40B4-BE49-F238E27FC236}">
                <a16:creationId xmlns:a16="http://schemas.microsoft.com/office/drawing/2014/main" id="{F30EE92D-A470-7E8C-FC5E-C7D809A20597}"/>
              </a:ext>
            </a:extLst>
          </p:cNvPr>
          <p:cNvSpPr>
            <a:spLocks noGrp="1"/>
          </p:cNvSpPr>
          <p:nvPr>
            <p:ph type="dt" sz="half" idx="10"/>
          </p:nvPr>
        </p:nvSpPr>
        <p:spPr/>
        <p:txBody>
          <a:bodyPr/>
          <a:lstStyle/>
          <a:p>
            <a:fld id="{E233C0FF-21A6-471D-835B-6452EE0281E0}" type="datetime1">
              <a:rPr kumimoji="1" lang="ja-JP" altLang="en-US" smtClean="0"/>
              <a:t>2026/9/15</a:t>
            </a:fld>
            <a:endParaRPr kumimoji="1" lang="ja-JP" altLang="en-US"/>
          </a:p>
        </p:txBody>
      </p:sp>
      <p:sp>
        <p:nvSpPr>
          <p:cNvPr id="3" name="フッター プレースホルダー 2">
            <a:extLst>
              <a:ext uri="{FF2B5EF4-FFF2-40B4-BE49-F238E27FC236}">
                <a16:creationId xmlns:a16="http://schemas.microsoft.com/office/drawing/2014/main" id="{DB847059-2911-1185-F1C5-61046BCEA3CC}"/>
              </a:ext>
            </a:extLst>
          </p:cNvPr>
          <p:cNvSpPr>
            <a:spLocks noGrp="1"/>
          </p:cNvSpPr>
          <p:nvPr>
            <p:ph type="ftr" sz="quarter" idx="11"/>
          </p:nvPr>
        </p:nvSpPr>
        <p:spPr/>
        <p:txBody>
          <a:bodyPr/>
          <a:lstStyle/>
          <a:p>
            <a:r>
              <a:rPr kumimoji="1" lang="en-US" altLang="ja-JP"/>
              <a:t>B4_Research</a:t>
            </a:r>
            <a:endParaRPr kumimoji="1" lang="ja-JP" altLang="en-US"/>
          </a:p>
        </p:txBody>
      </p:sp>
      <p:sp>
        <p:nvSpPr>
          <p:cNvPr id="4" name="スライド番号プレースホルダー 3">
            <a:extLst>
              <a:ext uri="{FF2B5EF4-FFF2-40B4-BE49-F238E27FC236}">
                <a16:creationId xmlns:a16="http://schemas.microsoft.com/office/drawing/2014/main" id="{8B3BBA4A-06DC-F656-C1B8-ADF4E34D470D}"/>
              </a:ext>
            </a:extLst>
          </p:cNvPr>
          <p:cNvSpPr>
            <a:spLocks noGrp="1"/>
          </p:cNvSpPr>
          <p:nvPr>
            <p:ph type="sldNum" sz="quarter" idx="12"/>
          </p:nvPr>
        </p:nvSpPr>
        <p:spPr/>
        <p:txBody>
          <a:bodyPr/>
          <a:lstStyle/>
          <a:p>
            <a:fld id="{273F27D2-06B6-4999-B31F-B875E94682A2}" type="slidenum">
              <a:rPr kumimoji="1" lang="ja-JP" altLang="en-US" smtClean="0"/>
              <a:t>65</a:t>
            </a:fld>
            <a:endParaRPr kumimoji="1" lang="ja-JP" altLang="en-US"/>
          </a:p>
        </p:txBody>
      </p:sp>
      <p:sp>
        <p:nvSpPr>
          <p:cNvPr id="6" name="楕円 5">
            <a:extLst>
              <a:ext uri="{FF2B5EF4-FFF2-40B4-BE49-F238E27FC236}">
                <a16:creationId xmlns:a16="http://schemas.microsoft.com/office/drawing/2014/main" id="{1496D36E-A7E2-276A-046F-52026F93F135}"/>
              </a:ext>
            </a:extLst>
          </p:cNvPr>
          <p:cNvSpPr/>
          <p:nvPr/>
        </p:nvSpPr>
        <p:spPr>
          <a:xfrm>
            <a:off x="1974581" y="282101"/>
            <a:ext cx="470438" cy="439097"/>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D</a:t>
            </a:r>
            <a:endParaRPr kumimoji="1" lang="ja-JP" altLang="en-US"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7" name="楕円 6">
            <a:extLst>
              <a:ext uri="{FF2B5EF4-FFF2-40B4-BE49-F238E27FC236}">
                <a16:creationId xmlns:a16="http://schemas.microsoft.com/office/drawing/2014/main" id="{7E7BFAD9-0B4A-5F86-0EBE-87FE781C4D68}"/>
              </a:ext>
            </a:extLst>
          </p:cNvPr>
          <p:cNvSpPr/>
          <p:nvPr/>
        </p:nvSpPr>
        <p:spPr>
          <a:xfrm>
            <a:off x="1974581" y="1764537"/>
            <a:ext cx="470438" cy="439097"/>
          </a:xfrm>
          <a:prstGeom prst="ellipse">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D</a:t>
            </a:r>
            <a:endParaRPr kumimoji="1" lang="ja-JP" altLang="en-US"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10" name="テキスト ボックス 9">
            <a:extLst>
              <a:ext uri="{FF2B5EF4-FFF2-40B4-BE49-F238E27FC236}">
                <a16:creationId xmlns:a16="http://schemas.microsoft.com/office/drawing/2014/main" id="{F830E8AF-D7AE-103C-9567-6792000E5954}"/>
              </a:ext>
            </a:extLst>
          </p:cNvPr>
          <p:cNvSpPr txBox="1"/>
          <p:nvPr/>
        </p:nvSpPr>
        <p:spPr>
          <a:xfrm>
            <a:off x="10362006" y="170700"/>
            <a:ext cx="1699491" cy="369332"/>
          </a:xfrm>
          <a:prstGeom prst="rect">
            <a:avLst/>
          </a:prstGeom>
          <a:noFill/>
        </p:spPr>
        <p:txBody>
          <a:bodyPr wrap="square" rtlCol="0">
            <a:spAutoFit/>
          </a:bodyPr>
          <a:lstStyle/>
          <a:p>
            <a:pPr algn="ctr"/>
            <a:r>
              <a:rPr lang="ja-JP" altLang="en-US" b="1" dirty="0"/>
              <a:t>依存関係なし</a:t>
            </a:r>
            <a:endParaRPr kumimoji="1" lang="ja-JP" altLang="en-US" b="1" dirty="0"/>
          </a:p>
        </p:txBody>
      </p:sp>
    </p:spTree>
    <p:extLst>
      <p:ext uri="{BB962C8B-B14F-4D97-AF65-F5344CB8AC3E}">
        <p14:creationId xmlns:p14="http://schemas.microsoft.com/office/powerpoint/2010/main" val="3040208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104 0.00278 L 0.06771 0.00092 " pathEditMode="relative" rAng="0" ptsTypes="AA">
                                      <p:cBhvr>
                                        <p:cTn id="6" dur="2000" fill="hold"/>
                                        <p:tgtEl>
                                          <p:spTgt spid="6"/>
                                        </p:tgtEl>
                                        <p:attrNameLst>
                                          <p:attrName>ppt_x</p:attrName>
                                          <p:attrName>ppt_y</p:attrName>
                                        </p:attrNameLst>
                                      </p:cBhvr>
                                      <p:rCtr x="3438" y="-93"/>
                                    </p:animMotion>
                                  </p:childTnLst>
                                </p:cTn>
                              </p:par>
                              <p:par>
                                <p:cTn id="7" presetID="0" presetClass="path" presetSubtype="0" accel="50000" decel="50000" fill="hold" grpId="0" nodeType="withEffect">
                                  <p:stCondLst>
                                    <p:cond delay="0"/>
                                  </p:stCondLst>
                                  <p:childTnLst>
                                    <p:animMotion origin="layout" path="M -0.00365 0.00139 L 0.06823 0.00509 " pathEditMode="relative" rAng="0" ptsTypes="AA">
                                      <p:cBhvr>
                                        <p:cTn id="8" dur="2000" fill="hold"/>
                                        <p:tgtEl>
                                          <p:spTgt spid="7"/>
                                        </p:tgtEl>
                                        <p:attrNameLst>
                                          <p:attrName>ppt_x</p:attrName>
                                          <p:attrName>ppt_y</p:attrName>
                                        </p:attrNameLst>
                                      </p:cBhvr>
                                      <p:rCtr x="3594" y="185"/>
                                    </p:animMotion>
                                  </p:childTnLst>
                                </p:cTn>
                              </p:par>
                            </p:childTnLst>
                          </p:cTn>
                        </p:par>
                      </p:childTnLst>
                    </p:cTn>
                  </p:par>
                  <p:par>
                    <p:cTn id="9" fill="hold">
                      <p:stCondLst>
                        <p:cond delay="indefinite"/>
                      </p:stCondLst>
                      <p:childTnLst>
                        <p:par>
                          <p:cTn id="10" fill="hold">
                            <p:stCondLst>
                              <p:cond delay="0"/>
                            </p:stCondLst>
                            <p:childTnLst>
                              <p:par>
                                <p:cTn id="11" presetID="0" presetClass="path" presetSubtype="0" accel="50000" decel="50000" fill="hold" grpId="1" nodeType="clickEffect">
                                  <p:stCondLst>
                                    <p:cond delay="0"/>
                                  </p:stCondLst>
                                  <p:childTnLst>
                                    <p:animMotion origin="layout" path="M 0.06771 0.00185 L 0.12292 0.0037 L 0.12188 0.05741 L 0.19635 0.05648 " pathEditMode="relative" rAng="0" ptsTypes="AAAA">
                                      <p:cBhvr>
                                        <p:cTn id="12" dur="2000" fill="hold"/>
                                        <p:tgtEl>
                                          <p:spTgt spid="6"/>
                                        </p:tgtEl>
                                        <p:attrNameLst>
                                          <p:attrName>ppt_x</p:attrName>
                                          <p:attrName>ppt_y</p:attrName>
                                        </p:attrNameLst>
                                      </p:cBhvr>
                                      <p:rCtr x="6432" y="2778"/>
                                    </p:animMotion>
                                  </p:childTnLst>
                                </p:cTn>
                              </p:par>
                              <p:par>
                                <p:cTn id="13" presetID="0" presetClass="path" presetSubtype="0" accel="50000" decel="50000" fill="hold" grpId="1" nodeType="withEffect">
                                  <p:stCondLst>
                                    <p:cond delay="0"/>
                                  </p:stCondLst>
                                  <p:childTnLst>
                                    <p:animMotion origin="layout" path="M 0.06823 0.00417 L 0.12396 0.00417 L 0.12292 0.05787 L 0.1974 0.0588 L 0.1974 0.05903 " pathEditMode="relative" rAng="0" ptsTypes="AAAAA">
                                      <p:cBhvr>
                                        <p:cTn id="14" dur="2000" fill="hold"/>
                                        <p:tgtEl>
                                          <p:spTgt spid="7"/>
                                        </p:tgtEl>
                                        <p:attrNameLst>
                                          <p:attrName>ppt_x</p:attrName>
                                          <p:attrName>ppt_y</p:attrName>
                                        </p:attrNameLst>
                                      </p:cBhvr>
                                      <p:rCtr x="6458" y="2731"/>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grpId="2" nodeType="clickEffect">
                                  <p:stCondLst>
                                    <p:cond delay="0"/>
                                  </p:stCondLst>
                                  <p:childTnLst>
                                    <p:animMotion origin="layout" path="M 0.19531 0.05555 L 0.32656 0.05555 L 0.32656 0.05579 L 0.32656 0.05555 " pathEditMode="relative" rAng="0" ptsTypes="AAAA">
                                      <p:cBhvr>
                                        <p:cTn id="18" dur="2000" fill="hold"/>
                                        <p:tgtEl>
                                          <p:spTgt spid="6"/>
                                        </p:tgtEl>
                                        <p:attrNameLst>
                                          <p:attrName>ppt_x</p:attrName>
                                          <p:attrName>ppt_y</p:attrName>
                                        </p:attrNameLst>
                                      </p:cBhvr>
                                      <p:rCtr x="6562" y="0"/>
                                    </p:animMotion>
                                  </p:childTnLst>
                                </p:cTn>
                              </p:par>
                              <p:par>
                                <p:cTn id="19" presetID="0" presetClass="path" presetSubtype="0" accel="50000" decel="50000" fill="hold" grpId="2" nodeType="withEffect">
                                  <p:stCondLst>
                                    <p:cond delay="0"/>
                                  </p:stCondLst>
                                  <p:childTnLst>
                                    <p:animMotion origin="layout" path="M 0.19844 0.05695 L 0.32708 0.05787 L 0.32708 0.0581 " pathEditMode="relative" rAng="0" ptsTypes="AAA">
                                      <p:cBhvr>
                                        <p:cTn id="20" dur="2000" fill="hold"/>
                                        <p:tgtEl>
                                          <p:spTgt spid="7"/>
                                        </p:tgtEl>
                                        <p:attrNameLst>
                                          <p:attrName>ppt_x</p:attrName>
                                          <p:attrName>ppt_y</p:attrName>
                                        </p:attrNameLst>
                                      </p:cBhvr>
                                      <p:rCtr x="6432" y="46"/>
                                    </p:animMotion>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grpId="3" nodeType="clickEffect">
                                  <p:stCondLst>
                                    <p:cond delay="0"/>
                                  </p:stCondLst>
                                  <p:childTnLst>
                                    <p:animMotion origin="layout" path="M 0.3276 0.06018 L 0.35469 0.01204 L 0.4875 0.01204 L 0.48698 0.04629 L 0.48698 0.04653 " pathEditMode="relative" rAng="0" ptsTypes="AAAAA">
                                      <p:cBhvr>
                                        <p:cTn id="24" dur="2000" fill="hold"/>
                                        <p:tgtEl>
                                          <p:spTgt spid="6"/>
                                        </p:tgtEl>
                                        <p:attrNameLst>
                                          <p:attrName>ppt_x</p:attrName>
                                          <p:attrName>ppt_y</p:attrName>
                                        </p:attrNameLst>
                                      </p:cBhvr>
                                      <p:rCtr x="7995" y="-2407"/>
                                    </p:animMotion>
                                  </p:childTnLst>
                                </p:cTn>
                              </p:par>
                              <p:par>
                                <p:cTn id="25" presetID="0" presetClass="path" presetSubtype="0" accel="50000" decel="50000" fill="hold" grpId="3" nodeType="withEffect">
                                  <p:stCondLst>
                                    <p:cond delay="0"/>
                                  </p:stCondLst>
                                  <p:childTnLst>
                                    <p:animMotion origin="layout" path="M 0.32813 0.05602 L 0.35417 0.10417 L 0.48698 0.10509 L 0.48646 0.06343 " pathEditMode="relative" rAng="0" ptsTypes="AAAA">
                                      <p:cBhvr>
                                        <p:cTn id="26" dur="2000" fill="hold"/>
                                        <p:tgtEl>
                                          <p:spTgt spid="7"/>
                                        </p:tgtEl>
                                        <p:attrNameLst>
                                          <p:attrName>ppt_x</p:attrName>
                                          <p:attrName>ppt_y</p:attrName>
                                        </p:attrNameLst>
                                      </p:cBhvr>
                                      <p:rCtr x="7943" y="2454"/>
                                    </p:animMotion>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grpId="4" nodeType="clickEffect">
                                  <p:stCondLst>
                                    <p:cond delay="0"/>
                                  </p:stCondLst>
                                  <p:childTnLst>
                                    <p:animMotion origin="layout" path="M 0.48763 0.04398 L 0.56654 0.04259 " pathEditMode="relative" rAng="0" ptsTypes="AA">
                                      <p:cBhvr>
                                        <p:cTn id="30" dur="2000" fill="hold"/>
                                        <p:tgtEl>
                                          <p:spTgt spid="6"/>
                                        </p:tgtEl>
                                        <p:attrNameLst>
                                          <p:attrName>ppt_x</p:attrName>
                                          <p:attrName>ppt_y</p:attrName>
                                        </p:attrNameLst>
                                      </p:cBhvr>
                                      <p:rCtr x="3945" y="-69"/>
                                    </p:animMotion>
                                  </p:childTnLst>
                                </p:cTn>
                              </p:par>
                              <p:par>
                                <p:cTn id="31" presetID="0" presetClass="path" presetSubtype="0" accel="50000" decel="50000" fill="hold" grpId="4" nodeType="withEffect">
                                  <p:stCondLst>
                                    <p:cond delay="0"/>
                                  </p:stCondLst>
                                  <p:childTnLst>
                                    <p:animMotion origin="layout" path="M 0.48698 0.06343 L 0.56497 0.06088 L 0.56497 0.06204 " pathEditMode="relative" rAng="0" ptsTypes="AAA">
                                      <p:cBhvr>
                                        <p:cTn id="32" dur="2000" fill="hold"/>
                                        <p:tgtEl>
                                          <p:spTgt spid="7"/>
                                        </p:tgtEl>
                                        <p:attrNameLst>
                                          <p:attrName>ppt_x</p:attrName>
                                          <p:attrName>ppt_y</p:attrName>
                                        </p:attrNameLst>
                                      </p:cBhvr>
                                      <p:rCtr x="3893" y="-139"/>
                                    </p:animMotion>
                                  </p:childTnLst>
                                </p:cTn>
                              </p:par>
                            </p:childTnLst>
                          </p:cTn>
                        </p:par>
                      </p:childTnLst>
                    </p:cTn>
                  </p:par>
                  <p:par>
                    <p:cTn id="33" fill="hold">
                      <p:stCondLst>
                        <p:cond delay="indefinite"/>
                      </p:stCondLst>
                      <p:childTnLst>
                        <p:par>
                          <p:cTn id="34" fill="hold">
                            <p:stCondLst>
                              <p:cond delay="0"/>
                            </p:stCondLst>
                            <p:childTnLst>
                              <p:par>
                                <p:cTn id="35" presetID="0" presetClass="path" presetSubtype="0" accel="50000" decel="50000" fill="hold" grpId="5" nodeType="clickEffect">
                                  <p:stCondLst>
                                    <p:cond delay="0"/>
                                  </p:stCondLst>
                                  <p:childTnLst>
                                    <p:animMotion origin="layout" path="M 0.56497 0.04259 L 0.63919 0.05185 L 0.63841 0.08287 L 0.72409 0.08565 L 0.72331 0.73217 L 0.63542 0.73773 " pathEditMode="relative" rAng="0" ptsTypes="AAAAAA">
                                      <p:cBhvr>
                                        <p:cTn id="36" dur="2000" fill="hold"/>
                                        <p:tgtEl>
                                          <p:spTgt spid="6"/>
                                        </p:tgtEl>
                                        <p:attrNameLst>
                                          <p:attrName>ppt_x</p:attrName>
                                          <p:attrName>ppt_y</p:attrName>
                                        </p:attrNameLst>
                                      </p:cBhvr>
                                      <p:rCtr x="7956" y="34745"/>
                                    </p:animMotion>
                                  </p:childTnLst>
                                </p:cTn>
                              </p:par>
                              <p:par>
                                <p:cTn id="37" presetID="0" presetClass="path" presetSubtype="0" accel="50000" decel="50000" fill="hold" grpId="5" nodeType="withEffect">
                                  <p:stCondLst>
                                    <p:cond delay="0"/>
                                  </p:stCondLst>
                                  <p:childTnLst>
                                    <p:animMotion origin="layout" path="M 0.56497 0.06088 L 0.63919 0.03935 L 0.63919 0.01783 L 0.69076 0.02037 L 0.68997 0.32477 L 0.63542 0.32199 " pathEditMode="relative" rAng="0" ptsTypes="AAAAAA">
                                      <p:cBhvr>
                                        <p:cTn id="38" dur="2000" fill="hold"/>
                                        <p:tgtEl>
                                          <p:spTgt spid="7"/>
                                        </p:tgtEl>
                                        <p:attrNameLst>
                                          <p:attrName>ppt_x</p:attrName>
                                          <p:attrName>ppt_y</p:attrName>
                                        </p:attrNameLst>
                                      </p:cBhvr>
                                      <p:rCtr x="6289" y="11042"/>
                                    </p:animMotion>
                                  </p:childTnLst>
                                </p:cTn>
                              </p:par>
                            </p:childTnLst>
                          </p:cTn>
                        </p:par>
                      </p:childTnLst>
                    </p:cTn>
                  </p:par>
                  <p:par>
                    <p:cTn id="39" fill="hold">
                      <p:stCondLst>
                        <p:cond delay="indefinite"/>
                      </p:stCondLst>
                      <p:childTnLst>
                        <p:par>
                          <p:cTn id="40" fill="hold">
                            <p:stCondLst>
                              <p:cond delay="0"/>
                            </p:stCondLst>
                            <p:childTnLst>
                              <p:par>
                                <p:cTn id="41" presetID="0" presetClass="path" presetSubtype="0" accel="50000" decel="50000" fill="hold" grpId="6" nodeType="clickEffect">
                                  <p:stCondLst>
                                    <p:cond delay="0"/>
                                  </p:stCondLst>
                                  <p:childTnLst>
                                    <p:animMotion origin="layout" path="M 0.63698 0.73889 L 0.48086 0.73217 " pathEditMode="relative" rAng="0" ptsTypes="AA">
                                      <p:cBhvr>
                                        <p:cTn id="42" dur="2000" fill="hold"/>
                                        <p:tgtEl>
                                          <p:spTgt spid="6"/>
                                        </p:tgtEl>
                                        <p:attrNameLst>
                                          <p:attrName>ppt_x</p:attrName>
                                          <p:attrName>ppt_y</p:attrName>
                                        </p:attrNameLst>
                                      </p:cBhvr>
                                      <p:rCtr x="-7813" y="-347"/>
                                    </p:animMotion>
                                  </p:childTnLst>
                                </p:cTn>
                              </p:par>
                              <p:par>
                                <p:cTn id="43" presetID="0" presetClass="path" presetSubtype="0" accel="50000" decel="50000" fill="hold" grpId="6" nodeType="withEffect">
                                  <p:stCondLst>
                                    <p:cond delay="0"/>
                                  </p:stCondLst>
                                  <p:childTnLst>
                                    <p:animMotion origin="layout" path="M 0.63763 0.32084 L 0.48086 0.32199 " pathEditMode="relative" rAng="0" ptsTypes="AA">
                                      <p:cBhvr>
                                        <p:cTn id="44" dur="2000" fill="hold"/>
                                        <p:tgtEl>
                                          <p:spTgt spid="7"/>
                                        </p:tgtEl>
                                        <p:attrNameLst>
                                          <p:attrName>ppt_x</p:attrName>
                                          <p:attrName>ppt_y</p:attrName>
                                        </p:attrNameLst>
                                      </p:cBhvr>
                                      <p:rCtr x="-7839" y="46"/>
                                    </p:animMotion>
                                  </p:childTnLst>
                                </p:cTn>
                              </p:par>
                            </p:childTnLst>
                          </p:cTn>
                        </p:par>
                      </p:childTnLst>
                    </p:cTn>
                  </p:par>
                  <p:par>
                    <p:cTn id="45" fill="hold">
                      <p:stCondLst>
                        <p:cond delay="indefinite"/>
                      </p:stCondLst>
                      <p:childTnLst>
                        <p:par>
                          <p:cTn id="46" fill="hold">
                            <p:stCondLst>
                              <p:cond delay="0"/>
                            </p:stCondLst>
                            <p:childTnLst>
                              <p:par>
                                <p:cTn id="47" presetID="0" presetClass="path" presetSubtype="0" accel="50000" decel="50000" fill="hold" grpId="9" nodeType="clickEffect">
                                  <p:stCondLst>
                                    <p:cond delay="0"/>
                                  </p:stCondLst>
                                  <p:childTnLst>
                                    <p:animMotion origin="layout" path="M 0.4832 0.51736 L 0.31953 0.51597 " pathEditMode="relative" rAng="0" ptsTypes="AA">
                                      <p:cBhvr>
                                        <p:cTn id="48" dur="2000" fill="hold"/>
                                        <p:tgtEl>
                                          <p:spTgt spid="7"/>
                                        </p:tgtEl>
                                        <p:attrNameLst>
                                          <p:attrName>ppt_x</p:attrName>
                                          <p:attrName>ppt_y</p:attrName>
                                        </p:attrNameLst>
                                      </p:cBhvr>
                                      <p:rCtr x="-8190" y="-69"/>
                                    </p:animMotion>
                                  </p:childTnLst>
                                </p:cTn>
                              </p:par>
                              <p:par>
                                <p:cTn id="49" presetID="0" presetClass="path" presetSubtype="0" accel="50000" decel="50000" fill="hold" grpId="11" nodeType="withEffect">
                                  <p:stCondLst>
                                    <p:cond delay="0"/>
                                  </p:stCondLst>
                                  <p:childTnLst>
                                    <p:animMotion origin="layout" path="M 0.48164 0.53958 L 0.32018 0.53819 L 0.31797 0.53819 " pathEditMode="relative" rAng="0" ptsTypes="AAA">
                                      <p:cBhvr>
                                        <p:cTn id="50" dur="2000" fill="hold"/>
                                        <p:tgtEl>
                                          <p:spTgt spid="6"/>
                                        </p:tgtEl>
                                        <p:attrNameLst>
                                          <p:attrName>ppt_x</p:attrName>
                                          <p:attrName>ppt_y</p:attrName>
                                        </p:attrNameLst>
                                      </p:cBhvr>
                                      <p:rCtr x="-8190" y="-69"/>
                                    </p:animMotion>
                                  </p:childTnLst>
                                </p:cTn>
                              </p:par>
                            </p:childTnLst>
                          </p:cTn>
                        </p:par>
                      </p:childTnLst>
                    </p:cTn>
                  </p:par>
                  <p:par>
                    <p:cTn id="51" fill="hold">
                      <p:stCondLst>
                        <p:cond delay="indefinite"/>
                      </p:stCondLst>
                      <p:childTnLst>
                        <p:par>
                          <p:cTn id="52" fill="hold">
                            <p:stCondLst>
                              <p:cond delay="0"/>
                            </p:stCondLst>
                            <p:childTnLst>
                              <p:par>
                                <p:cTn id="53" presetID="0" presetClass="path" presetSubtype="0" accel="50000" decel="50000" fill="hold" grpId="9" nodeType="clickEffect">
                                  <p:stCondLst>
                                    <p:cond delay="0"/>
                                  </p:stCondLst>
                                  <p:childTnLst>
                                    <p:animMotion origin="layout" path="M 0.31875 0.53704 L 0.18698 0.53819 " pathEditMode="relative" rAng="0" ptsTypes="AA">
                                      <p:cBhvr>
                                        <p:cTn id="54" dur="2000" fill="hold"/>
                                        <p:tgtEl>
                                          <p:spTgt spid="6"/>
                                        </p:tgtEl>
                                        <p:attrNameLst>
                                          <p:attrName>ppt_x</p:attrName>
                                          <p:attrName>ppt_y</p:attrName>
                                        </p:attrNameLst>
                                      </p:cBhvr>
                                      <p:rCtr x="-6589" y="46"/>
                                    </p:animMotion>
                                  </p:childTnLst>
                                </p:cTn>
                              </p:par>
                              <p:par>
                                <p:cTn id="55" presetID="0" presetClass="path" presetSubtype="0" accel="50000" decel="50000" fill="hold" grpId="7" nodeType="withEffect">
                                  <p:stCondLst>
                                    <p:cond delay="0"/>
                                  </p:stCondLst>
                                  <p:childTnLst>
                                    <p:animMotion origin="layout" path="M 0.31875 0.51459 L 0.18698 0.51736 " pathEditMode="relative" rAng="0" ptsTypes="AA">
                                      <p:cBhvr>
                                        <p:cTn id="56" dur="2000" fill="hold"/>
                                        <p:tgtEl>
                                          <p:spTgt spid="7"/>
                                        </p:tgtEl>
                                        <p:attrNameLst>
                                          <p:attrName>ppt_x</p:attrName>
                                          <p:attrName>ppt_y</p:attrName>
                                        </p:attrNameLst>
                                      </p:cBhvr>
                                      <p:rCtr x="-6589" y="139"/>
                                    </p:animMotion>
                                  </p:childTnLst>
                                </p:cTn>
                              </p:par>
                            </p:childTnLst>
                          </p:cTn>
                        </p:par>
                      </p:childTnLst>
                    </p:cTn>
                  </p:par>
                  <p:par>
                    <p:cTn id="57" fill="hold">
                      <p:stCondLst>
                        <p:cond delay="indefinite"/>
                      </p:stCondLst>
                      <p:childTnLst>
                        <p:par>
                          <p:cTn id="58" fill="hold">
                            <p:stCondLst>
                              <p:cond delay="0"/>
                            </p:stCondLst>
                            <p:childTnLst>
                              <p:par>
                                <p:cTn id="59" presetID="0" presetClass="path" presetSubtype="0" accel="50000" decel="50000" fill="hold" grpId="13" nodeType="clickEffect">
                                  <p:stCondLst>
                                    <p:cond delay="0"/>
                                  </p:stCondLst>
                                  <p:childTnLst>
                                    <p:animMotion origin="layout" path="M 0.18919 0.73356 L 0.09674 0.73356 L 0.09674 0.70926 L -0.00469 0.70787 L -0.00469 0.10741 L 0.06563 0.10741 L 0.06563 0.10741 " pathEditMode="relative" ptsTypes="AAAAAAA">
                                      <p:cBhvr>
                                        <p:cTn id="60" dur="2000" fill="hold"/>
                                        <p:tgtEl>
                                          <p:spTgt spid="6"/>
                                        </p:tgtEl>
                                        <p:attrNameLst>
                                          <p:attrName>ppt_x</p:attrName>
                                          <p:attrName>ppt_y</p:attrName>
                                        </p:attrNameLst>
                                      </p:cBhvr>
                                    </p:animMotion>
                                  </p:childTnLst>
                                </p:cTn>
                              </p:par>
                              <p:par>
                                <p:cTn id="61" presetID="0" presetClass="path" presetSubtype="0" accel="50000" decel="50000" fill="hold" grpId="11" nodeType="withEffect">
                                  <p:stCondLst>
                                    <p:cond delay="0"/>
                                  </p:stCondLst>
                                  <p:childTnLst>
                                    <p:animMotion origin="layout" path="M 0.1862 0.32338 L 0.09674 0.32616 L 0.09674 0.30324 L 0.02096 0.30185 L 0.02096 0.10671 L 0.06563 0.10787 " pathEditMode="relative" ptsTypes="AAAAAA">
                                      <p:cBhvr>
                                        <p:cTn id="62" dur="2000" fill="hold"/>
                                        <p:tgtEl>
                                          <p:spTgt spid="7"/>
                                        </p:tgtEl>
                                        <p:attrNameLst>
                                          <p:attrName>ppt_x</p:attrName>
                                          <p:attrName>ppt_y</p:attrName>
                                        </p:attrNameLst>
                                      </p:cBhvr>
                                    </p:animMotion>
                                  </p:childTnLst>
                                </p:cTn>
                              </p:par>
                            </p:childTnLst>
                          </p:cTn>
                        </p:par>
                      </p:childTnLst>
                    </p:cTn>
                  </p:par>
                  <p:par>
                    <p:cTn id="63" fill="hold">
                      <p:stCondLst>
                        <p:cond delay="indefinite"/>
                      </p:stCondLst>
                      <p:childTnLst>
                        <p:par>
                          <p:cTn id="64" fill="hold">
                            <p:stCondLst>
                              <p:cond delay="0"/>
                            </p:stCondLst>
                            <p:childTnLst>
                              <p:par>
                                <p:cTn id="65" presetID="0" presetClass="path" presetSubtype="0" accel="50000" decel="50000" fill="hold" grpId="12" nodeType="clickEffect">
                                  <p:stCondLst>
                                    <p:cond delay="0"/>
                                  </p:stCondLst>
                                  <p:childTnLst>
                                    <p:animMotion origin="layout" path="M 0.06719 0.0993 L 0.12474 0.0993 L 0.12331 0.05486 L 0.19674 0.05741 L 0.32708 0.05602 L 0.3543 0.01157 L 0.48685 0.01041 L 0.48841 0.04676 L 0.56797 0.04398 L 0.64063 0.05347 L 0.64141 0.08449 L 0.72318 0.08704 L 0.72617 0.36597 C 0.725 0.37708 0.72344 0.38819 0.7224 0.39954 C 0.72161 0.40972 0.72161 0.42014 0.72096 0.43055 C 0.72057 0.43426 0.71927 0.44653 0.71862 0.45208 L 0.72383 0.73356 L 0.63763 0.73356 L 0.48229 0.73356 L 0.31875 0.73217 L 0.18685 0.73217 L 0.09896 0.73079 L 0.09753 0.75926 L -0.02591 0.75509 L -0.02448 0.7537 " pathEditMode="relative" rAng="0" ptsTypes="AAAAAAAAAAAAAAAAAAAAAAAAA">
                                      <p:cBhvr>
                                        <p:cTn id="66" dur="3000" fill="hold"/>
                                        <p:tgtEl>
                                          <p:spTgt spid="6"/>
                                        </p:tgtEl>
                                        <p:attrNameLst>
                                          <p:attrName>ppt_x</p:attrName>
                                          <p:attrName>ppt_y</p:attrName>
                                        </p:attrNameLst>
                                      </p:cBhvr>
                                      <p:rCtr x="28294" y="28542"/>
                                    </p:animMotion>
                                  </p:childTnLst>
                                </p:cTn>
                              </p:par>
                              <p:par>
                                <p:cTn id="67" presetID="0" presetClass="path" presetSubtype="0" accel="50000" decel="50000" fill="hold" grpId="10" nodeType="withEffect">
                                  <p:stCondLst>
                                    <p:cond delay="0"/>
                                  </p:stCondLst>
                                  <p:childTnLst>
                                    <p:animMotion origin="layout" path="M 0.06641 0.10648 L 0.12474 0.10648 L 0.12409 0.05671 L 0.20052 0.05671 L 0.33086 0.05671 L 0.35365 0.10394 L 0.48919 0.10394 L 0.48841 0.06621 L 0.56953 0.06343 L 0.63919 0.03935 L 0.63841 0.01783 L 0.68997 0.01783 L 0.69141 0.32338 L 0.63698 0.32477 L 0.48385 0.32199 L 0.31953 0.32199 L 0.18841 0.31945 L 0.09831 0.32338 L 0.09831 0.3463 L -0.02591 0.34908 " pathEditMode="relative" rAng="0" ptsTypes="AAAAAAAAAAAAAAAAAAAA">
                                      <p:cBhvr>
                                        <p:cTn id="68" dur="3000" fill="hold"/>
                                        <p:tgtEl>
                                          <p:spTgt spid="7"/>
                                        </p:tgtEl>
                                        <p:attrNameLst>
                                          <p:attrName>ppt_x</p:attrName>
                                          <p:attrName>ppt_y</p:attrName>
                                        </p:attrNameLst>
                                      </p:cBhvr>
                                      <p:rCtr x="26628" y="768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animBg="1"/>
      <p:bldP spid="6" grpId="3" animBg="1"/>
      <p:bldP spid="6" grpId="4" animBg="1"/>
      <p:bldP spid="6" grpId="5" animBg="1"/>
      <p:bldP spid="6" grpId="6" animBg="1"/>
      <p:bldP spid="6" grpId="9" animBg="1"/>
      <p:bldP spid="6" grpId="11" animBg="1"/>
      <p:bldP spid="6" grpId="12" animBg="1"/>
      <p:bldP spid="6" grpId="13" animBg="1"/>
      <p:bldP spid="7" grpId="0" animBg="1"/>
      <p:bldP spid="7" grpId="1" animBg="1"/>
      <p:bldP spid="7" grpId="2" animBg="1"/>
      <p:bldP spid="7" grpId="3" animBg="1"/>
      <p:bldP spid="7" grpId="4" animBg="1"/>
      <p:bldP spid="7" grpId="5" animBg="1"/>
      <p:bldP spid="7" grpId="6" animBg="1"/>
      <p:bldP spid="7" grpId="7" animBg="1"/>
      <p:bldP spid="7" grpId="9" animBg="1"/>
      <p:bldP spid="7" grpId="10" animBg="1"/>
      <p:bldP spid="7" grpId="11" animBg="1"/>
    </p:bld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図 9">
            <a:extLst>
              <a:ext uri="{FF2B5EF4-FFF2-40B4-BE49-F238E27FC236}">
                <a16:creationId xmlns:a16="http://schemas.microsoft.com/office/drawing/2014/main" id="{98831062-C115-60DB-31D6-1B92A5A072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4561" y="269545"/>
            <a:ext cx="9788449" cy="6086805"/>
          </a:xfrm>
          <a:prstGeom prst="rect">
            <a:avLst/>
          </a:prstGeom>
        </p:spPr>
      </p:pic>
      <p:sp>
        <p:nvSpPr>
          <p:cNvPr id="2" name="日付プレースホルダー 1">
            <a:extLst>
              <a:ext uri="{FF2B5EF4-FFF2-40B4-BE49-F238E27FC236}">
                <a16:creationId xmlns:a16="http://schemas.microsoft.com/office/drawing/2014/main" id="{F30EE92D-A470-7E8C-FC5E-C7D809A20597}"/>
              </a:ext>
            </a:extLst>
          </p:cNvPr>
          <p:cNvSpPr>
            <a:spLocks noGrp="1"/>
          </p:cNvSpPr>
          <p:nvPr>
            <p:ph type="dt" sz="half" idx="10"/>
          </p:nvPr>
        </p:nvSpPr>
        <p:spPr/>
        <p:txBody>
          <a:bodyPr/>
          <a:lstStyle/>
          <a:p>
            <a:fld id="{3D804D7A-84D6-4374-A984-5E85BC39EAAC}" type="datetime1">
              <a:rPr kumimoji="1" lang="ja-JP" altLang="en-US" smtClean="0"/>
              <a:t>2026/9/15</a:t>
            </a:fld>
            <a:endParaRPr kumimoji="1" lang="ja-JP" altLang="en-US"/>
          </a:p>
        </p:txBody>
      </p:sp>
      <p:sp>
        <p:nvSpPr>
          <p:cNvPr id="3" name="フッター プレースホルダー 2">
            <a:extLst>
              <a:ext uri="{FF2B5EF4-FFF2-40B4-BE49-F238E27FC236}">
                <a16:creationId xmlns:a16="http://schemas.microsoft.com/office/drawing/2014/main" id="{DB847059-2911-1185-F1C5-61046BCEA3CC}"/>
              </a:ext>
            </a:extLst>
          </p:cNvPr>
          <p:cNvSpPr>
            <a:spLocks noGrp="1"/>
          </p:cNvSpPr>
          <p:nvPr>
            <p:ph type="ftr" sz="quarter" idx="11"/>
          </p:nvPr>
        </p:nvSpPr>
        <p:spPr/>
        <p:txBody>
          <a:bodyPr/>
          <a:lstStyle/>
          <a:p>
            <a:r>
              <a:rPr kumimoji="1" lang="en-US" altLang="ja-JP"/>
              <a:t>B4_Research</a:t>
            </a:r>
            <a:endParaRPr kumimoji="1" lang="ja-JP" altLang="en-US"/>
          </a:p>
        </p:txBody>
      </p:sp>
      <p:sp>
        <p:nvSpPr>
          <p:cNvPr id="4" name="スライド番号プレースホルダー 3">
            <a:extLst>
              <a:ext uri="{FF2B5EF4-FFF2-40B4-BE49-F238E27FC236}">
                <a16:creationId xmlns:a16="http://schemas.microsoft.com/office/drawing/2014/main" id="{8B3BBA4A-06DC-F656-C1B8-ADF4E34D470D}"/>
              </a:ext>
            </a:extLst>
          </p:cNvPr>
          <p:cNvSpPr>
            <a:spLocks noGrp="1"/>
          </p:cNvSpPr>
          <p:nvPr>
            <p:ph type="sldNum" sz="quarter" idx="12"/>
          </p:nvPr>
        </p:nvSpPr>
        <p:spPr/>
        <p:txBody>
          <a:bodyPr/>
          <a:lstStyle/>
          <a:p>
            <a:fld id="{273F27D2-06B6-4999-B31F-B875E94682A2}" type="slidenum">
              <a:rPr kumimoji="1" lang="ja-JP" altLang="en-US" smtClean="0"/>
              <a:t>66</a:t>
            </a:fld>
            <a:endParaRPr kumimoji="1" lang="ja-JP" altLang="en-US"/>
          </a:p>
        </p:txBody>
      </p:sp>
      <p:sp>
        <p:nvSpPr>
          <p:cNvPr id="7" name="楕円 6">
            <a:extLst>
              <a:ext uri="{FF2B5EF4-FFF2-40B4-BE49-F238E27FC236}">
                <a16:creationId xmlns:a16="http://schemas.microsoft.com/office/drawing/2014/main" id="{7E7BFAD9-0B4A-5F86-0EBE-87FE781C4D68}"/>
              </a:ext>
            </a:extLst>
          </p:cNvPr>
          <p:cNvSpPr/>
          <p:nvPr/>
        </p:nvSpPr>
        <p:spPr>
          <a:xfrm>
            <a:off x="1974581" y="1819955"/>
            <a:ext cx="470438" cy="439097"/>
          </a:xfrm>
          <a:prstGeom prst="ellipse">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D</a:t>
            </a:r>
            <a:endParaRPr kumimoji="1" lang="ja-JP" altLang="en-US"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6" name="楕円 5">
            <a:extLst>
              <a:ext uri="{FF2B5EF4-FFF2-40B4-BE49-F238E27FC236}">
                <a16:creationId xmlns:a16="http://schemas.microsoft.com/office/drawing/2014/main" id="{1496D36E-A7E2-276A-046F-52026F93F135}"/>
              </a:ext>
            </a:extLst>
          </p:cNvPr>
          <p:cNvSpPr/>
          <p:nvPr/>
        </p:nvSpPr>
        <p:spPr>
          <a:xfrm>
            <a:off x="1974581" y="370519"/>
            <a:ext cx="470438" cy="439097"/>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D</a:t>
            </a:r>
            <a:endParaRPr kumimoji="1" lang="ja-JP" altLang="en-US"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8" name="テキスト ボックス 7">
            <a:extLst>
              <a:ext uri="{FF2B5EF4-FFF2-40B4-BE49-F238E27FC236}">
                <a16:creationId xmlns:a16="http://schemas.microsoft.com/office/drawing/2014/main" id="{01DEEF84-5409-76EA-BCF2-FB3DB452FD68}"/>
              </a:ext>
            </a:extLst>
          </p:cNvPr>
          <p:cNvSpPr txBox="1"/>
          <p:nvPr/>
        </p:nvSpPr>
        <p:spPr>
          <a:xfrm>
            <a:off x="10362006" y="170700"/>
            <a:ext cx="1699491" cy="369332"/>
          </a:xfrm>
          <a:prstGeom prst="rect">
            <a:avLst/>
          </a:prstGeom>
          <a:noFill/>
        </p:spPr>
        <p:txBody>
          <a:bodyPr wrap="square" rtlCol="0">
            <a:spAutoFit/>
          </a:bodyPr>
          <a:lstStyle/>
          <a:p>
            <a:pPr algn="ctr"/>
            <a:r>
              <a:rPr lang="ja-JP" altLang="en-US" b="1" dirty="0"/>
              <a:t>依存関係あり</a:t>
            </a:r>
            <a:endParaRPr kumimoji="1" lang="ja-JP" altLang="en-US" b="1" dirty="0"/>
          </a:p>
        </p:txBody>
      </p:sp>
    </p:spTree>
    <p:extLst>
      <p:ext uri="{BB962C8B-B14F-4D97-AF65-F5344CB8AC3E}">
        <p14:creationId xmlns:p14="http://schemas.microsoft.com/office/powerpoint/2010/main" val="516041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091 -0.0037 L 0.08086 -0.00255 L 0.13542 -0.00116 L 0.1362 0.05278 L 0.33542 0.05278 L 0.36341 0.01227 L 0.49297 0.01088 L 0.49297 0.04329 L 0.57174 0.04468 L 0.64518 0.05278 L 0.64518 0.08912 L 0.7263 0.08912 L 0.7263 0.71944 L 0.10964 0.72083 L 0.11042 0.69792 L 0.00885 0.69653 L 0.00885 0.10116 L 0.08164 0.09977 L 0.07786 0.10116 L 0.08164 0.10116 " pathEditMode="relative" ptsTypes="AAAAAAAAAAAAAAAAAAAA">
                                      <p:cBhvr>
                                        <p:cTn id="6" dur="2000" fill="hold"/>
                                        <p:tgtEl>
                                          <p:spTgt spid="6"/>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00052 0.00185 L 0.08151 0.00185 L 0.13607 0.00301 L 0.13529 0.05972 L 0.33685 0.05972 L 0.36484 0.10278 L 0.4944 0.10278 L 0.49375 0.06366 L 0.57174 0.06227 L 0.64518 0.03542 L 0.64518 0.01644 L 0.69531 0.01783 L 0.69531 0.31806 L 0.10951 0.325 L 0.10951 0.3007 L 0.03451 0.29792 L 0.03451 0.10417 L 0.07995 0.10417 " pathEditMode="relative" ptsTypes="AAAAAAAAAAAAAAAAAA">
                                      <p:cBhvr>
                                        <p:cTn id="8" dur="2000" fill="hold"/>
                                        <p:tgtEl>
                                          <p:spTgt spid="7"/>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0" presetClass="path" presetSubtype="0" accel="50000" decel="50000" fill="hold" grpId="1" nodeType="clickEffect">
                                  <p:stCondLst>
                                    <p:cond delay="0"/>
                                  </p:stCondLst>
                                  <p:childTnLst>
                                    <p:animMotion origin="layout" path="M 0.08164 0.10393 L 0.13464 0.10393 L 0.13542 0.05417 L 0.2082 0.05417 " pathEditMode="relative" ptsTypes="AAAA">
                                      <p:cBhvr>
                                        <p:cTn id="12" dur="2000" fill="hold"/>
                                        <p:tgtEl>
                                          <p:spTgt spid="6"/>
                                        </p:tgtEl>
                                        <p:attrNameLst>
                                          <p:attrName>ppt_x</p:attrName>
                                          <p:attrName>ppt_y</p:attrName>
                                        </p:attrNameLst>
                                      </p:cBhvr>
                                    </p:animMotion>
                                  </p:childTnLst>
                                </p:cTn>
                              </p:par>
                              <p:par>
                                <p:cTn id="13" presetID="0" presetClass="path" presetSubtype="0" accel="50000" decel="50000" fill="hold" grpId="1" nodeType="withEffect">
                                  <p:stCondLst>
                                    <p:cond delay="0"/>
                                  </p:stCondLst>
                                  <p:childTnLst>
                                    <p:animMotion origin="layout" path="M 0.08086 0.10556 L 0.13542 0.10556 L 0.13685 0.05834 L 0.2082 0.05949 " pathEditMode="relative" ptsTypes="AAAA">
                                      <p:cBhvr>
                                        <p:cTn id="14" dur="2000" fill="hold"/>
                                        <p:tgtEl>
                                          <p:spTgt spid="7"/>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grpId="6" nodeType="clickEffect">
                                  <p:stCondLst>
                                    <p:cond delay="0"/>
                                  </p:stCondLst>
                                  <p:childTnLst>
                                    <p:animMotion origin="layout" path="M 0.20742 0.05417 L 0.33464 0.05556 " pathEditMode="relative" ptsTypes="AA">
                                      <p:cBhvr>
                                        <p:cTn id="18" dur="2000" fill="hold"/>
                                        <p:tgtEl>
                                          <p:spTgt spid="6"/>
                                        </p:tgtEl>
                                        <p:attrNameLst>
                                          <p:attrName>ppt_x</p:attrName>
                                          <p:attrName>ppt_y</p:attrName>
                                        </p:attrNameLst>
                                      </p:cBhvr>
                                    </p:animMotion>
                                  </p:childTnLst>
                                </p:cTn>
                              </p:par>
                              <p:par>
                                <p:cTn id="19" presetID="0" presetClass="path" presetSubtype="0" accel="50000" decel="50000" fill="hold" grpId="4" nodeType="withEffect">
                                  <p:stCondLst>
                                    <p:cond delay="0"/>
                                  </p:stCondLst>
                                  <p:childTnLst>
                                    <p:animMotion origin="layout" path="M 0.2082 0.05972 L 0.29375 0.05972 L 0.30586 -0.01991 L 0.35729 -0.01991 L 0.38997 -0.08032 " pathEditMode="relative" ptsTypes="AAAAA">
                                      <p:cBhvr>
                                        <p:cTn id="20" dur="2000" fill="hold"/>
                                        <p:tgtEl>
                                          <p:spTgt spid="7"/>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grpId="4" nodeType="clickEffect">
                                  <p:stCondLst>
                                    <p:cond delay="0"/>
                                  </p:stCondLst>
                                  <p:childTnLst>
                                    <p:animMotion origin="layout" path="M 0.3332 0.05556 L 0.36419 0.01111 L 0.49297 0.01111 L 0.49219 0.04606 " pathEditMode="relative" ptsTypes="AAAA">
                                      <p:cBhvr>
                                        <p:cTn id="24" dur="2000" fill="hold"/>
                                        <p:tgtEl>
                                          <p:spTgt spid="6"/>
                                        </p:tgtEl>
                                        <p:attrNameLst>
                                          <p:attrName>ppt_x</p:attrName>
                                          <p:attrName>ppt_y</p:attrName>
                                        </p:attrNameLst>
                                      </p:cBhvr>
                                    </p:animMotion>
                                  </p:childTnLst>
                                </p:cTn>
                              </p:par>
                              <p:par>
                                <p:cTn id="25" presetID="0" presetClass="path" presetSubtype="0" accel="50000" decel="50000" fill="hold" grpId="2" nodeType="withEffect">
                                  <p:stCondLst>
                                    <p:cond delay="0"/>
                                  </p:stCondLst>
                                  <p:childTnLst>
                                    <p:animMotion origin="layout" path="M 0.38919 -0.08032 L 0.42773 -0.08032 L 0.43451 -0.12222 L 0.49219 -0.12361 L 0.49219 -0.16528 " pathEditMode="relative" ptsTypes="AAAAA">
                                      <p:cBhvr>
                                        <p:cTn id="26" dur="2000" fill="hold"/>
                                        <p:tgtEl>
                                          <p:spTgt spid="7"/>
                                        </p:tgtEl>
                                        <p:attrNameLst>
                                          <p:attrName>ppt_x</p:attrName>
                                          <p:attrName>ppt_y</p:attrName>
                                        </p:attrNameLst>
                                      </p:cBhvr>
                                    </p:animMotion>
                                  </p:childTnLst>
                                </p:cTn>
                              </p:par>
                              <p:par>
                                <p:cTn id="27" presetID="1" presetClass="exit" presetSubtype="0" fill="hold" grpId="3" nodeType="withEffect">
                                  <p:stCondLst>
                                    <p:cond delay="1800"/>
                                  </p:stCondLst>
                                  <p:childTnLst>
                                    <p:set>
                                      <p:cBhvr>
                                        <p:cTn id="28" dur="1" fill="hold">
                                          <p:stCondLst>
                                            <p:cond delay="0"/>
                                          </p:stCondLst>
                                        </p:cTn>
                                        <p:tgtEl>
                                          <p:spTgt spid="7"/>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0" presetClass="path" presetSubtype="0" accel="50000" decel="50000" fill="hold" grpId="5" nodeType="clickEffect">
                                  <p:stCondLst>
                                    <p:cond delay="0"/>
                                  </p:stCondLst>
                                  <p:childTnLst>
                                    <p:animMotion origin="layout" path="M 0.49297 0.04583 L 0.57096 0.04468 L 0.64596 0.05393 L 0.64453 0.08634 L 0.72552 0.08495 L 0.72786 0.71667 L 0.1112 0.72083 L 0.10885 0.74653 L -0.00924 0.74375 " pathEditMode="relative" ptsTypes="AAAAAAAAA">
                                      <p:cBhvr>
                                        <p:cTn id="32" dur="2000" fill="hold"/>
                                        <p:tgtEl>
                                          <p:spTgt spid="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7" grpId="3" animBg="1"/>
      <p:bldP spid="7" grpId="4" animBg="1"/>
      <p:bldP spid="6" grpId="0" animBg="1"/>
      <p:bldP spid="6" grpId="1" animBg="1"/>
      <p:bldP spid="6" grpId="4" animBg="1"/>
      <p:bldP spid="6" grpId="5" animBg="1"/>
      <p:bldP spid="6" grpId="6" animBg="1"/>
    </p:bld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図 9">
            <a:extLst>
              <a:ext uri="{FF2B5EF4-FFF2-40B4-BE49-F238E27FC236}">
                <a16:creationId xmlns:a16="http://schemas.microsoft.com/office/drawing/2014/main" id="{98831062-C115-60DB-31D6-1B92A5A072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4561" y="269545"/>
            <a:ext cx="9788449" cy="6086805"/>
          </a:xfrm>
          <a:prstGeom prst="rect">
            <a:avLst/>
          </a:prstGeom>
        </p:spPr>
      </p:pic>
      <p:sp>
        <p:nvSpPr>
          <p:cNvPr id="2" name="日付プレースホルダー 1">
            <a:extLst>
              <a:ext uri="{FF2B5EF4-FFF2-40B4-BE49-F238E27FC236}">
                <a16:creationId xmlns:a16="http://schemas.microsoft.com/office/drawing/2014/main" id="{F30EE92D-A470-7E8C-FC5E-C7D809A20597}"/>
              </a:ext>
            </a:extLst>
          </p:cNvPr>
          <p:cNvSpPr>
            <a:spLocks noGrp="1"/>
          </p:cNvSpPr>
          <p:nvPr>
            <p:ph type="dt" sz="half" idx="10"/>
          </p:nvPr>
        </p:nvSpPr>
        <p:spPr/>
        <p:txBody>
          <a:bodyPr/>
          <a:lstStyle/>
          <a:p>
            <a:fld id="{749789E3-AAE0-4233-9C10-C23EF7CE062A}" type="datetime1">
              <a:rPr kumimoji="1" lang="ja-JP" altLang="en-US" smtClean="0"/>
              <a:t>2026/9/15</a:t>
            </a:fld>
            <a:endParaRPr kumimoji="1" lang="ja-JP" altLang="en-US"/>
          </a:p>
        </p:txBody>
      </p:sp>
      <p:sp>
        <p:nvSpPr>
          <p:cNvPr id="3" name="フッター プレースホルダー 2">
            <a:extLst>
              <a:ext uri="{FF2B5EF4-FFF2-40B4-BE49-F238E27FC236}">
                <a16:creationId xmlns:a16="http://schemas.microsoft.com/office/drawing/2014/main" id="{DB847059-2911-1185-F1C5-61046BCEA3CC}"/>
              </a:ext>
            </a:extLst>
          </p:cNvPr>
          <p:cNvSpPr>
            <a:spLocks noGrp="1"/>
          </p:cNvSpPr>
          <p:nvPr>
            <p:ph type="ftr" sz="quarter" idx="11"/>
          </p:nvPr>
        </p:nvSpPr>
        <p:spPr/>
        <p:txBody>
          <a:bodyPr/>
          <a:lstStyle/>
          <a:p>
            <a:r>
              <a:rPr kumimoji="1" lang="en-US" altLang="ja-JP"/>
              <a:t>B4_Research</a:t>
            </a:r>
            <a:endParaRPr kumimoji="1" lang="ja-JP" altLang="en-US"/>
          </a:p>
        </p:txBody>
      </p:sp>
      <p:sp>
        <p:nvSpPr>
          <p:cNvPr id="4" name="スライド番号プレースホルダー 3">
            <a:extLst>
              <a:ext uri="{FF2B5EF4-FFF2-40B4-BE49-F238E27FC236}">
                <a16:creationId xmlns:a16="http://schemas.microsoft.com/office/drawing/2014/main" id="{8B3BBA4A-06DC-F656-C1B8-ADF4E34D470D}"/>
              </a:ext>
            </a:extLst>
          </p:cNvPr>
          <p:cNvSpPr>
            <a:spLocks noGrp="1"/>
          </p:cNvSpPr>
          <p:nvPr>
            <p:ph type="sldNum" sz="quarter" idx="12"/>
          </p:nvPr>
        </p:nvSpPr>
        <p:spPr/>
        <p:txBody>
          <a:bodyPr/>
          <a:lstStyle/>
          <a:p>
            <a:fld id="{273F27D2-06B6-4999-B31F-B875E94682A2}" type="slidenum">
              <a:rPr kumimoji="1" lang="ja-JP" altLang="en-US" smtClean="0"/>
              <a:t>67</a:t>
            </a:fld>
            <a:endParaRPr kumimoji="1" lang="ja-JP" altLang="en-US"/>
          </a:p>
        </p:txBody>
      </p:sp>
      <p:sp>
        <p:nvSpPr>
          <p:cNvPr id="7" name="楕円 6">
            <a:extLst>
              <a:ext uri="{FF2B5EF4-FFF2-40B4-BE49-F238E27FC236}">
                <a16:creationId xmlns:a16="http://schemas.microsoft.com/office/drawing/2014/main" id="{7E7BFAD9-0B4A-5F86-0EBE-87FE781C4D68}"/>
              </a:ext>
            </a:extLst>
          </p:cNvPr>
          <p:cNvSpPr/>
          <p:nvPr/>
        </p:nvSpPr>
        <p:spPr>
          <a:xfrm>
            <a:off x="1974581" y="1819955"/>
            <a:ext cx="470438" cy="439097"/>
          </a:xfrm>
          <a:prstGeom prst="ellipse">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D</a:t>
            </a:r>
            <a:endParaRPr kumimoji="1" lang="ja-JP" altLang="en-US"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6" name="楕円 5">
            <a:extLst>
              <a:ext uri="{FF2B5EF4-FFF2-40B4-BE49-F238E27FC236}">
                <a16:creationId xmlns:a16="http://schemas.microsoft.com/office/drawing/2014/main" id="{1496D36E-A7E2-276A-046F-52026F93F135}"/>
              </a:ext>
            </a:extLst>
          </p:cNvPr>
          <p:cNvSpPr/>
          <p:nvPr/>
        </p:nvSpPr>
        <p:spPr>
          <a:xfrm>
            <a:off x="1974581" y="370519"/>
            <a:ext cx="470438" cy="439097"/>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D</a:t>
            </a:r>
            <a:endParaRPr kumimoji="1" lang="ja-JP" altLang="en-US"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8" name="テキスト ボックス 7">
            <a:extLst>
              <a:ext uri="{FF2B5EF4-FFF2-40B4-BE49-F238E27FC236}">
                <a16:creationId xmlns:a16="http://schemas.microsoft.com/office/drawing/2014/main" id="{01DEEF84-5409-76EA-BCF2-FB3DB452FD68}"/>
              </a:ext>
            </a:extLst>
          </p:cNvPr>
          <p:cNvSpPr txBox="1"/>
          <p:nvPr/>
        </p:nvSpPr>
        <p:spPr>
          <a:xfrm>
            <a:off x="10362006" y="170700"/>
            <a:ext cx="1699491" cy="369332"/>
          </a:xfrm>
          <a:prstGeom prst="rect">
            <a:avLst/>
          </a:prstGeom>
          <a:noFill/>
        </p:spPr>
        <p:txBody>
          <a:bodyPr wrap="square" rtlCol="0">
            <a:spAutoFit/>
          </a:bodyPr>
          <a:lstStyle/>
          <a:p>
            <a:pPr algn="ctr"/>
            <a:r>
              <a:rPr lang="ja-JP" altLang="en-US" b="1" dirty="0"/>
              <a:t>依存関係あり</a:t>
            </a:r>
            <a:endParaRPr kumimoji="1" lang="ja-JP" altLang="en-US" b="1" dirty="0"/>
          </a:p>
        </p:txBody>
      </p:sp>
    </p:spTree>
    <p:extLst>
      <p:ext uri="{BB962C8B-B14F-4D97-AF65-F5344CB8AC3E}">
        <p14:creationId xmlns:p14="http://schemas.microsoft.com/office/powerpoint/2010/main" val="3487133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091 -0.0037 L 0.08086 -0.00255 L 0.13542 -0.00116 L 0.1362 0.05278 L 0.33542 0.05278 L 0.36341 0.01227 L 0.49297 0.01088 L 0.49297 0.04329 L 0.57174 0.04468 L 0.64518 0.05278 L 0.64518 0.08912 L 0.7263 0.08912 L 0.7263 0.71944 L 0.10964 0.72083 L 0.11042 0.69792 L 0.00885 0.69653 L 0.00885 0.10116 L 0.08164 0.09977 L 0.07786 0.10116 L 0.08164 0.10116 " pathEditMode="relative" ptsTypes="AAAAAAAAAAAAAAAAAAAA">
                                      <p:cBhvr>
                                        <p:cTn id="6" dur="2000" fill="hold"/>
                                        <p:tgtEl>
                                          <p:spTgt spid="6"/>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00052 0.00185 L 0.08151 0.00185 L 0.13607 0.00301 L 0.13529 0.05972 L 0.33685 0.05972 L 0.36484 0.10278 L 0.4944 0.10278 L 0.49375 0.06366 L 0.57174 0.06227 L 0.64518 0.03542 L 0.64518 0.01644 L 0.69531 0.01783 L 0.69531 0.31806 L 0.10951 0.325 L 0.10951 0.3007 L 0.03451 0.29792 L 0.03451 0.10417 L 0.07995 0.10417 " pathEditMode="relative" ptsTypes="AAAAAAAAAAAAAAAAAA">
                                      <p:cBhvr>
                                        <p:cTn id="8" dur="2000" fill="hold"/>
                                        <p:tgtEl>
                                          <p:spTgt spid="7"/>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0" presetClass="path" presetSubtype="0" accel="50000" decel="50000" fill="hold" grpId="1" nodeType="clickEffect">
                                  <p:stCondLst>
                                    <p:cond delay="0"/>
                                  </p:stCondLst>
                                  <p:childTnLst>
                                    <p:animMotion origin="layout" path="M 0.08164 0.10393 L 0.13464 0.10393 L 0.13542 0.05417 L 0.2082 0.05417 " pathEditMode="relative" ptsTypes="AAAA">
                                      <p:cBhvr>
                                        <p:cTn id="12" dur="2000" fill="hold"/>
                                        <p:tgtEl>
                                          <p:spTgt spid="6"/>
                                        </p:tgtEl>
                                        <p:attrNameLst>
                                          <p:attrName>ppt_x</p:attrName>
                                          <p:attrName>ppt_y</p:attrName>
                                        </p:attrNameLst>
                                      </p:cBhvr>
                                    </p:animMotion>
                                  </p:childTnLst>
                                </p:cTn>
                              </p:par>
                              <p:par>
                                <p:cTn id="13" presetID="0" presetClass="path" presetSubtype="0" accel="50000" decel="50000" fill="hold" grpId="1" nodeType="withEffect">
                                  <p:stCondLst>
                                    <p:cond delay="0"/>
                                  </p:stCondLst>
                                  <p:childTnLst>
                                    <p:animMotion origin="layout" path="M 0.08086 0.10556 L 0.13542 0.10556 L 0.13685 0.05834 L 0.2082 0.05949 " pathEditMode="relative" ptsTypes="AAAA">
                                      <p:cBhvr>
                                        <p:cTn id="14" dur="2000" fill="hold"/>
                                        <p:tgtEl>
                                          <p:spTgt spid="7"/>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grpId="2" nodeType="clickEffect">
                                  <p:stCondLst>
                                    <p:cond delay="0"/>
                                  </p:stCondLst>
                                  <p:childTnLst>
                                    <p:animMotion origin="layout" path="M 0.20794 0.06134 L 0.29036 0.05996 L 0.3099 0.04121 L 0.30924 -0.01736 L 0.38802 -0.01991 L 0.3888 -0.01991 " pathEditMode="relative" ptsTypes="AAAAAA">
                                      <p:cBhvr>
                                        <p:cTn id="18" dur="2000" fill="hold"/>
                                        <p:tgtEl>
                                          <p:spTgt spid="7"/>
                                        </p:tgtEl>
                                        <p:attrNameLst>
                                          <p:attrName>ppt_x</p:attrName>
                                          <p:attrName>ppt_y</p:attrName>
                                        </p:attrNameLst>
                                      </p:cBhvr>
                                    </p:animMotion>
                                  </p:childTnLst>
                                </p:cTn>
                              </p:par>
                              <p:par>
                                <p:cTn id="19" presetID="0" presetClass="path" presetSubtype="0" accel="50000" decel="50000" fill="hold" grpId="2" nodeType="withEffect">
                                  <p:stCondLst>
                                    <p:cond delay="0"/>
                                  </p:stCondLst>
                                  <p:childTnLst>
                                    <p:animMotion origin="layout" path="M 0.20729 0.05671 L 0.29948 0.05556 L 0.31224 0.08866 L 0.31367 0.11806 L 0.3888 0.11667 " pathEditMode="relative" ptsTypes="AAAAA">
                                      <p:cBhvr>
                                        <p:cTn id="20" dur="2000" fill="hold"/>
                                        <p:tgtEl>
                                          <p:spTgt spid="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6" grpId="0" animBg="1"/>
      <p:bldP spid="6" grpId="1" animBg="1"/>
      <p:bldP spid="6" grpId="2" animBg="1"/>
    </p:bld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74E112C-7A0E-6BB7-0F7C-3073007EB75A}"/>
              </a:ext>
            </a:extLst>
          </p:cNvPr>
          <p:cNvSpPr>
            <a:spLocks noGrp="1"/>
          </p:cNvSpPr>
          <p:nvPr>
            <p:ph type="dt" sz="half" idx="10"/>
          </p:nvPr>
        </p:nvSpPr>
        <p:spPr/>
        <p:txBody>
          <a:bodyPr/>
          <a:lstStyle/>
          <a:p>
            <a:fld id="{D88E59EA-A8E3-4C6F-82CA-0209715CC044}" type="datetime1">
              <a:rPr kumimoji="1" lang="ja-JP" altLang="en-US" smtClean="0"/>
              <a:t>2026/9/15</a:t>
            </a:fld>
            <a:endParaRPr kumimoji="1" lang="ja-JP" altLang="en-US"/>
          </a:p>
        </p:txBody>
      </p:sp>
      <p:sp>
        <p:nvSpPr>
          <p:cNvPr id="3" name="フッター プレースホルダー 2">
            <a:extLst>
              <a:ext uri="{FF2B5EF4-FFF2-40B4-BE49-F238E27FC236}">
                <a16:creationId xmlns:a16="http://schemas.microsoft.com/office/drawing/2014/main" id="{D0F8AB67-DDE9-513D-3334-4912C3F3D9EB}"/>
              </a:ext>
            </a:extLst>
          </p:cNvPr>
          <p:cNvSpPr>
            <a:spLocks noGrp="1"/>
          </p:cNvSpPr>
          <p:nvPr>
            <p:ph type="ftr" sz="quarter" idx="11"/>
          </p:nvPr>
        </p:nvSpPr>
        <p:spPr/>
        <p:txBody>
          <a:bodyPr/>
          <a:lstStyle/>
          <a:p>
            <a:r>
              <a:rPr kumimoji="1" lang="en-US" altLang="ja-JP"/>
              <a:t>B4_Research</a:t>
            </a:r>
            <a:endParaRPr kumimoji="1" lang="ja-JP" altLang="en-US"/>
          </a:p>
        </p:txBody>
      </p:sp>
      <p:sp>
        <p:nvSpPr>
          <p:cNvPr id="4" name="スライド番号プレースホルダー 3">
            <a:extLst>
              <a:ext uri="{FF2B5EF4-FFF2-40B4-BE49-F238E27FC236}">
                <a16:creationId xmlns:a16="http://schemas.microsoft.com/office/drawing/2014/main" id="{5755CEC9-995D-3CD9-A550-68F1AFC45744}"/>
              </a:ext>
            </a:extLst>
          </p:cNvPr>
          <p:cNvSpPr>
            <a:spLocks noGrp="1"/>
          </p:cNvSpPr>
          <p:nvPr>
            <p:ph type="sldNum" sz="quarter" idx="12"/>
          </p:nvPr>
        </p:nvSpPr>
        <p:spPr/>
        <p:txBody>
          <a:bodyPr/>
          <a:lstStyle/>
          <a:p>
            <a:fld id="{273F27D2-06B6-4999-B31F-B875E94682A2}" type="slidenum">
              <a:rPr kumimoji="1" lang="ja-JP" altLang="en-US" smtClean="0"/>
              <a:t>68</a:t>
            </a:fld>
            <a:endParaRPr kumimoji="1" lang="ja-JP" altLang="en-US"/>
          </a:p>
        </p:txBody>
      </p:sp>
      <p:pic>
        <p:nvPicPr>
          <p:cNvPr id="10" name="図 9">
            <a:extLst>
              <a:ext uri="{FF2B5EF4-FFF2-40B4-BE49-F238E27FC236}">
                <a16:creationId xmlns:a16="http://schemas.microsoft.com/office/drawing/2014/main" id="{D1AFA0FE-4FD3-A15F-5F2C-AFB022C51A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738" y="415982"/>
            <a:ext cx="10649062" cy="6026035"/>
          </a:xfrm>
          <a:prstGeom prst="rect">
            <a:avLst/>
          </a:prstGeom>
        </p:spPr>
      </p:pic>
      <p:sp>
        <p:nvSpPr>
          <p:cNvPr id="11" name="楕円 10">
            <a:extLst>
              <a:ext uri="{FF2B5EF4-FFF2-40B4-BE49-F238E27FC236}">
                <a16:creationId xmlns:a16="http://schemas.microsoft.com/office/drawing/2014/main" id="{8EBF539A-C3F5-D008-FD35-FDAECBB6B248}"/>
              </a:ext>
            </a:extLst>
          </p:cNvPr>
          <p:cNvSpPr/>
          <p:nvPr/>
        </p:nvSpPr>
        <p:spPr>
          <a:xfrm>
            <a:off x="1391107" y="527274"/>
            <a:ext cx="470438" cy="439097"/>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D</a:t>
            </a:r>
            <a:endParaRPr kumimoji="1" lang="ja-JP" altLang="en-US"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12" name="楕円 11">
            <a:extLst>
              <a:ext uri="{FF2B5EF4-FFF2-40B4-BE49-F238E27FC236}">
                <a16:creationId xmlns:a16="http://schemas.microsoft.com/office/drawing/2014/main" id="{7767807D-1ADA-F298-384F-6EDD2FD63CB7}"/>
              </a:ext>
            </a:extLst>
          </p:cNvPr>
          <p:cNvSpPr/>
          <p:nvPr/>
        </p:nvSpPr>
        <p:spPr>
          <a:xfrm>
            <a:off x="1391107" y="1941875"/>
            <a:ext cx="470438" cy="439097"/>
          </a:xfrm>
          <a:prstGeom prst="ellipse">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ja-JP" sz="2000" dirty="0">
                <a:solidFill>
                  <a:schemeClr val="tx1"/>
                </a:solidFill>
                <a:latin typeface="ＭＳ Ｐゴシック" panose="020B0600070205080204" pitchFamily="50" charset="-128"/>
                <a:ea typeface="ＭＳ Ｐゴシック" panose="020B0600070205080204" pitchFamily="50" charset="-128"/>
              </a:rPr>
              <a:t>D</a:t>
            </a:r>
            <a:endParaRPr kumimoji="1" lang="ja-JP" altLang="en-US" sz="2000" dirty="0">
              <a:solidFill>
                <a:schemeClr val="tx1"/>
              </a:solidFill>
              <a:latin typeface="ＭＳ Ｐゴシック" panose="020B0600070205080204" pitchFamily="50" charset="-128"/>
              <a:ea typeface="ＭＳ Ｐゴシック" panose="020B0600070205080204" pitchFamily="50" charset="-128"/>
            </a:endParaRPr>
          </a:p>
        </p:txBody>
      </p:sp>
      <p:sp>
        <p:nvSpPr>
          <p:cNvPr id="13" name="楕円 12">
            <a:extLst>
              <a:ext uri="{FF2B5EF4-FFF2-40B4-BE49-F238E27FC236}">
                <a16:creationId xmlns:a16="http://schemas.microsoft.com/office/drawing/2014/main" id="{169173F9-5B77-B2C4-37B6-A679AC971609}"/>
              </a:ext>
            </a:extLst>
          </p:cNvPr>
          <p:cNvSpPr/>
          <p:nvPr/>
        </p:nvSpPr>
        <p:spPr>
          <a:xfrm>
            <a:off x="4807914" y="862554"/>
            <a:ext cx="669342" cy="439097"/>
          </a:xfrm>
          <a:prstGeom prst="ellipse">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altLang="ja-JP" dirty="0">
                <a:solidFill>
                  <a:schemeClr val="tx1"/>
                </a:solidFill>
                <a:latin typeface="ＭＳ Ｐゴシック" panose="020B0600070205080204" pitchFamily="50" charset="-128"/>
                <a:ea typeface="ＭＳ Ｐゴシック" panose="020B0600070205080204" pitchFamily="50" charset="-128"/>
              </a:rPr>
              <a:t>LR</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
        <p:nvSpPr>
          <p:cNvPr id="15" name="楕円 14">
            <a:extLst>
              <a:ext uri="{FF2B5EF4-FFF2-40B4-BE49-F238E27FC236}">
                <a16:creationId xmlns:a16="http://schemas.microsoft.com/office/drawing/2014/main" id="{B31CBC27-F2DF-72CE-56F9-07FEF9544593}"/>
              </a:ext>
            </a:extLst>
          </p:cNvPr>
          <p:cNvSpPr/>
          <p:nvPr/>
        </p:nvSpPr>
        <p:spPr>
          <a:xfrm>
            <a:off x="4753050" y="2380972"/>
            <a:ext cx="669342" cy="439097"/>
          </a:xfrm>
          <a:prstGeom prst="ellipse">
            <a:avLst/>
          </a:prstGeom>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ja-JP" dirty="0">
                <a:solidFill>
                  <a:schemeClr val="tx1"/>
                </a:solidFill>
                <a:latin typeface="ＭＳ Ｐゴシック" panose="020B0600070205080204" pitchFamily="50" charset="-128"/>
                <a:ea typeface="ＭＳ Ｐゴシック" panose="020B0600070205080204" pitchFamily="50" charset="-128"/>
              </a:rPr>
              <a:t>LR</a:t>
            </a:r>
            <a:endParaRPr kumimoji="1" lang="ja-JP" altLang="en-US" dirty="0">
              <a:solidFill>
                <a:schemeClr val="tx1"/>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4181393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052 -0.00093 L 0.12982 -0.00348 L 0.12982 0.05393 L 0.28516 0.05254 " pathEditMode="relative" ptsTypes="AAAA">
                                      <p:cBhvr>
                                        <p:cTn id="6" dur="2000" fill="hold"/>
                                        <p:tgtEl>
                                          <p:spTgt spid="11"/>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0013 0.0037 L 0.13203 0.0037 L 0.1306 0.05833 L 0.19362 0.05833 " pathEditMode="relative" ptsTypes="AAAA">
                                      <p:cBhvr>
                                        <p:cTn id="8" dur="2000" fill="hold"/>
                                        <p:tgtEl>
                                          <p:spTgt spid="12"/>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par>
                          <p:cTn id="13" fill="hold">
                            <p:stCondLst>
                              <p:cond delay="0"/>
                            </p:stCondLst>
                            <p:childTnLst>
                              <p:par>
                                <p:cTn id="14" presetID="0" presetClass="path" presetSubtype="0" accel="50000" decel="50000" fill="hold" grpId="1" nodeType="afterEffect">
                                  <p:stCondLst>
                                    <p:cond delay="0"/>
                                  </p:stCondLst>
                                  <p:childTnLst>
                                    <p:animMotion origin="layout" path="M 0.00573 0.01042 L 0.02214 0.03565 L 0.02214 0.10625 L 0.05079 0.10486 L 0.05079 0.10486 " pathEditMode="relative" ptsTypes="AAAAA">
                                      <p:cBhvr>
                                        <p:cTn id="15" dur="2000" fill="hold"/>
                                        <p:tgtEl>
                                          <p:spTgt spid="13"/>
                                        </p:tgtEl>
                                        <p:attrNameLst>
                                          <p:attrName>ppt_x</p:attrName>
                                          <p:attrName>ppt_y</p:attrName>
                                        </p:attrNameLst>
                                      </p:cBhvr>
                                    </p:animMotion>
                                  </p:childTnLst>
                                </p:cTn>
                              </p:par>
                              <p:par>
                                <p:cTn id="16" presetID="0" presetClass="path" presetSubtype="0" accel="50000" decel="50000" fill="hold" grpId="1" nodeType="withEffect">
                                  <p:stCondLst>
                                    <p:cond delay="0"/>
                                  </p:stCondLst>
                                  <p:childTnLst>
                                    <p:animMotion origin="layout" path="M 0.28672 0.04976 L 0.37136 0.05092 L 0.3849 0.11504 L 0.45769 0.11504 L 0.45847 0.14976 " pathEditMode="relative" ptsTypes="AAAAA">
                                      <p:cBhvr>
                                        <p:cTn id="17" dur="2000" fill="hold"/>
                                        <p:tgtEl>
                                          <p:spTgt spid="11"/>
                                        </p:tgtEl>
                                        <p:attrNameLst>
                                          <p:attrName>ppt_x</p:attrName>
                                          <p:attrName>ppt_y</p:attrName>
                                        </p:attrNameLst>
                                      </p:cBhvr>
                                    </p:animMotion>
                                  </p:childTnLst>
                                </p:cTn>
                              </p:par>
                              <p:par>
                                <p:cTn id="18" presetID="0" presetClass="path" presetSubtype="0" accel="50000" decel="50000" fill="hold" grpId="1" nodeType="withEffect">
                                  <p:stCondLst>
                                    <p:cond delay="0"/>
                                  </p:stCondLst>
                                  <p:childTnLst>
                                    <p:animMotion origin="layout" path="M 0.19297 0.05833 L 0.28438 0.05833 " pathEditMode="relative" ptsTypes="AA">
                                      <p:cBhvr>
                                        <p:cTn id="19" dur="2000" fill="hold"/>
                                        <p:tgtEl>
                                          <p:spTgt spid="12"/>
                                        </p:tgtEl>
                                        <p:attrNameLst>
                                          <p:attrName>ppt_x</p:attrName>
                                          <p:attrName>ppt_y</p:attrName>
                                        </p:attrNameLst>
                                      </p:cBhvr>
                                    </p:animMotion>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childTnLst>
                                </p:cTn>
                              </p:par>
                              <p:par>
                                <p:cTn id="24" presetID="0" presetClass="path" presetSubtype="0" accel="50000" decel="50000" fill="hold" grpId="1" nodeType="withEffect">
                                  <p:stCondLst>
                                    <p:cond delay="0"/>
                                  </p:stCondLst>
                                  <p:childTnLst>
                                    <p:animMotion origin="layout" path="M 0.00273 -0.0044 L 0.02513 -0.0338 L 0.02513 -0.11528 L 0.05442 -0.11528 " pathEditMode="relative" ptsTypes="AAAA">
                                      <p:cBhvr>
                                        <p:cTn id="25" dur="2000" fill="hold"/>
                                        <p:tgtEl>
                                          <p:spTgt spid="15"/>
                                        </p:tgtEl>
                                        <p:attrNameLst>
                                          <p:attrName>ppt_x</p:attrName>
                                          <p:attrName>ppt_y</p:attrName>
                                        </p:attrNameLst>
                                      </p:cBhvr>
                                    </p:animMotion>
                                  </p:childTnLst>
                                </p:cTn>
                              </p:par>
                            </p:childTnLst>
                          </p:cTn>
                        </p:par>
                        <p:par>
                          <p:cTn id="26" fill="hold">
                            <p:stCondLst>
                              <p:cond delay="2000"/>
                            </p:stCondLst>
                            <p:childTnLst>
                              <p:par>
                                <p:cTn id="27" presetID="1" presetClass="exit" presetSubtype="0" fill="hold" grpId="2" nodeType="afterEffect">
                                  <p:stCondLst>
                                    <p:cond delay="0"/>
                                  </p:stCondLst>
                                  <p:childTnLst>
                                    <p:set>
                                      <p:cBhvr>
                                        <p:cTn id="28" dur="1" fill="hold">
                                          <p:stCondLst>
                                            <p:cond delay="0"/>
                                          </p:stCondLst>
                                        </p:cTn>
                                        <p:tgtEl>
                                          <p:spTgt spid="13"/>
                                        </p:tgtEl>
                                        <p:attrNameLst>
                                          <p:attrName>style.visibility</p:attrName>
                                        </p:attrNameLst>
                                      </p:cBhvr>
                                      <p:to>
                                        <p:strVal val="hidden"/>
                                      </p:to>
                                    </p:set>
                                  </p:childTnLst>
                                </p:cTn>
                              </p:par>
                              <p:par>
                                <p:cTn id="29" presetID="1" presetClass="exit" presetSubtype="0" fill="hold" grpId="2" nodeType="withEffect">
                                  <p:stCondLst>
                                    <p:cond delay="0"/>
                                  </p:stCondLst>
                                  <p:childTnLst>
                                    <p:set>
                                      <p:cBhvr>
                                        <p:cTn id="30" dur="1" fill="hold">
                                          <p:stCondLst>
                                            <p:cond delay="0"/>
                                          </p:stCondLst>
                                        </p:cTn>
                                        <p:tgtEl>
                                          <p:spTgt spid="15"/>
                                        </p:tgtEl>
                                        <p:attrNameLst>
                                          <p:attrName>style.visibility</p:attrName>
                                        </p:attrNameLst>
                                      </p:cBhvr>
                                      <p:to>
                                        <p:strVal val="hidden"/>
                                      </p:to>
                                    </p:set>
                                  </p:childTnLst>
                                </p:cTn>
                              </p:par>
                            </p:childTnLst>
                          </p:cTn>
                        </p:par>
                        <p:par>
                          <p:cTn id="31" fill="hold">
                            <p:stCondLst>
                              <p:cond delay="2000"/>
                            </p:stCondLst>
                            <p:childTnLst>
                              <p:par>
                                <p:cTn id="32" presetID="0" presetClass="path" presetSubtype="0" accel="50000" decel="50000" fill="hold" grpId="2" nodeType="afterEffect">
                                  <p:stCondLst>
                                    <p:cond delay="0"/>
                                  </p:stCondLst>
                                  <p:childTnLst>
                                    <p:animMotion origin="layout" path="M 0.45847 0.15092 L 0.49362 0.14976 L 0.51315 0.23518 L 0.56185 0.23518 L 0.56263 0.2699 " pathEditMode="relative" ptsTypes="AAAAA">
                                      <p:cBhvr>
                                        <p:cTn id="33" dur="2000" fill="hold"/>
                                        <p:tgtEl>
                                          <p:spTgt spid="11"/>
                                        </p:tgtEl>
                                        <p:attrNameLst>
                                          <p:attrName>ppt_x</p:attrName>
                                          <p:attrName>ppt_y</p:attrName>
                                        </p:attrNameLst>
                                      </p:cBhvr>
                                    </p:animMotion>
                                  </p:childTnLst>
                                </p:cTn>
                              </p:par>
                              <p:par>
                                <p:cTn id="34" presetID="0" presetClass="path" presetSubtype="0" accel="50000" decel="50000" fill="hold" grpId="2" nodeType="withEffect">
                                  <p:stCondLst>
                                    <p:cond delay="0"/>
                                  </p:stCondLst>
                                  <p:childTnLst>
                                    <p:animMotion origin="layout" path="M 0.28438 0.05972 L 0.40808 0.06088 L 0.43516 0.10625 L 0.5642 0.10764 L 0.5642 0.06898 " pathEditMode="relative" ptsTypes="AAAAA">
                                      <p:cBhvr>
                                        <p:cTn id="35" dur="2000" fill="hold"/>
                                        <p:tgtEl>
                                          <p:spTgt spid="12"/>
                                        </p:tgtEl>
                                        <p:attrNameLst>
                                          <p:attrName>ppt_x</p:attrName>
                                          <p:attrName>ppt_y</p:attrName>
                                        </p:attrNameLst>
                                      </p:cBhvr>
                                    </p:animMotion>
                                  </p:childTnLst>
                                </p:cTn>
                              </p:par>
                            </p:childTnLst>
                          </p:cTn>
                        </p:par>
                        <p:par>
                          <p:cTn id="36" fill="hold">
                            <p:stCondLst>
                              <p:cond delay="4000"/>
                            </p:stCondLst>
                            <p:childTnLst>
                              <p:par>
                                <p:cTn id="37" presetID="1" presetClass="exit" presetSubtype="0" fill="hold" grpId="3" nodeType="afterEffect">
                                  <p:stCondLst>
                                    <p:cond delay="0"/>
                                  </p:stCondLst>
                                  <p:childTnLst>
                                    <p:set>
                                      <p:cBhvr>
                                        <p:cTn id="38" dur="1" fill="hold">
                                          <p:stCondLst>
                                            <p:cond delay="0"/>
                                          </p:stCondLst>
                                        </p:cTn>
                                        <p:tgtEl>
                                          <p:spTgt spid="11"/>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0" presetClass="path" presetSubtype="0" accel="50000" decel="50000" fill="hold" grpId="3" nodeType="clickEffect">
                                  <p:stCondLst>
                                    <p:cond delay="0"/>
                                  </p:stCondLst>
                                  <p:childTnLst>
                                    <p:animMotion origin="layout" path="M 0.56263 0.06898 L 0.63985 0.06759 L 0.71407 0.03958 L 0.71407 0.02083 L 0.76289 0.01967 L 0.76289 0.31689 L 0.63086 0.31805 L 0.10508 0.31805 L 0.10508 0.33935 L -0.01484 0.3449 " pathEditMode="relative" ptsTypes="AAAAAAAAAA">
                                      <p:cBhvr>
                                        <p:cTn id="42" dur="2000" fill="hold"/>
                                        <p:tgtEl>
                                          <p:spTgt spid="1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1" grpId="2" animBg="1"/>
      <p:bldP spid="11" grpId="3" animBg="1"/>
      <p:bldP spid="12" grpId="0" animBg="1"/>
      <p:bldP spid="12" grpId="1" animBg="1"/>
      <p:bldP spid="12" grpId="2" animBg="1"/>
      <p:bldP spid="12" grpId="3" animBg="1"/>
      <p:bldP spid="13" grpId="0" animBg="1"/>
      <p:bldP spid="13" grpId="1" animBg="1"/>
      <p:bldP spid="13" grpId="2" animBg="1"/>
      <p:bldP spid="15" grpId="0" animBg="1"/>
      <p:bldP spid="15" grpId="1" animBg="1"/>
      <p:bldP spid="15" grpId="2" animBg="1"/>
    </p:bld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5DB021-6E3B-4ED7-8004-ECD6DEF4A336}">
  <we:reference id="wa200000113" version="1.0.0.0" store="ja-JP" storeType="OMEX"/>
  <we:alternateReferences>
    <we:reference id="WA200000113" version="1.0.0.0" store="WA20000011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40412</TotalTime>
  <Words>4737</Words>
  <Application>Microsoft Office PowerPoint</Application>
  <PresentationFormat>ワイド画面</PresentationFormat>
  <Paragraphs>1747</Paragraphs>
  <Slides>68</Slides>
  <Notes>17</Notes>
  <HiddenSlides>37</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68</vt:i4>
      </vt:variant>
    </vt:vector>
  </HeadingPairs>
  <TitlesOfParts>
    <vt:vector size="75" baseType="lpstr">
      <vt:lpstr>ＭＳ Ｐゴシック</vt:lpstr>
      <vt:lpstr>メイリオ</vt:lpstr>
      <vt:lpstr>游ゴシック</vt:lpstr>
      <vt:lpstr>游ゴシック Light</vt:lpstr>
      <vt:lpstr>Arial</vt:lpstr>
      <vt:lpstr>Wingdings</vt:lpstr>
      <vt:lpstr>Office テーマ</vt:lpstr>
      <vt:lpstr>SuperScalarDDP</vt:lpstr>
      <vt:lpstr>前提知識</vt:lpstr>
      <vt:lpstr>複数命令発行(1/2)</vt:lpstr>
      <vt:lpstr>複数命令発行(2/2)</vt:lpstr>
      <vt:lpstr>投機実行(1/3)</vt:lpstr>
      <vt:lpstr>投機実行(2/3)</vt:lpstr>
      <vt:lpstr>投機実行(3/3)</vt:lpstr>
      <vt:lpstr>投機実行(3/3)</vt:lpstr>
      <vt:lpstr>静的な複数命令発行</vt:lpstr>
      <vt:lpstr>スーパースカラ(1/2)</vt:lpstr>
      <vt:lpstr>スーパースカラ(2/2)</vt:lpstr>
      <vt:lpstr>データ依存</vt:lpstr>
      <vt:lpstr>データ依存</vt:lpstr>
      <vt:lpstr>動的スケジューリングの主要ユニット(1/2)</vt:lpstr>
      <vt:lpstr>動的スケジューリングの主要ユニット(2/2)</vt:lpstr>
      <vt:lpstr>アウトオブオーダー処理機構</vt:lpstr>
      <vt:lpstr>レジスタリネーミング</vt:lpstr>
      <vt:lpstr>プロセッサ構成</vt:lpstr>
      <vt:lpstr>課題点</vt:lpstr>
      <vt:lpstr>7/30</vt:lpstr>
      <vt:lpstr>PowerPoint プレゼンテーション</vt:lpstr>
      <vt:lpstr>パケットフォーマット(1/)</vt:lpstr>
      <vt:lpstr>パケットフォーマット(2/)</vt:lpstr>
      <vt:lpstr>パケットフォーマット(3/)</vt:lpstr>
      <vt:lpstr>パケットフォーマット(4/)</vt:lpstr>
      <vt:lpstr>パケットフォーマット(5/)</vt:lpstr>
      <vt:lpstr>8/5</vt:lpstr>
      <vt:lpstr>FIR・DDPプログラム</vt:lpstr>
      <vt:lpstr>FIR・DDPプログラム(SuperScalar版)</vt:lpstr>
      <vt:lpstr>FIR・DDPプログラム</vt:lpstr>
      <vt:lpstr>9/3</vt:lpstr>
      <vt:lpstr>FIR・DDPプログラム</vt:lpstr>
      <vt:lpstr>回路規模</vt:lpstr>
      <vt:lpstr>回路規模</vt:lpstr>
      <vt:lpstr>FIR・DDPプログラム</vt:lpstr>
      <vt:lpstr>リングバッファ</vt:lpstr>
      <vt:lpstr>対応表</vt:lpstr>
      <vt:lpstr>MMCAM</vt:lpstr>
      <vt:lpstr>パケットフォーマット</vt:lpstr>
      <vt:lpstr>MMCAM</vt:lpstr>
      <vt:lpstr>FIR・DDPプログラム</vt:lpstr>
      <vt:lpstr>PowerPoint プレゼンテーション</vt:lpstr>
      <vt:lpstr>相違点</vt:lpstr>
      <vt:lpstr>PowerPoint プレゼンテーション</vt:lpstr>
      <vt:lpstr>PowerPoint プレゼンテーション</vt:lpstr>
      <vt:lpstr>PowerPoint プレゼンテーション</vt:lpstr>
      <vt:lpstr>PowerPoint プレゼンテーション</vt:lpstr>
      <vt:lpstr>DDP_スーパースカラ構想</vt:lpstr>
      <vt:lpstr>実行部</vt:lpstr>
      <vt:lpstr>案1_INPUT分岐</vt:lpstr>
      <vt:lpstr>PowerPoint プレゼンテーション</vt:lpstr>
      <vt:lpstr>案2_途中分岐</vt:lpstr>
      <vt:lpstr>PowerPoint プレゼンテーション</vt:lpstr>
      <vt:lpstr>案３ PS部をMMCAM前に配置</vt:lpstr>
      <vt:lpstr>PowerPoint プレゼンテーション</vt:lpstr>
      <vt:lpstr>PowerPoint プレゼンテーション</vt:lpstr>
      <vt:lpstr>案4 COPY部でパケットを分ける</vt:lpstr>
      <vt:lpstr>PowerPoint プレゼンテーション</vt:lpstr>
      <vt:lpstr>共通の課題点</vt:lpstr>
      <vt:lpstr>問題点</vt:lpstr>
      <vt:lpstr>参考文献</vt:lpstr>
      <vt:lpstr>M_Stage</vt:lpstr>
      <vt:lpstr>MMCAM</vt:lpstr>
      <vt:lpstr>制御メカニズム</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mattya</dc:creator>
  <cp:lastModifiedBy>mattya</cp:lastModifiedBy>
  <cp:revision>200</cp:revision>
  <dcterms:created xsi:type="dcterms:W3CDTF">2026-07-09T11:35:05Z</dcterms:created>
  <dcterms:modified xsi:type="dcterms:W3CDTF">2026-09-16T10:35:17Z</dcterms:modified>
</cp:coreProperties>
</file>