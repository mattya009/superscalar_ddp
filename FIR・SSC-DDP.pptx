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85" r:id="rId3"/>
    <p:sldId id="292" r:id="rId4"/>
    <p:sldId id="293" r:id="rId5"/>
    <p:sldId id="294" r:id="rId6"/>
    <p:sldId id="295" r:id="rId7"/>
    <p:sldId id="296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8" r:id="rId19"/>
    <p:sldId id="312" r:id="rId20"/>
    <p:sldId id="313" r:id="rId21"/>
    <p:sldId id="314" r:id="rId22"/>
    <p:sldId id="315" r:id="rId23"/>
    <p:sldId id="316" r:id="rId24"/>
    <p:sldId id="317" r:id="rId25"/>
    <p:sldId id="286" r:id="rId26"/>
    <p:sldId id="300" r:id="rId27"/>
    <p:sldId id="287" r:id="rId28"/>
    <p:sldId id="288" r:id="rId29"/>
    <p:sldId id="289" r:id="rId30"/>
    <p:sldId id="290" r:id="rId31"/>
    <p:sldId id="291" r:id="rId32"/>
    <p:sldId id="284" r:id="rId33"/>
    <p:sldId id="274" r:id="rId34"/>
    <p:sldId id="275" r:id="rId35"/>
    <p:sldId id="276" r:id="rId36"/>
    <p:sldId id="277" r:id="rId37"/>
    <p:sldId id="279" r:id="rId38"/>
    <p:sldId id="278" r:id="rId39"/>
    <p:sldId id="280" r:id="rId40"/>
    <p:sldId id="281" r:id="rId41"/>
    <p:sldId id="283" r:id="rId4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80D20DA-F593-4D07-A6D4-70793A09360C}">
          <p14:sldIdLst>
            <p14:sldId id="256"/>
          </p14:sldIdLst>
        </p14:section>
        <p14:section name="松坂プログラム" id="{1015C625-65D1-46F3-8987-F1D84D64E600}">
          <p14:sldIdLst>
            <p14:sldId id="285"/>
            <p14:sldId id="292"/>
            <p14:sldId id="293"/>
            <p14:sldId id="294"/>
            <p14:sldId id="295"/>
            <p14:sldId id="296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8"/>
            <p14:sldId id="312"/>
            <p14:sldId id="313"/>
            <p14:sldId id="314"/>
            <p14:sldId id="315"/>
            <p14:sldId id="316"/>
            <p14:sldId id="317"/>
            <p14:sldId id="286"/>
            <p14:sldId id="300"/>
            <p14:sldId id="287"/>
            <p14:sldId id="288"/>
            <p14:sldId id="289"/>
            <p14:sldId id="290"/>
            <p14:sldId id="291"/>
          </p14:sldIdLst>
        </p14:section>
        <p14:section name="順次コピープログラム" id="{FC5D73ED-7C02-4AC0-AA9B-66F1A482665C}">
          <p14:sldIdLst>
            <p14:sldId id="284"/>
            <p14:sldId id="274"/>
            <p14:sldId id="275"/>
            <p14:sldId id="276"/>
            <p14:sldId id="277"/>
            <p14:sldId id="279"/>
            <p14:sldId id="278"/>
            <p14:sldId id="280"/>
            <p14:sldId id="281"/>
          </p14:sldIdLst>
        </p14:section>
        <p14:section name="一括コピープログラム" id="{6628865E-8BAA-4A05-8704-DCF8A0746E18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1" autoAdjust="0"/>
    <p:restoredTop sz="89027" autoAdjust="0"/>
  </p:normalViewPr>
  <p:slideViewPr>
    <p:cSldViewPr snapToGrid="0">
      <p:cViewPr varScale="1">
        <p:scale>
          <a:sx n="98" d="100"/>
          <a:sy n="98" d="100"/>
        </p:scale>
        <p:origin x="12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1A864C7-AB44-0DB2-77F8-7F0CB046C3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6E7F1C0-4649-6466-3614-49986B239C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C7484-C44B-4B88-BEAC-272C60ADB3D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78343D-6050-7D66-F698-DCF05267D4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A5A9453-BC69-91B5-6D4F-445E4FD230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3E64F-C95B-4CE7-B6F1-40BEEBECAE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476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417EB-E090-4F5C-8FDB-BB08DEA9658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8C381-66DF-4D28-BEBB-B377F4AF78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276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506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333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375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0449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244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140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656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475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2447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320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9044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987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この時点で９パケットできるため、オーバーする？</a:t>
            </a:r>
            <a:endParaRPr kumimoji="1" lang="en-US" altLang="ja-JP" dirty="0"/>
          </a:p>
          <a:p>
            <a:r>
              <a:rPr kumimoji="1" lang="ja-JP" altLang="en-US" dirty="0"/>
              <a:t>おそらく、１回目と２回目の間隔をある程度開けてから入力させるのかも？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8C381-66DF-4D28-BEBB-B377F4AF78EC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7791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E9A278-3130-F950-3EF0-2712B1D3C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42666C-E614-AC89-BEF2-D57EE0DF3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1205CA-1F6D-8C6B-2CCF-1B6DD649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277530-4080-578A-735C-45CABBF8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B5D1B4-F433-A463-58D5-27701B03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4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C322AF-B3B1-C37A-76C7-9282536D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23" y="147967"/>
            <a:ext cx="11128075" cy="723301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86B252-3985-F7FE-EF37-42EAD351F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4" y="983412"/>
            <a:ext cx="11128076" cy="5193551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6BF947-256D-B6DB-5CAA-F4C4F5E8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BD63CD-F4D2-3775-FD88-92EF22FF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028862-EC64-961A-0D16-EC427061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D81831F-F0C8-E3F3-F871-3B0C72C0457A}"/>
              </a:ext>
            </a:extLst>
          </p:cNvPr>
          <p:cNvCxnSpPr/>
          <p:nvPr userDrawn="1"/>
        </p:nvCxnSpPr>
        <p:spPr>
          <a:xfrm>
            <a:off x="225723" y="871268"/>
            <a:ext cx="1112807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04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8A6A7B-A859-7A9B-980E-F8C2EE33B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814C5E-EA10-F0A0-722F-970B3505C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89EA6-AFD0-86DE-05B6-238B8E12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D2EB6B-D6AC-C133-B482-32C3A369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9767B7-9A10-CC9F-D8E9-AB9B1579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01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397AC0-5386-5567-2839-27656A27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A84881-D6F9-32EE-FFE4-60DB7933D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89719E-F277-2EC7-E302-CC0B19135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266518-9B89-3B9D-8F90-465D93F7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A09200-7F2D-52DF-95C7-9BD17A31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56E530-6D9E-5F40-6922-B2C3C51A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4969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506A81-9325-19C8-F4ED-C60152D8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292245-98BA-A144-D153-41F13C48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D9C5CA-F896-8DE1-EF59-F1CF0B913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E3AA3E6-F7C6-5A85-E4B7-287FB71A9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C80BEA7-ABEF-2BCA-D48D-5BA6357D2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9362DCA-9D0E-6F6F-E92B-19A6B4E7C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3B4728A-4305-165D-330E-55F9391D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AFA426-42DB-DE95-1FFB-1A3A035A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225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51DB4A-D751-C65E-8337-AE99A199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A2ECEB-F9E6-068B-9196-030C0164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9279FD7-FDA7-B7E7-3D1C-B02B849D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36C815-4621-8486-6CCA-17F22B41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08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03346DB-C1B4-B8E8-9C09-0D1111AE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078B8F5-CB92-3EF2-2269-265EE1A8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C32BD-236F-FAE0-9024-DC1A6E9D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87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1AA59-E71A-9987-A97B-94064CA78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0A1FBB-CA16-AF2F-2028-AD0095490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497361-C7A3-BBE8-E833-B5440237A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6BC5DD-8ACF-EF08-FD9C-6BC9608DE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69C855-BD50-F726-65E5-DE91F03D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AAB76F-3172-56AE-B469-D82F5DB4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954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D64DDB-AE97-7A49-45CB-9F528C6D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1A48303-10D2-FD0D-E46D-4950E28DF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71F9C7-F275-DF74-25F4-3F4430DC7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8FC706-F9AB-3825-BA01-F049D331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303BC1-6962-39A3-D677-27A245F3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E23FC4-3054-A756-B598-16B99C2F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2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30BA5-2E9F-A3EA-B23D-7E3BB83D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011C22-C1C4-01C8-283E-B54F75D79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B2A763-B183-177D-6F6A-FBF751F9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0E5898-09BE-8864-932D-73C441ED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B627B2-EA77-991B-4BF8-8C0B6B64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7391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205BB74-9157-7D2D-2C1E-27ED6F6CF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C99EA35-98C9-0C10-F433-E68891A18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725EAF-9764-0012-1B0C-75940E79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5D0129-3EB1-E929-0741-9C1EF743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907F03-6240-E121-431D-067BCCFC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5375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5ABDE4-5C04-D1D3-ECD7-20500557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BE1D8F-3BFC-E669-9491-D117721F0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04A925-790C-712E-03CE-100478888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6A967-549A-44EC-B71F-F157F2AF5A62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34CF70-A1CD-47AE-4DD0-7B4752CA5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791721-C980-D41A-A549-46FA2F9C9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CD007-F7D1-49EE-A7C2-0CBCE5C521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64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FD363-A0C9-5ADD-2D15-087E4D482F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SSC-DDP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9AC9DE-93FC-F01A-EDD9-57F5F37C5D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4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1CB57-249B-CF29-702D-96A795F8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松坂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FF8A83-40F2-E9C9-DF04-39D7B8029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従来の</a:t>
            </a:r>
            <a:r>
              <a:rPr kumimoji="1" lang="en-US" altLang="ja-JP" dirty="0"/>
              <a:t>FIR</a:t>
            </a:r>
            <a:r>
              <a:rPr kumimoji="1" lang="ja-JP" altLang="en-US" dirty="0"/>
              <a:t>プログラムと同様の処理を行う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kumimoji="1" lang="ja-JP" altLang="en-US" dirty="0"/>
              <a:t>巡回パケット</a:t>
            </a:r>
            <a:endParaRPr kumimoji="1" lang="en-US" altLang="ja-JP" dirty="0"/>
          </a:p>
          <a:p>
            <a:pPr lvl="1"/>
            <a:r>
              <a:rPr lang="en-US" altLang="ja-JP" dirty="0"/>
              <a:t>COPY/COPY </a:t>
            </a:r>
            <a:r>
              <a:rPr lang="ja-JP" altLang="en-US" dirty="0"/>
              <a:t>→ </a:t>
            </a:r>
            <a:r>
              <a:rPr lang="en-US" altLang="ja-JP" dirty="0"/>
              <a:t>MUL/MUL </a:t>
            </a:r>
            <a:r>
              <a:rPr lang="ja-JP" altLang="en-US" dirty="0"/>
              <a:t>→ </a:t>
            </a:r>
            <a:r>
              <a:rPr lang="en-US" altLang="ja-JP" dirty="0" err="1"/>
              <a:t>Lshift</a:t>
            </a:r>
            <a:r>
              <a:rPr lang="en-US" altLang="ja-JP" dirty="0"/>
              <a:t>/</a:t>
            </a:r>
            <a:r>
              <a:rPr lang="en-US" altLang="ja-JP" dirty="0" err="1"/>
              <a:t>Lshift</a:t>
            </a:r>
            <a:r>
              <a:rPr lang="en-US" altLang="ja-JP" dirty="0"/>
              <a:t> </a:t>
            </a:r>
            <a:r>
              <a:rPr lang="ja-JP" altLang="en-US" dirty="0"/>
              <a:t>→ </a:t>
            </a:r>
            <a:r>
              <a:rPr lang="en-US" altLang="ja-JP" dirty="0"/>
              <a:t>ADD/ADD </a:t>
            </a:r>
            <a:r>
              <a:rPr lang="ja-JP" altLang="en-US" dirty="0"/>
              <a:t>→ </a:t>
            </a:r>
            <a:r>
              <a:rPr lang="en-US" altLang="ja-JP" dirty="0"/>
              <a:t>/ADDGEN </a:t>
            </a:r>
            <a:r>
              <a:rPr lang="ja-JP" altLang="en-US" dirty="0"/>
              <a:t>→ </a:t>
            </a:r>
            <a:r>
              <a:rPr lang="en-US" altLang="ja-JP" dirty="0"/>
              <a:t>…</a:t>
            </a:r>
          </a:p>
          <a:p>
            <a:pPr lvl="1"/>
            <a:r>
              <a:rPr lang="ja-JP" altLang="en-US" dirty="0"/>
              <a:t>ハンドシェイク時間</a:t>
            </a:r>
            <a:r>
              <a:rPr lang="en-US" altLang="ja-JP" dirty="0"/>
              <a:t>	:</a:t>
            </a:r>
            <a:r>
              <a:rPr lang="en-US" altLang="ja-JP" dirty="0" err="1"/>
              <a:t>Tf</a:t>
            </a:r>
            <a:r>
              <a:rPr lang="en-US" altLang="ja-JP" dirty="0"/>
              <a:t> + Tr</a:t>
            </a:r>
            <a:r>
              <a:rPr lang="ja-JP" altLang="en-US" dirty="0"/>
              <a:t>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dirty="0"/>
              <a:t>50ns</a:t>
            </a:r>
          </a:p>
          <a:p>
            <a:pPr lvl="1"/>
            <a:r>
              <a:rPr lang="ja-JP" altLang="en-US" dirty="0"/>
              <a:t>ノードの演算処理 </a:t>
            </a:r>
            <a:r>
              <a:rPr lang="en-US" altLang="ja-JP" dirty="0"/>
              <a:t>	:3000ns</a:t>
            </a:r>
            <a:r>
              <a:rPr lang="ja-JP" altLang="en-US" dirty="0"/>
              <a:t>強</a:t>
            </a:r>
            <a:endParaRPr lang="en-US" altLang="ja-JP" dirty="0"/>
          </a:p>
          <a:p>
            <a:pPr lvl="1"/>
            <a:r>
              <a:rPr lang="ja-JP" altLang="en-US" dirty="0"/>
              <a:t>入力周期</a:t>
            </a:r>
            <a:r>
              <a:rPr lang="en-US" altLang="ja-JP" dirty="0"/>
              <a:t>		:5050ns</a:t>
            </a:r>
          </a:p>
          <a:p>
            <a:pPr lvl="1"/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ノードの演算処理は</a:t>
            </a:r>
            <a:r>
              <a:rPr lang="en-US" altLang="ja-JP" dirty="0"/>
              <a:t>7.5</a:t>
            </a:r>
            <a:r>
              <a:rPr lang="ja-JP" altLang="en-US" dirty="0"/>
              <a:t>命令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 dirty="0"/>
              <a:t>入力周期は</a:t>
            </a:r>
            <a:r>
              <a:rPr lang="en-US" altLang="ja-JP" dirty="0"/>
              <a:t>12.625</a:t>
            </a:r>
            <a:r>
              <a:rPr lang="ja-JP" altLang="en-US" dirty="0"/>
              <a:t>命令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704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92687" y="1578261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3080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062693" y="1565902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960961F1-54FD-0827-C221-56DFF8D197A3}"/>
              </a:ext>
            </a:extLst>
          </p:cNvPr>
          <p:cNvSpPr/>
          <p:nvPr/>
        </p:nvSpPr>
        <p:spPr>
          <a:xfrm>
            <a:off x="330408" y="2275620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996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3794975" y="1584583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960961F1-54FD-0827-C221-56DFF8D197A3}"/>
              </a:ext>
            </a:extLst>
          </p:cNvPr>
          <p:cNvSpPr/>
          <p:nvPr/>
        </p:nvSpPr>
        <p:spPr>
          <a:xfrm>
            <a:off x="292832" y="2984965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CCD3D764-BCF8-419A-9938-DE20C1B457DB}"/>
              </a:ext>
            </a:extLst>
          </p:cNvPr>
          <p:cNvSpPr/>
          <p:nvPr/>
        </p:nvSpPr>
        <p:spPr>
          <a:xfrm>
            <a:off x="2078044" y="2291029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128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3791535" y="2321703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CCD3D764-BCF8-419A-9938-DE20C1B457DB}"/>
              </a:ext>
            </a:extLst>
          </p:cNvPr>
          <p:cNvSpPr/>
          <p:nvPr/>
        </p:nvSpPr>
        <p:spPr>
          <a:xfrm>
            <a:off x="2074604" y="3028149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10B01B-CFF3-A5E4-5D8A-3ACC0149723A}"/>
              </a:ext>
            </a:extLst>
          </p:cNvPr>
          <p:cNvSpPr/>
          <p:nvPr/>
        </p:nvSpPr>
        <p:spPr>
          <a:xfrm>
            <a:off x="5572688" y="1567129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2BF79506-59CF-45E9-8DAD-69E6A8C85E84}"/>
              </a:ext>
            </a:extLst>
          </p:cNvPr>
          <p:cNvSpPr/>
          <p:nvPr/>
        </p:nvSpPr>
        <p:spPr>
          <a:xfrm>
            <a:off x="315898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B791193D-05A4-E796-B794-F8CA090273F1}"/>
              </a:ext>
            </a:extLst>
          </p:cNvPr>
          <p:cNvSpPr/>
          <p:nvPr/>
        </p:nvSpPr>
        <p:spPr>
          <a:xfrm>
            <a:off x="1182038" y="4380641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871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3757396" y="3020736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960961F1-54FD-0827-C221-56DFF8D197A3}"/>
              </a:ext>
            </a:extLst>
          </p:cNvPr>
          <p:cNvSpPr/>
          <p:nvPr/>
        </p:nvSpPr>
        <p:spPr>
          <a:xfrm>
            <a:off x="1182039" y="509236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CCD3D764-BCF8-419A-9938-DE20C1B457DB}"/>
              </a:ext>
            </a:extLst>
          </p:cNvPr>
          <p:cNvSpPr/>
          <p:nvPr/>
        </p:nvSpPr>
        <p:spPr>
          <a:xfrm>
            <a:off x="2078043" y="4292133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10B01B-CFF3-A5E4-5D8A-3ACC0149723A}"/>
              </a:ext>
            </a:extLst>
          </p:cNvPr>
          <p:cNvSpPr/>
          <p:nvPr/>
        </p:nvSpPr>
        <p:spPr>
          <a:xfrm>
            <a:off x="5527254" y="2320106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4A29B4E0-D12C-E6FB-408C-8EF3DFEED16E}"/>
              </a:ext>
            </a:extLst>
          </p:cNvPr>
          <p:cNvSpPr/>
          <p:nvPr/>
        </p:nvSpPr>
        <p:spPr>
          <a:xfrm>
            <a:off x="7244185" y="1567761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384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5489678" y="3017384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960961F1-54FD-0827-C221-56DFF8D197A3}"/>
              </a:ext>
            </a:extLst>
          </p:cNvPr>
          <p:cNvSpPr/>
          <p:nvPr/>
        </p:nvSpPr>
        <p:spPr>
          <a:xfrm>
            <a:off x="315898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CCD3D764-BCF8-419A-9938-DE20C1B457DB}"/>
              </a:ext>
            </a:extLst>
          </p:cNvPr>
          <p:cNvSpPr/>
          <p:nvPr/>
        </p:nvSpPr>
        <p:spPr>
          <a:xfrm>
            <a:off x="3779617" y="4292133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10B01B-CFF3-A5E4-5D8A-3ACC0149723A}"/>
              </a:ext>
            </a:extLst>
          </p:cNvPr>
          <p:cNvSpPr/>
          <p:nvPr/>
        </p:nvSpPr>
        <p:spPr>
          <a:xfrm>
            <a:off x="7206609" y="2345188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4A29B4E0-D12C-E6FB-408C-8EF3DFEED16E}"/>
              </a:ext>
            </a:extLst>
          </p:cNvPr>
          <p:cNvSpPr/>
          <p:nvPr/>
        </p:nvSpPr>
        <p:spPr>
          <a:xfrm>
            <a:off x="8962149" y="1568861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DD7BEDA0-F6B7-06E8-88B4-ED1311587DC8}"/>
              </a:ext>
            </a:extLst>
          </p:cNvPr>
          <p:cNvSpPr/>
          <p:nvPr/>
        </p:nvSpPr>
        <p:spPr>
          <a:xfrm>
            <a:off x="2047799" y="5012648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0343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5511899" y="4292133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960961F1-54FD-0827-C221-56DFF8D197A3}"/>
              </a:ext>
            </a:extLst>
          </p:cNvPr>
          <p:cNvSpPr/>
          <p:nvPr/>
        </p:nvSpPr>
        <p:spPr>
          <a:xfrm>
            <a:off x="315898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CCD3D764-BCF8-419A-9938-DE20C1B457DB}"/>
              </a:ext>
            </a:extLst>
          </p:cNvPr>
          <p:cNvSpPr/>
          <p:nvPr/>
        </p:nvSpPr>
        <p:spPr>
          <a:xfrm>
            <a:off x="3761145" y="4986865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10B01B-CFF3-A5E4-5D8A-3ACC0149723A}"/>
              </a:ext>
            </a:extLst>
          </p:cNvPr>
          <p:cNvSpPr/>
          <p:nvPr/>
        </p:nvSpPr>
        <p:spPr>
          <a:xfrm>
            <a:off x="7259536" y="3040129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4A29B4E0-D12C-E6FB-408C-8EF3DFEED16E}"/>
              </a:ext>
            </a:extLst>
          </p:cNvPr>
          <p:cNvSpPr/>
          <p:nvPr/>
        </p:nvSpPr>
        <p:spPr>
          <a:xfrm>
            <a:off x="8993112" y="2326202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5E5316-D409-DD6D-21CC-CE3EC267DB53}"/>
              </a:ext>
            </a:extLst>
          </p:cNvPr>
          <p:cNvSpPr/>
          <p:nvPr/>
        </p:nvSpPr>
        <p:spPr>
          <a:xfrm>
            <a:off x="1174983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7FD19A1A-5D02-4700-A85E-D498936A1C03}"/>
              </a:ext>
            </a:extLst>
          </p:cNvPr>
          <p:cNvSpPr/>
          <p:nvPr/>
        </p:nvSpPr>
        <p:spPr>
          <a:xfrm>
            <a:off x="2040690" y="4380641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680AB29-1473-69EB-5DAB-9F3C679F36DF}"/>
              </a:ext>
            </a:extLst>
          </p:cNvPr>
          <p:cNvSpPr/>
          <p:nvPr/>
        </p:nvSpPr>
        <p:spPr>
          <a:xfrm>
            <a:off x="292836" y="1592206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6CEB3F46-8662-0FDA-40D0-40340AF09F54}"/>
              </a:ext>
            </a:extLst>
          </p:cNvPr>
          <p:cNvSpPr/>
          <p:nvPr/>
        </p:nvSpPr>
        <p:spPr>
          <a:xfrm>
            <a:off x="10736726" y="2419975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503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5530371" y="4989795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960961F1-54FD-0827-C221-56DFF8D197A3}"/>
              </a:ext>
            </a:extLst>
          </p:cNvPr>
          <p:cNvSpPr/>
          <p:nvPr/>
        </p:nvSpPr>
        <p:spPr>
          <a:xfrm>
            <a:off x="315898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10B01B-CFF3-A5E4-5D8A-3ACC0149723A}"/>
              </a:ext>
            </a:extLst>
          </p:cNvPr>
          <p:cNvSpPr/>
          <p:nvPr/>
        </p:nvSpPr>
        <p:spPr>
          <a:xfrm>
            <a:off x="7244181" y="4292133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4A29B4E0-D12C-E6FB-408C-8EF3DFEED16E}"/>
              </a:ext>
            </a:extLst>
          </p:cNvPr>
          <p:cNvSpPr/>
          <p:nvPr/>
        </p:nvSpPr>
        <p:spPr>
          <a:xfrm>
            <a:off x="9002348" y="3041873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5E5316-D409-DD6D-21CC-CE3EC267DB53}"/>
              </a:ext>
            </a:extLst>
          </p:cNvPr>
          <p:cNvSpPr/>
          <p:nvPr/>
        </p:nvSpPr>
        <p:spPr>
          <a:xfrm>
            <a:off x="1174983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7FD19A1A-5D02-4700-A85E-D498936A1C03}"/>
              </a:ext>
            </a:extLst>
          </p:cNvPr>
          <p:cNvSpPr/>
          <p:nvPr/>
        </p:nvSpPr>
        <p:spPr>
          <a:xfrm>
            <a:off x="2040690" y="4380641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680AB29-1473-69EB-5DAB-9F3C679F36DF}"/>
              </a:ext>
            </a:extLst>
          </p:cNvPr>
          <p:cNvSpPr/>
          <p:nvPr/>
        </p:nvSpPr>
        <p:spPr>
          <a:xfrm>
            <a:off x="292835" y="2303204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C1EFFA5-A8EF-E28A-8963-8A6D29D05837}"/>
              </a:ext>
            </a:extLst>
          </p:cNvPr>
          <p:cNvSpPr/>
          <p:nvPr/>
        </p:nvSpPr>
        <p:spPr>
          <a:xfrm>
            <a:off x="10709017" y="3133311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CE410F5C-0E31-E304-616B-F97582518120}"/>
              </a:ext>
            </a:extLst>
          </p:cNvPr>
          <p:cNvSpPr/>
          <p:nvPr/>
        </p:nvSpPr>
        <p:spPr>
          <a:xfrm>
            <a:off x="2947373" y="4379533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C4F37EC2-9CB8-8CDD-F2B2-CF29D433D6ED}"/>
              </a:ext>
            </a:extLst>
          </p:cNvPr>
          <p:cNvSpPr/>
          <p:nvPr/>
        </p:nvSpPr>
        <p:spPr>
          <a:xfrm>
            <a:off x="3813080" y="4386858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FE63D176-C6BB-CC5A-2764-67ED14AE7AD5}"/>
              </a:ext>
            </a:extLst>
          </p:cNvPr>
          <p:cNvSpPr/>
          <p:nvPr/>
        </p:nvSpPr>
        <p:spPr>
          <a:xfrm>
            <a:off x="2047339" y="1576643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7829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7266807" y="4992437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960961F1-54FD-0827-C221-56DFF8D197A3}"/>
              </a:ext>
            </a:extLst>
          </p:cNvPr>
          <p:cNvSpPr/>
          <p:nvPr/>
        </p:nvSpPr>
        <p:spPr>
          <a:xfrm>
            <a:off x="315898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10B01B-CFF3-A5E4-5D8A-3ACC0149723A}"/>
              </a:ext>
            </a:extLst>
          </p:cNvPr>
          <p:cNvSpPr/>
          <p:nvPr/>
        </p:nvSpPr>
        <p:spPr>
          <a:xfrm>
            <a:off x="8980617" y="4294775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5E5316-D409-DD6D-21CC-CE3EC267DB53}"/>
              </a:ext>
            </a:extLst>
          </p:cNvPr>
          <p:cNvSpPr/>
          <p:nvPr/>
        </p:nvSpPr>
        <p:spPr>
          <a:xfrm>
            <a:off x="1174983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7FD19A1A-5D02-4700-A85E-D498936A1C03}"/>
              </a:ext>
            </a:extLst>
          </p:cNvPr>
          <p:cNvSpPr/>
          <p:nvPr/>
        </p:nvSpPr>
        <p:spPr>
          <a:xfrm>
            <a:off x="2040690" y="4380641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680AB29-1473-69EB-5DAB-9F3C679F36DF}"/>
              </a:ext>
            </a:extLst>
          </p:cNvPr>
          <p:cNvSpPr/>
          <p:nvPr/>
        </p:nvSpPr>
        <p:spPr>
          <a:xfrm>
            <a:off x="277478" y="298496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C1EFFA5-A8EF-E28A-8963-8A6D29D05837}"/>
              </a:ext>
            </a:extLst>
          </p:cNvPr>
          <p:cNvSpPr/>
          <p:nvPr/>
        </p:nvSpPr>
        <p:spPr>
          <a:xfrm>
            <a:off x="10727490" y="439089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CE410F5C-0E31-E304-616B-F97582518120}"/>
              </a:ext>
            </a:extLst>
          </p:cNvPr>
          <p:cNvSpPr/>
          <p:nvPr/>
        </p:nvSpPr>
        <p:spPr>
          <a:xfrm>
            <a:off x="2947373" y="4379533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C4F37EC2-9CB8-8CDD-F2B2-CF29D433D6ED}"/>
              </a:ext>
            </a:extLst>
          </p:cNvPr>
          <p:cNvSpPr/>
          <p:nvPr/>
        </p:nvSpPr>
        <p:spPr>
          <a:xfrm>
            <a:off x="3813080" y="4386858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FE63D176-C6BB-CC5A-2764-67ED14AE7AD5}"/>
              </a:ext>
            </a:extLst>
          </p:cNvPr>
          <p:cNvSpPr/>
          <p:nvPr/>
        </p:nvSpPr>
        <p:spPr>
          <a:xfrm>
            <a:off x="2025117" y="2303936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7D424F65-7505-4FE8-8452-356098606438}"/>
              </a:ext>
            </a:extLst>
          </p:cNvPr>
          <p:cNvSpPr/>
          <p:nvPr/>
        </p:nvSpPr>
        <p:spPr>
          <a:xfrm>
            <a:off x="4647255" y="436965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6AD9C8C5-110B-5640-5266-5E445A729AF9}"/>
              </a:ext>
            </a:extLst>
          </p:cNvPr>
          <p:cNvSpPr/>
          <p:nvPr/>
        </p:nvSpPr>
        <p:spPr>
          <a:xfrm>
            <a:off x="5512962" y="437697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F8DD0AA6-FF0C-F531-2B7D-2B7AE5BBC026}"/>
              </a:ext>
            </a:extLst>
          </p:cNvPr>
          <p:cNvSpPr/>
          <p:nvPr/>
        </p:nvSpPr>
        <p:spPr>
          <a:xfrm>
            <a:off x="3793607" y="158098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772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960961F1-54FD-0827-C221-56DFF8D197A3}"/>
              </a:ext>
            </a:extLst>
          </p:cNvPr>
          <p:cNvSpPr/>
          <p:nvPr/>
        </p:nvSpPr>
        <p:spPr>
          <a:xfrm>
            <a:off x="315898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10B01B-CFF3-A5E4-5D8A-3ACC0149723A}"/>
              </a:ext>
            </a:extLst>
          </p:cNvPr>
          <p:cNvSpPr/>
          <p:nvPr/>
        </p:nvSpPr>
        <p:spPr>
          <a:xfrm>
            <a:off x="8952908" y="5044244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5E5316-D409-DD6D-21CC-CE3EC267DB53}"/>
              </a:ext>
            </a:extLst>
          </p:cNvPr>
          <p:cNvSpPr/>
          <p:nvPr/>
        </p:nvSpPr>
        <p:spPr>
          <a:xfrm>
            <a:off x="1174983" y="4373316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7FD19A1A-5D02-4700-A85E-D498936A1C03}"/>
              </a:ext>
            </a:extLst>
          </p:cNvPr>
          <p:cNvSpPr/>
          <p:nvPr/>
        </p:nvSpPr>
        <p:spPr>
          <a:xfrm>
            <a:off x="2040690" y="4380641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680AB29-1473-69EB-5DAB-9F3C679F36DF}"/>
              </a:ext>
            </a:extLst>
          </p:cNvPr>
          <p:cNvSpPr/>
          <p:nvPr/>
        </p:nvSpPr>
        <p:spPr>
          <a:xfrm>
            <a:off x="292831" y="4309713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C1EFFA5-A8EF-E28A-8963-8A6D29D05837}"/>
              </a:ext>
            </a:extLst>
          </p:cNvPr>
          <p:cNvSpPr/>
          <p:nvPr/>
        </p:nvSpPr>
        <p:spPr>
          <a:xfrm>
            <a:off x="9854019" y="438166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CE410F5C-0E31-E304-616B-F97582518120}"/>
              </a:ext>
            </a:extLst>
          </p:cNvPr>
          <p:cNvSpPr/>
          <p:nvPr/>
        </p:nvSpPr>
        <p:spPr>
          <a:xfrm>
            <a:off x="2947373" y="4379533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C4F37EC2-9CB8-8CDD-F2B2-CF29D433D6ED}"/>
              </a:ext>
            </a:extLst>
          </p:cNvPr>
          <p:cNvSpPr/>
          <p:nvPr/>
        </p:nvSpPr>
        <p:spPr>
          <a:xfrm>
            <a:off x="3813080" y="4386858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FE63D176-C6BB-CC5A-2764-67ED14AE7AD5}"/>
              </a:ext>
            </a:extLst>
          </p:cNvPr>
          <p:cNvSpPr/>
          <p:nvPr/>
        </p:nvSpPr>
        <p:spPr>
          <a:xfrm>
            <a:off x="2009760" y="3017272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7D424F65-7505-4FE8-8452-356098606438}"/>
              </a:ext>
            </a:extLst>
          </p:cNvPr>
          <p:cNvSpPr/>
          <p:nvPr/>
        </p:nvSpPr>
        <p:spPr>
          <a:xfrm>
            <a:off x="4647255" y="436965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6AD9C8C5-110B-5640-5266-5E445A729AF9}"/>
              </a:ext>
            </a:extLst>
          </p:cNvPr>
          <p:cNvSpPr/>
          <p:nvPr/>
        </p:nvSpPr>
        <p:spPr>
          <a:xfrm>
            <a:off x="5512962" y="437697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F8DD0AA6-FF0C-F531-2B7D-2B7AE5BBC026}"/>
              </a:ext>
            </a:extLst>
          </p:cNvPr>
          <p:cNvSpPr/>
          <p:nvPr/>
        </p:nvSpPr>
        <p:spPr>
          <a:xfrm>
            <a:off x="3769718" y="230196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FBFCAD91-F6F7-7A76-E26E-4A9933B40577}"/>
              </a:ext>
            </a:extLst>
          </p:cNvPr>
          <p:cNvSpPr/>
          <p:nvPr/>
        </p:nvSpPr>
        <p:spPr>
          <a:xfrm>
            <a:off x="5511903" y="1597141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C8BBCE69-3910-8628-3DA7-CE0B0EB5E8D4}"/>
              </a:ext>
            </a:extLst>
          </p:cNvPr>
          <p:cNvSpPr/>
          <p:nvPr/>
        </p:nvSpPr>
        <p:spPr>
          <a:xfrm>
            <a:off x="6388091" y="4384325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B0DF4E89-DB3F-9DE2-52CE-BA7AFF7E862B}"/>
              </a:ext>
            </a:extLst>
          </p:cNvPr>
          <p:cNvSpPr/>
          <p:nvPr/>
        </p:nvSpPr>
        <p:spPr>
          <a:xfrm>
            <a:off x="7253798" y="439165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986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4" grpId="0" animBg="1"/>
      <p:bldP spid="5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5E5316-D409-DD6D-21CC-CE3EC267DB53}"/>
              </a:ext>
            </a:extLst>
          </p:cNvPr>
          <p:cNvSpPr/>
          <p:nvPr/>
        </p:nvSpPr>
        <p:spPr>
          <a:xfrm>
            <a:off x="1182039" y="509236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7FD19A1A-5D02-4700-A85E-D498936A1C03}"/>
              </a:ext>
            </a:extLst>
          </p:cNvPr>
          <p:cNvSpPr/>
          <p:nvPr/>
        </p:nvSpPr>
        <p:spPr>
          <a:xfrm>
            <a:off x="2040690" y="4380641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C1EFFA5-A8EF-E28A-8963-8A6D29D05837}"/>
              </a:ext>
            </a:extLst>
          </p:cNvPr>
          <p:cNvSpPr/>
          <p:nvPr/>
        </p:nvSpPr>
        <p:spPr>
          <a:xfrm>
            <a:off x="9854019" y="438166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CE410F5C-0E31-E304-616B-F97582518120}"/>
              </a:ext>
            </a:extLst>
          </p:cNvPr>
          <p:cNvSpPr/>
          <p:nvPr/>
        </p:nvSpPr>
        <p:spPr>
          <a:xfrm>
            <a:off x="2947373" y="4379533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C4F37EC2-9CB8-8CDD-F2B2-CF29D433D6ED}"/>
              </a:ext>
            </a:extLst>
          </p:cNvPr>
          <p:cNvSpPr/>
          <p:nvPr/>
        </p:nvSpPr>
        <p:spPr>
          <a:xfrm>
            <a:off x="3813080" y="4386858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FE63D176-C6BB-CC5A-2764-67ED14AE7AD5}"/>
              </a:ext>
            </a:extLst>
          </p:cNvPr>
          <p:cNvSpPr/>
          <p:nvPr/>
        </p:nvSpPr>
        <p:spPr>
          <a:xfrm>
            <a:off x="2078043" y="4295064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7D424F65-7505-4FE8-8452-356098606438}"/>
              </a:ext>
            </a:extLst>
          </p:cNvPr>
          <p:cNvSpPr/>
          <p:nvPr/>
        </p:nvSpPr>
        <p:spPr>
          <a:xfrm>
            <a:off x="4647255" y="436965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6AD9C8C5-110B-5640-5266-5E445A729AF9}"/>
              </a:ext>
            </a:extLst>
          </p:cNvPr>
          <p:cNvSpPr/>
          <p:nvPr/>
        </p:nvSpPr>
        <p:spPr>
          <a:xfrm>
            <a:off x="5512962" y="437697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F8DD0AA6-FF0C-F531-2B7D-2B7AE5BBC026}"/>
              </a:ext>
            </a:extLst>
          </p:cNvPr>
          <p:cNvSpPr/>
          <p:nvPr/>
        </p:nvSpPr>
        <p:spPr>
          <a:xfrm>
            <a:off x="3810324" y="3019011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FBFCAD91-F6F7-7A76-E26E-4A9933B40577}"/>
              </a:ext>
            </a:extLst>
          </p:cNvPr>
          <p:cNvSpPr/>
          <p:nvPr/>
        </p:nvSpPr>
        <p:spPr>
          <a:xfrm>
            <a:off x="5527254" y="2320106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C8BBCE69-3910-8628-3DA7-CE0B0EB5E8D4}"/>
              </a:ext>
            </a:extLst>
          </p:cNvPr>
          <p:cNvSpPr/>
          <p:nvPr/>
        </p:nvSpPr>
        <p:spPr>
          <a:xfrm>
            <a:off x="6388091" y="4384325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B0DF4E89-DB3F-9DE2-52CE-BA7AFF7E862B}"/>
              </a:ext>
            </a:extLst>
          </p:cNvPr>
          <p:cNvSpPr/>
          <p:nvPr/>
        </p:nvSpPr>
        <p:spPr>
          <a:xfrm>
            <a:off x="7253798" y="439165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979C7896-7A2C-3CA3-C9A7-397A0DDDE56D}"/>
              </a:ext>
            </a:extLst>
          </p:cNvPr>
          <p:cNvSpPr/>
          <p:nvPr/>
        </p:nvSpPr>
        <p:spPr>
          <a:xfrm>
            <a:off x="7244185" y="1587380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E91F13A7-BA22-E65B-FDE1-E84FA8855EC8}"/>
              </a:ext>
            </a:extLst>
          </p:cNvPr>
          <p:cNvSpPr/>
          <p:nvPr/>
        </p:nvSpPr>
        <p:spPr>
          <a:xfrm>
            <a:off x="8111166" y="438283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A22F67BC-9F3A-8A50-835A-BD9709F18BA2}"/>
              </a:ext>
            </a:extLst>
          </p:cNvPr>
          <p:cNvSpPr/>
          <p:nvPr/>
        </p:nvSpPr>
        <p:spPr>
          <a:xfrm>
            <a:off x="8976873" y="439016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532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5E5316-D409-DD6D-21CC-CE3EC267DB53}"/>
              </a:ext>
            </a:extLst>
          </p:cNvPr>
          <p:cNvSpPr/>
          <p:nvPr/>
        </p:nvSpPr>
        <p:spPr>
          <a:xfrm>
            <a:off x="315898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C1EFFA5-A8EF-E28A-8963-8A6D29D05837}"/>
              </a:ext>
            </a:extLst>
          </p:cNvPr>
          <p:cNvSpPr/>
          <p:nvPr/>
        </p:nvSpPr>
        <p:spPr>
          <a:xfrm>
            <a:off x="9854019" y="438166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C4F37EC2-9CB8-8CDD-F2B2-CF29D433D6ED}"/>
              </a:ext>
            </a:extLst>
          </p:cNvPr>
          <p:cNvSpPr/>
          <p:nvPr/>
        </p:nvSpPr>
        <p:spPr>
          <a:xfrm>
            <a:off x="3813080" y="4386858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FE63D176-C6BB-CC5A-2764-67ED14AE7AD5}"/>
              </a:ext>
            </a:extLst>
          </p:cNvPr>
          <p:cNvSpPr/>
          <p:nvPr/>
        </p:nvSpPr>
        <p:spPr>
          <a:xfrm>
            <a:off x="2049468" y="5012648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7D424F65-7505-4FE8-8452-356098606438}"/>
              </a:ext>
            </a:extLst>
          </p:cNvPr>
          <p:cNvSpPr/>
          <p:nvPr/>
        </p:nvSpPr>
        <p:spPr>
          <a:xfrm>
            <a:off x="4647255" y="436965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6AD9C8C5-110B-5640-5266-5E445A729AF9}"/>
              </a:ext>
            </a:extLst>
          </p:cNvPr>
          <p:cNvSpPr/>
          <p:nvPr/>
        </p:nvSpPr>
        <p:spPr>
          <a:xfrm>
            <a:off x="5512962" y="437697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F8DD0AA6-FF0C-F531-2B7D-2B7AE5BBC026}"/>
              </a:ext>
            </a:extLst>
          </p:cNvPr>
          <p:cNvSpPr/>
          <p:nvPr/>
        </p:nvSpPr>
        <p:spPr>
          <a:xfrm>
            <a:off x="3779617" y="4297994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FBFCAD91-F6F7-7A76-E26E-4A9933B40577}"/>
              </a:ext>
            </a:extLst>
          </p:cNvPr>
          <p:cNvSpPr/>
          <p:nvPr/>
        </p:nvSpPr>
        <p:spPr>
          <a:xfrm>
            <a:off x="5481997" y="3018738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C8BBCE69-3910-8628-3DA7-CE0B0EB5E8D4}"/>
              </a:ext>
            </a:extLst>
          </p:cNvPr>
          <p:cNvSpPr/>
          <p:nvPr/>
        </p:nvSpPr>
        <p:spPr>
          <a:xfrm>
            <a:off x="6388091" y="4384325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B0DF4E89-DB3F-9DE2-52CE-BA7AFF7E862B}"/>
              </a:ext>
            </a:extLst>
          </p:cNvPr>
          <p:cNvSpPr/>
          <p:nvPr/>
        </p:nvSpPr>
        <p:spPr>
          <a:xfrm>
            <a:off x="7253798" y="439165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979C7896-7A2C-3CA3-C9A7-397A0DDDE56D}"/>
              </a:ext>
            </a:extLst>
          </p:cNvPr>
          <p:cNvSpPr/>
          <p:nvPr/>
        </p:nvSpPr>
        <p:spPr>
          <a:xfrm>
            <a:off x="7198928" y="2286012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E91F13A7-BA22-E65B-FDE1-E84FA8855EC8}"/>
              </a:ext>
            </a:extLst>
          </p:cNvPr>
          <p:cNvSpPr/>
          <p:nvPr/>
        </p:nvSpPr>
        <p:spPr>
          <a:xfrm>
            <a:off x="8111166" y="438283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A22F67BC-9F3A-8A50-835A-BD9709F18BA2}"/>
              </a:ext>
            </a:extLst>
          </p:cNvPr>
          <p:cNvSpPr/>
          <p:nvPr/>
        </p:nvSpPr>
        <p:spPr>
          <a:xfrm>
            <a:off x="8976873" y="439016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A81B450-386B-65A2-A035-FF3C84F50846}"/>
              </a:ext>
            </a:extLst>
          </p:cNvPr>
          <p:cNvSpPr/>
          <p:nvPr/>
        </p:nvSpPr>
        <p:spPr>
          <a:xfrm>
            <a:off x="8989628" y="1593676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5589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5E5316-D409-DD6D-21CC-CE3EC267DB53}"/>
              </a:ext>
            </a:extLst>
          </p:cNvPr>
          <p:cNvSpPr/>
          <p:nvPr/>
        </p:nvSpPr>
        <p:spPr>
          <a:xfrm>
            <a:off x="315898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C1EFFA5-A8EF-E28A-8963-8A6D29D05837}"/>
              </a:ext>
            </a:extLst>
          </p:cNvPr>
          <p:cNvSpPr/>
          <p:nvPr/>
        </p:nvSpPr>
        <p:spPr>
          <a:xfrm>
            <a:off x="9854019" y="438166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6AD9C8C5-110B-5640-5266-5E445A729AF9}"/>
              </a:ext>
            </a:extLst>
          </p:cNvPr>
          <p:cNvSpPr/>
          <p:nvPr/>
        </p:nvSpPr>
        <p:spPr>
          <a:xfrm>
            <a:off x="5512962" y="437697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F8DD0AA6-FF0C-F531-2B7D-2B7AE5BBC026}"/>
              </a:ext>
            </a:extLst>
          </p:cNvPr>
          <p:cNvSpPr/>
          <p:nvPr/>
        </p:nvSpPr>
        <p:spPr>
          <a:xfrm>
            <a:off x="3798667" y="4979007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FBFCAD91-F6F7-7A76-E26E-4A9933B40577}"/>
              </a:ext>
            </a:extLst>
          </p:cNvPr>
          <p:cNvSpPr/>
          <p:nvPr/>
        </p:nvSpPr>
        <p:spPr>
          <a:xfrm>
            <a:off x="5511899" y="4290681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C8BBCE69-3910-8628-3DA7-CE0B0EB5E8D4}"/>
              </a:ext>
            </a:extLst>
          </p:cNvPr>
          <p:cNvSpPr/>
          <p:nvPr/>
        </p:nvSpPr>
        <p:spPr>
          <a:xfrm>
            <a:off x="6388091" y="4384325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B0DF4E89-DB3F-9DE2-52CE-BA7AFF7E862B}"/>
              </a:ext>
            </a:extLst>
          </p:cNvPr>
          <p:cNvSpPr/>
          <p:nvPr/>
        </p:nvSpPr>
        <p:spPr>
          <a:xfrm>
            <a:off x="7253798" y="439165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979C7896-7A2C-3CA3-C9A7-397A0DDDE56D}"/>
              </a:ext>
            </a:extLst>
          </p:cNvPr>
          <p:cNvSpPr/>
          <p:nvPr/>
        </p:nvSpPr>
        <p:spPr>
          <a:xfrm>
            <a:off x="7206606" y="3041873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E91F13A7-BA22-E65B-FDE1-E84FA8855EC8}"/>
              </a:ext>
            </a:extLst>
          </p:cNvPr>
          <p:cNvSpPr/>
          <p:nvPr/>
        </p:nvSpPr>
        <p:spPr>
          <a:xfrm>
            <a:off x="8111166" y="438283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A22F67BC-9F3A-8A50-835A-BD9709F18BA2}"/>
              </a:ext>
            </a:extLst>
          </p:cNvPr>
          <p:cNvSpPr/>
          <p:nvPr/>
        </p:nvSpPr>
        <p:spPr>
          <a:xfrm>
            <a:off x="8976873" y="439016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A81B450-386B-65A2-A035-FF3C84F50846}"/>
              </a:ext>
            </a:extLst>
          </p:cNvPr>
          <p:cNvSpPr/>
          <p:nvPr/>
        </p:nvSpPr>
        <p:spPr>
          <a:xfrm>
            <a:off x="8970578" y="2338776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1182040" y="437331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8E2603E-0C66-DA5C-4BD7-7455D81B5BC1}"/>
              </a:ext>
            </a:extLst>
          </p:cNvPr>
          <p:cNvSpPr/>
          <p:nvPr/>
        </p:nvSpPr>
        <p:spPr>
          <a:xfrm>
            <a:off x="2048181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3DE717E-4BCD-301A-3C4E-301EB1AD7A5E}"/>
              </a:ext>
            </a:extLst>
          </p:cNvPr>
          <p:cNvSpPr/>
          <p:nvPr/>
        </p:nvSpPr>
        <p:spPr>
          <a:xfrm>
            <a:off x="10711269" y="2406119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19FA1324-8B6D-2768-9D81-AED6BC5F61A6}"/>
              </a:ext>
            </a:extLst>
          </p:cNvPr>
          <p:cNvSpPr/>
          <p:nvPr/>
        </p:nvSpPr>
        <p:spPr>
          <a:xfrm>
            <a:off x="330411" y="1577655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863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5E5316-D409-DD6D-21CC-CE3EC267DB53}"/>
              </a:ext>
            </a:extLst>
          </p:cNvPr>
          <p:cNvSpPr/>
          <p:nvPr/>
        </p:nvSpPr>
        <p:spPr>
          <a:xfrm>
            <a:off x="315898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C1EFFA5-A8EF-E28A-8963-8A6D29D05837}"/>
              </a:ext>
            </a:extLst>
          </p:cNvPr>
          <p:cNvSpPr/>
          <p:nvPr/>
        </p:nvSpPr>
        <p:spPr>
          <a:xfrm>
            <a:off x="9854019" y="438166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FBFCAD91-F6F7-7A76-E26E-4A9933B40577}"/>
              </a:ext>
            </a:extLst>
          </p:cNvPr>
          <p:cNvSpPr/>
          <p:nvPr/>
        </p:nvSpPr>
        <p:spPr>
          <a:xfrm>
            <a:off x="5543221" y="498979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B0DF4E89-DB3F-9DE2-52CE-BA7AFF7E862B}"/>
              </a:ext>
            </a:extLst>
          </p:cNvPr>
          <p:cNvSpPr/>
          <p:nvPr/>
        </p:nvSpPr>
        <p:spPr>
          <a:xfrm>
            <a:off x="7253798" y="439165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979C7896-7A2C-3CA3-C9A7-397A0DDDE56D}"/>
              </a:ext>
            </a:extLst>
          </p:cNvPr>
          <p:cNvSpPr/>
          <p:nvPr/>
        </p:nvSpPr>
        <p:spPr>
          <a:xfrm>
            <a:off x="7259535" y="4299458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E91F13A7-BA22-E65B-FDE1-E84FA8855EC8}"/>
              </a:ext>
            </a:extLst>
          </p:cNvPr>
          <p:cNvSpPr/>
          <p:nvPr/>
        </p:nvSpPr>
        <p:spPr>
          <a:xfrm>
            <a:off x="8111166" y="4382839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A22F67BC-9F3A-8A50-835A-BD9709F18BA2}"/>
              </a:ext>
            </a:extLst>
          </p:cNvPr>
          <p:cNvSpPr/>
          <p:nvPr/>
        </p:nvSpPr>
        <p:spPr>
          <a:xfrm>
            <a:off x="8976873" y="439016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A81B450-386B-65A2-A035-FF3C84F50846}"/>
              </a:ext>
            </a:extLst>
          </p:cNvPr>
          <p:cNvSpPr/>
          <p:nvPr/>
        </p:nvSpPr>
        <p:spPr>
          <a:xfrm>
            <a:off x="8970578" y="3063060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1182040" y="437331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8E2603E-0C66-DA5C-4BD7-7455D81B5BC1}"/>
              </a:ext>
            </a:extLst>
          </p:cNvPr>
          <p:cNvSpPr/>
          <p:nvPr/>
        </p:nvSpPr>
        <p:spPr>
          <a:xfrm>
            <a:off x="2048181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3DE717E-4BCD-301A-3C4E-301EB1AD7A5E}"/>
              </a:ext>
            </a:extLst>
          </p:cNvPr>
          <p:cNvSpPr/>
          <p:nvPr/>
        </p:nvSpPr>
        <p:spPr>
          <a:xfrm>
            <a:off x="10692219" y="313331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19FA1324-8B6D-2768-9D81-AED6BC5F61A6}"/>
              </a:ext>
            </a:extLst>
          </p:cNvPr>
          <p:cNvSpPr/>
          <p:nvPr/>
        </p:nvSpPr>
        <p:spPr>
          <a:xfrm>
            <a:off x="330407" y="3034548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9925B67D-D283-7594-2F79-4EEF40DD3E61}"/>
              </a:ext>
            </a:extLst>
          </p:cNvPr>
          <p:cNvSpPr/>
          <p:nvPr/>
        </p:nvSpPr>
        <p:spPr>
          <a:xfrm>
            <a:off x="2062690" y="2299992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4B6A6B32-6F1C-FC2A-DB74-31D1829F042B}"/>
              </a:ext>
            </a:extLst>
          </p:cNvPr>
          <p:cNvSpPr/>
          <p:nvPr/>
        </p:nvSpPr>
        <p:spPr>
          <a:xfrm>
            <a:off x="2914322" y="4379533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E761E58D-956A-FF96-9565-860A9C8DB631}"/>
              </a:ext>
            </a:extLst>
          </p:cNvPr>
          <p:cNvSpPr/>
          <p:nvPr/>
        </p:nvSpPr>
        <p:spPr>
          <a:xfrm>
            <a:off x="3780463" y="4386858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2F881C71-889F-C508-F2ED-F0476DEAB578}"/>
              </a:ext>
            </a:extLst>
          </p:cNvPr>
          <p:cNvSpPr/>
          <p:nvPr/>
        </p:nvSpPr>
        <p:spPr>
          <a:xfrm>
            <a:off x="3794975" y="1575789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0588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C1EFFA5-A8EF-E28A-8963-8A6D29D05837}"/>
              </a:ext>
            </a:extLst>
          </p:cNvPr>
          <p:cNvSpPr/>
          <p:nvPr/>
        </p:nvSpPr>
        <p:spPr>
          <a:xfrm>
            <a:off x="9854019" y="4381660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979C7896-7A2C-3CA3-C9A7-397A0DDDE56D}"/>
              </a:ext>
            </a:extLst>
          </p:cNvPr>
          <p:cNvSpPr/>
          <p:nvPr/>
        </p:nvSpPr>
        <p:spPr>
          <a:xfrm>
            <a:off x="7250010" y="499272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A22F67BC-9F3A-8A50-835A-BD9709F18BA2}"/>
              </a:ext>
            </a:extLst>
          </p:cNvPr>
          <p:cNvSpPr/>
          <p:nvPr/>
        </p:nvSpPr>
        <p:spPr>
          <a:xfrm>
            <a:off x="8976873" y="4390164"/>
            <a:ext cx="833741" cy="6150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A81B450-386B-65A2-A035-FF3C84F50846}"/>
              </a:ext>
            </a:extLst>
          </p:cNvPr>
          <p:cNvSpPr/>
          <p:nvPr/>
        </p:nvSpPr>
        <p:spPr>
          <a:xfrm>
            <a:off x="8999153" y="4318458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1182040" y="43733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8E2603E-0C66-DA5C-4BD7-7455D81B5BC1}"/>
              </a:ext>
            </a:extLst>
          </p:cNvPr>
          <p:cNvSpPr/>
          <p:nvPr/>
        </p:nvSpPr>
        <p:spPr>
          <a:xfrm>
            <a:off x="2048181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3DE717E-4BCD-301A-3C4E-301EB1AD7A5E}"/>
              </a:ext>
            </a:extLst>
          </p:cNvPr>
          <p:cNvSpPr/>
          <p:nvPr/>
        </p:nvSpPr>
        <p:spPr>
          <a:xfrm>
            <a:off x="10730319" y="439089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9925B67D-D283-7594-2F79-4EEF40DD3E61}"/>
              </a:ext>
            </a:extLst>
          </p:cNvPr>
          <p:cNvSpPr/>
          <p:nvPr/>
        </p:nvSpPr>
        <p:spPr>
          <a:xfrm>
            <a:off x="2047089" y="3022460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4B6A6B32-6F1C-FC2A-DB74-31D1829F042B}"/>
              </a:ext>
            </a:extLst>
          </p:cNvPr>
          <p:cNvSpPr/>
          <p:nvPr/>
        </p:nvSpPr>
        <p:spPr>
          <a:xfrm>
            <a:off x="2914322" y="4379533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E761E58D-956A-FF96-9565-860A9C8DB631}"/>
              </a:ext>
            </a:extLst>
          </p:cNvPr>
          <p:cNvSpPr/>
          <p:nvPr/>
        </p:nvSpPr>
        <p:spPr>
          <a:xfrm>
            <a:off x="3780463" y="4386858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2F881C71-889F-C508-F2ED-F0476DEAB578}"/>
              </a:ext>
            </a:extLst>
          </p:cNvPr>
          <p:cNvSpPr/>
          <p:nvPr/>
        </p:nvSpPr>
        <p:spPr>
          <a:xfrm>
            <a:off x="3810326" y="2329920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949FAAF1-5243-57A7-C287-67191D3D7DCB}"/>
              </a:ext>
            </a:extLst>
          </p:cNvPr>
          <p:cNvSpPr/>
          <p:nvPr/>
        </p:nvSpPr>
        <p:spPr>
          <a:xfrm>
            <a:off x="5542611" y="1577521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7F9FC60C-5963-42F9-4CEC-ECFD262C1010}"/>
              </a:ext>
            </a:extLst>
          </p:cNvPr>
          <p:cNvSpPr/>
          <p:nvPr/>
        </p:nvSpPr>
        <p:spPr>
          <a:xfrm>
            <a:off x="4662803" y="437729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2E151074-0F27-2422-48EF-6C09CC3CA11E}"/>
              </a:ext>
            </a:extLst>
          </p:cNvPr>
          <p:cNvSpPr/>
          <p:nvPr/>
        </p:nvSpPr>
        <p:spPr>
          <a:xfrm>
            <a:off x="5528944" y="438461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448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7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A81B450-386B-65A2-A035-FF3C84F50846}"/>
              </a:ext>
            </a:extLst>
          </p:cNvPr>
          <p:cNvSpPr/>
          <p:nvPr/>
        </p:nvSpPr>
        <p:spPr>
          <a:xfrm>
            <a:off x="8980103" y="499858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1182039" y="509236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8E2603E-0C66-DA5C-4BD7-7455D81B5BC1}"/>
              </a:ext>
            </a:extLst>
          </p:cNvPr>
          <p:cNvSpPr/>
          <p:nvPr/>
        </p:nvSpPr>
        <p:spPr>
          <a:xfrm>
            <a:off x="2048181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3DE717E-4BCD-301A-3C4E-301EB1AD7A5E}"/>
              </a:ext>
            </a:extLst>
          </p:cNvPr>
          <p:cNvSpPr/>
          <p:nvPr/>
        </p:nvSpPr>
        <p:spPr>
          <a:xfrm>
            <a:off x="10730319" y="439089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9925B67D-D283-7594-2F79-4EEF40DD3E61}"/>
              </a:ext>
            </a:extLst>
          </p:cNvPr>
          <p:cNvSpPr/>
          <p:nvPr/>
        </p:nvSpPr>
        <p:spPr>
          <a:xfrm>
            <a:off x="2025113" y="4305942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4B6A6B32-6F1C-FC2A-DB74-31D1829F042B}"/>
              </a:ext>
            </a:extLst>
          </p:cNvPr>
          <p:cNvSpPr/>
          <p:nvPr/>
        </p:nvSpPr>
        <p:spPr>
          <a:xfrm>
            <a:off x="2914322" y="4379533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E761E58D-956A-FF96-9565-860A9C8DB631}"/>
              </a:ext>
            </a:extLst>
          </p:cNvPr>
          <p:cNvSpPr/>
          <p:nvPr/>
        </p:nvSpPr>
        <p:spPr>
          <a:xfrm>
            <a:off x="3780463" y="4386858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2F881C71-889F-C508-F2ED-F0476DEAB578}"/>
              </a:ext>
            </a:extLst>
          </p:cNvPr>
          <p:cNvSpPr/>
          <p:nvPr/>
        </p:nvSpPr>
        <p:spPr>
          <a:xfrm>
            <a:off x="3757396" y="2990825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949FAAF1-5243-57A7-C287-67191D3D7DCB}"/>
              </a:ext>
            </a:extLst>
          </p:cNvPr>
          <p:cNvSpPr/>
          <p:nvPr/>
        </p:nvSpPr>
        <p:spPr>
          <a:xfrm>
            <a:off x="5489681" y="2331864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7F9FC60C-5963-42F9-4CEC-ECFD262C1010}"/>
              </a:ext>
            </a:extLst>
          </p:cNvPr>
          <p:cNvSpPr/>
          <p:nvPr/>
        </p:nvSpPr>
        <p:spPr>
          <a:xfrm>
            <a:off x="4662803" y="437729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2E151074-0F27-2422-48EF-6C09CC3CA11E}"/>
              </a:ext>
            </a:extLst>
          </p:cNvPr>
          <p:cNvSpPr/>
          <p:nvPr/>
        </p:nvSpPr>
        <p:spPr>
          <a:xfrm>
            <a:off x="5528944" y="438461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B7CD6FB1-32A0-8C47-C788-AC6CCE2EC0F1}"/>
              </a:ext>
            </a:extLst>
          </p:cNvPr>
          <p:cNvSpPr/>
          <p:nvPr/>
        </p:nvSpPr>
        <p:spPr>
          <a:xfrm>
            <a:off x="6387657" y="4384325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D50127B4-7042-F665-C639-A311AFA9C47B}"/>
              </a:ext>
            </a:extLst>
          </p:cNvPr>
          <p:cNvSpPr/>
          <p:nvPr/>
        </p:nvSpPr>
        <p:spPr>
          <a:xfrm>
            <a:off x="7253798" y="4391650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9CE5A77C-3615-ED87-7D31-A3819DCC3F19}"/>
              </a:ext>
            </a:extLst>
          </p:cNvPr>
          <p:cNvSpPr/>
          <p:nvPr/>
        </p:nvSpPr>
        <p:spPr>
          <a:xfrm>
            <a:off x="7206610" y="1600605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199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CA81B450-386B-65A2-A035-FF3C84F50846}"/>
              </a:ext>
            </a:extLst>
          </p:cNvPr>
          <p:cNvSpPr/>
          <p:nvPr/>
        </p:nvSpPr>
        <p:spPr>
          <a:xfrm>
            <a:off x="8999153" y="499858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332098" y="439089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8E2603E-0C66-DA5C-4BD7-7455D81B5BC1}"/>
              </a:ext>
            </a:extLst>
          </p:cNvPr>
          <p:cNvSpPr/>
          <p:nvPr/>
        </p:nvSpPr>
        <p:spPr>
          <a:xfrm>
            <a:off x="3780463" y="438745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3DE717E-4BCD-301A-3C4E-301EB1AD7A5E}"/>
              </a:ext>
            </a:extLst>
          </p:cNvPr>
          <p:cNvSpPr/>
          <p:nvPr/>
        </p:nvSpPr>
        <p:spPr>
          <a:xfrm>
            <a:off x="9788580" y="439089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9925B67D-D283-7594-2F79-4EEF40DD3E61}"/>
              </a:ext>
            </a:extLst>
          </p:cNvPr>
          <p:cNvSpPr/>
          <p:nvPr/>
        </p:nvSpPr>
        <p:spPr>
          <a:xfrm>
            <a:off x="2056860" y="4983935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4B6A6B32-6F1C-FC2A-DB74-31D1829F042B}"/>
              </a:ext>
            </a:extLst>
          </p:cNvPr>
          <p:cNvSpPr/>
          <p:nvPr/>
        </p:nvSpPr>
        <p:spPr>
          <a:xfrm>
            <a:off x="4646604" y="4386348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2F881C71-889F-C508-F2ED-F0476DEAB578}"/>
              </a:ext>
            </a:extLst>
          </p:cNvPr>
          <p:cNvSpPr/>
          <p:nvPr/>
        </p:nvSpPr>
        <p:spPr>
          <a:xfrm>
            <a:off x="3794971" y="4292133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949FAAF1-5243-57A7-C287-67191D3D7DCB}"/>
              </a:ext>
            </a:extLst>
          </p:cNvPr>
          <p:cNvSpPr/>
          <p:nvPr/>
        </p:nvSpPr>
        <p:spPr>
          <a:xfrm>
            <a:off x="5474324" y="3034548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2E151074-0F27-2422-48EF-6C09CC3CA11E}"/>
              </a:ext>
            </a:extLst>
          </p:cNvPr>
          <p:cNvSpPr/>
          <p:nvPr/>
        </p:nvSpPr>
        <p:spPr>
          <a:xfrm>
            <a:off x="5528944" y="438461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B7C1E9D3-7266-AB33-9B20-FAE784CF3F7D}"/>
              </a:ext>
            </a:extLst>
          </p:cNvPr>
          <p:cNvSpPr/>
          <p:nvPr/>
        </p:nvSpPr>
        <p:spPr>
          <a:xfrm>
            <a:off x="6387657" y="4379909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58E859C2-47C3-E321-C415-AC1E808D428C}"/>
              </a:ext>
            </a:extLst>
          </p:cNvPr>
          <p:cNvSpPr/>
          <p:nvPr/>
        </p:nvSpPr>
        <p:spPr>
          <a:xfrm>
            <a:off x="7253798" y="4387234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59B0225B-E8DB-CF8E-8B6B-1246CF3D5B8D}"/>
              </a:ext>
            </a:extLst>
          </p:cNvPr>
          <p:cNvSpPr/>
          <p:nvPr/>
        </p:nvSpPr>
        <p:spPr>
          <a:xfrm>
            <a:off x="7206609" y="2338792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04EB0F59-88EF-3EB2-8DFE-9CC38AD1A471}"/>
              </a:ext>
            </a:extLst>
          </p:cNvPr>
          <p:cNvSpPr/>
          <p:nvPr/>
        </p:nvSpPr>
        <p:spPr>
          <a:xfrm>
            <a:off x="8968734" y="1593676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809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332098" y="439089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8E2603E-0C66-DA5C-4BD7-7455D81B5BC1}"/>
              </a:ext>
            </a:extLst>
          </p:cNvPr>
          <p:cNvSpPr/>
          <p:nvPr/>
        </p:nvSpPr>
        <p:spPr>
          <a:xfrm>
            <a:off x="5528944" y="4367142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3DE717E-4BCD-301A-3C4E-301EB1AD7A5E}"/>
              </a:ext>
            </a:extLst>
          </p:cNvPr>
          <p:cNvSpPr/>
          <p:nvPr/>
        </p:nvSpPr>
        <p:spPr>
          <a:xfrm>
            <a:off x="9855255" y="439089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4B6A6B32-6F1C-FC2A-DB74-31D1829F042B}"/>
              </a:ext>
            </a:extLst>
          </p:cNvPr>
          <p:cNvSpPr/>
          <p:nvPr/>
        </p:nvSpPr>
        <p:spPr>
          <a:xfrm>
            <a:off x="6395085" y="4366034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2F881C71-889F-C508-F2ED-F0476DEAB578}"/>
              </a:ext>
            </a:extLst>
          </p:cNvPr>
          <p:cNvSpPr/>
          <p:nvPr/>
        </p:nvSpPr>
        <p:spPr>
          <a:xfrm>
            <a:off x="3766396" y="4986865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949FAAF1-5243-57A7-C287-67191D3D7DCB}"/>
              </a:ext>
            </a:extLst>
          </p:cNvPr>
          <p:cNvSpPr/>
          <p:nvPr/>
        </p:nvSpPr>
        <p:spPr>
          <a:xfrm>
            <a:off x="5527253" y="4309269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58E859C2-47C3-E321-C415-AC1E808D428C}"/>
              </a:ext>
            </a:extLst>
          </p:cNvPr>
          <p:cNvSpPr/>
          <p:nvPr/>
        </p:nvSpPr>
        <p:spPr>
          <a:xfrm>
            <a:off x="7253798" y="4387234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59B0225B-E8DB-CF8E-8B6B-1246CF3D5B8D}"/>
              </a:ext>
            </a:extLst>
          </p:cNvPr>
          <p:cNvSpPr/>
          <p:nvPr/>
        </p:nvSpPr>
        <p:spPr>
          <a:xfrm>
            <a:off x="7206606" y="3013429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04EB0F59-88EF-3EB2-8DFE-9CC38AD1A471}"/>
              </a:ext>
            </a:extLst>
          </p:cNvPr>
          <p:cNvSpPr/>
          <p:nvPr/>
        </p:nvSpPr>
        <p:spPr>
          <a:xfrm>
            <a:off x="9015102" y="2324936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8A1DA9F-214E-B36C-4A27-9BC7EB596F4C}"/>
              </a:ext>
            </a:extLst>
          </p:cNvPr>
          <p:cNvSpPr/>
          <p:nvPr/>
        </p:nvSpPr>
        <p:spPr>
          <a:xfrm>
            <a:off x="1182038" y="4380641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9F5AFD3-C25E-2E1A-6BFF-587D74DB1D63}"/>
              </a:ext>
            </a:extLst>
          </p:cNvPr>
          <p:cNvSpPr/>
          <p:nvPr/>
        </p:nvSpPr>
        <p:spPr>
          <a:xfrm>
            <a:off x="2048179" y="43733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0A896AB8-D379-8688-458D-CD6E22823DF0}"/>
              </a:ext>
            </a:extLst>
          </p:cNvPr>
          <p:cNvSpPr/>
          <p:nvPr/>
        </p:nvSpPr>
        <p:spPr>
          <a:xfrm>
            <a:off x="8111166" y="439089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B0968591-02BB-6D57-78B5-8775559601B9}"/>
              </a:ext>
            </a:extLst>
          </p:cNvPr>
          <p:cNvSpPr/>
          <p:nvPr/>
        </p:nvSpPr>
        <p:spPr>
          <a:xfrm>
            <a:off x="8977307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28D92008-0852-0311-31B6-650B1A3C3067}"/>
              </a:ext>
            </a:extLst>
          </p:cNvPr>
          <p:cNvSpPr/>
          <p:nvPr/>
        </p:nvSpPr>
        <p:spPr>
          <a:xfrm>
            <a:off x="10722030" y="2419975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7844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332098" y="439089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8E2603E-0C66-DA5C-4BD7-7455D81B5BC1}"/>
              </a:ext>
            </a:extLst>
          </p:cNvPr>
          <p:cNvSpPr/>
          <p:nvPr/>
        </p:nvSpPr>
        <p:spPr>
          <a:xfrm>
            <a:off x="7245026" y="439395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3DE717E-4BCD-301A-3C4E-301EB1AD7A5E}"/>
              </a:ext>
            </a:extLst>
          </p:cNvPr>
          <p:cNvSpPr/>
          <p:nvPr/>
        </p:nvSpPr>
        <p:spPr>
          <a:xfrm>
            <a:off x="9855255" y="4390896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4B6A6B32-6F1C-FC2A-DB74-31D1829F042B}"/>
              </a:ext>
            </a:extLst>
          </p:cNvPr>
          <p:cNvSpPr/>
          <p:nvPr/>
        </p:nvSpPr>
        <p:spPr>
          <a:xfrm>
            <a:off x="8111167" y="4392848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949FAAF1-5243-57A7-C287-67191D3D7DCB}"/>
              </a:ext>
            </a:extLst>
          </p:cNvPr>
          <p:cNvSpPr/>
          <p:nvPr/>
        </p:nvSpPr>
        <p:spPr>
          <a:xfrm>
            <a:off x="5517728" y="5026796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59B0225B-E8DB-CF8E-8B6B-1246CF3D5B8D}"/>
              </a:ext>
            </a:extLst>
          </p:cNvPr>
          <p:cNvSpPr/>
          <p:nvPr/>
        </p:nvSpPr>
        <p:spPr>
          <a:xfrm>
            <a:off x="7244181" y="4299458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04EB0F59-88EF-3EB2-8DFE-9CC38AD1A471}"/>
              </a:ext>
            </a:extLst>
          </p:cNvPr>
          <p:cNvSpPr/>
          <p:nvPr/>
        </p:nvSpPr>
        <p:spPr>
          <a:xfrm>
            <a:off x="9005576" y="3031133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8A1DA9F-214E-B36C-4A27-9BC7EB596F4C}"/>
              </a:ext>
            </a:extLst>
          </p:cNvPr>
          <p:cNvSpPr/>
          <p:nvPr/>
        </p:nvSpPr>
        <p:spPr>
          <a:xfrm>
            <a:off x="1182038" y="4380641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9F5AFD3-C25E-2E1A-6BFF-587D74DB1D63}"/>
              </a:ext>
            </a:extLst>
          </p:cNvPr>
          <p:cNvSpPr/>
          <p:nvPr/>
        </p:nvSpPr>
        <p:spPr>
          <a:xfrm>
            <a:off x="2048179" y="43733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B0968591-02BB-6D57-78B5-8775559601B9}"/>
              </a:ext>
            </a:extLst>
          </p:cNvPr>
          <p:cNvSpPr/>
          <p:nvPr/>
        </p:nvSpPr>
        <p:spPr>
          <a:xfrm>
            <a:off x="8977307" y="4380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28D92008-0852-0311-31B6-650B1A3C3067}"/>
              </a:ext>
            </a:extLst>
          </p:cNvPr>
          <p:cNvSpPr/>
          <p:nvPr/>
        </p:nvSpPr>
        <p:spPr>
          <a:xfrm>
            <a:off x="10712505" y="3081244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C4839CC-FE5F-8CF3-D575-C59EC222D4D7}"/>
              </a:ext>
            </a:extLst>
          </p:cNvPr>
          <p:cNvSpPr/>
          <p:nvPr/>
        </p:nvSpPr>
        <p:spPr>
          <a:xfrm>
            <a:off x="2914322" y="4381374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2C238355-2C41-4A6B-A9B1-BEDC515855FB}"/>
              </a:ext>
            </a:extLst>
          </p:cNvPr>
          <p:cNvSpPr/>
          <p:nvPr/>
        </p:nvSpPr>
        <p:spPr>
          <a:xfrm>
            <a:off x="3780463" y="4374049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100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332098" y="439089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8E2603E-0C66-DA5C-4BD7-7455D81B5BC1}"/>
              </a:ext>
            </a:extLst>
          </p:cNvPr>
          <p:cNvSpPr/>
          <p:nvPr/>
        </p:nvSpPr>
        <p:spPr>
          <a:xfrm>
            <a:off x="9035092" y="4400749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4B6A6B32-6F1C-FC2A-DB74-31D1829F042B}"/>
              </a:ext>
            </a:extLst>
          </p:cNvPr>
          <p:cNvSpPr/>
          <p:nvPr/>
        </p:nvSpPr>
        <p:spPr>
          <a:xfrm>
            <a:off x="9901233" y="4399641"/>
            <a:ext cx="833741" cy="615062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59B0225B-E8DB-CF8E-8B6B-1246CF3D5B8D}"/>
              </a:ext>
            </a:extLst>
          </p:cNvPr>
          <p:cNvSpPr/>
          <p:nvPr/>
        </p:nvSpPr>
        <p:spPr>
          <a:xfrm>
            <a:off x="7244181" y="4992725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04EB0F59-88EF-3EB2-8DFE-9CC38AD1A471}"/>
              </a:ext>
            </a:extLst>
          </p:cNvPr>
          <p:cNvSpPr/>
          <p:nvPr/>
        </p:nvSpPr>
        <p:spPr>
          <a:xfrm>
            <a:off x="8967476" y="4318458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8A1DA9F-214E-B36C-4A27-9BC7EB596F4C}"/>
              </a:ext>
            </a:extLst>
          </p:cNvPr>
          <p:cNvSpPr/>
          <p:nvPr/>
        </p:nvSpPr>
        <p:spPr>
          <a:xfrm>
            <a:off x="1182038" y="4380641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9F5AFD3-C25E-2E1A-6BFF-587D74DB1D63}"/>
              </a:ext>
            </a:extLst>
          </p:cNvPr>
          <p:cNvSpPr/>
          <p:nvPr/>
        </p:nvSpPr>
        <p:spPr>
          <a:xfrm>
            <a:off x="2048179" y="43733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28D92008-0852-0311-31B6-650B1A3C3067}"/>
              </a:ext>
            </a:extLst>
          </p:cNvPr>
          <p:cNvSpPr/>
          <p:nvPr/>
        </p:nvSpPr>
        <p:spPr>
          <a:xfrm>
            <a:off x="10802461" y="43733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C4839CC-FE5F-8CF3-D575-C59EC222D4D7}"/>
              </a:ext>
            </a:extLst>
          </p:cNvPr>
          <p:cNvSpPr/>
          <p:nvPr/>
        </p:nvSpPr>
        <p:spPr>
          <a:xfrm>
            <a:off x="2914322" y="4381374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2C238355-2C41-4A6B-A9B1-BEDC515855FB}"/>
              </a:ext>
            </a:extLst>
          </p:cNvPr>
          <p:cNvSpPr/>
          <p:nvPr/>
        </p:nvSpPr>
        <p:spPr>
          <a:xfrm>
            <a:off x="3780463" y="4374049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919596-9249-4612-4FB4-452028816AD3}"/>
              </a:ext>
            </a:extLst>
          </p:cNvPr>
          <p:cNvSpPr/>
          <p:nvPr/>
        </p:nvSpPr>
        <p:spPr>
          <a:xfrm>
            <a:off x="4646602" y="43846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5B6E610-BD99-4E54-A764-14669422C62D}"/>
              </a:ext>
            </a:extLst>
          </p:cNvPr>
          <p:cNvSpPr/>
          <p:nvPr/>
        </p:nvSpPr>
        <p:spPr>
          <a:xfrm>
            <a:off x="5512743" y="4377291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717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332098" y="439089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04EB0F59-88EF-3EB2-8DFE-9CC38AD1A471}"/>
              </a:ext>
            </a:extLst>
          </p:cNvPr>
          <p:cNvSpPr/>
          <p:nvPr/>
        </p:nvSpPr>
        <p:spPr>
          <a:xfrm>
            <a:off x="8996051" y="5044244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8A1DA9F-214E-B36C-4A27-9BC7EB596F4C}"/>
              </a:ext>
            </a:extLst>
          </p:cNvPr>
          <p:cNvSpPr/>
          <p:nvPr/>
        </p:nvSpPr>
        <p:spPr>
          <a:xfrm>
            <a:off x="1182038" y="4380641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9F5AFD3-C25E-2E1A-6BFF-587D74DB1D63}"/>
              </a:ext>
            </a:extLst>
          </p:cNvPr>
          <p:cNvSpPr/>
          <p:nvPr/>
        </p:nvSpPr>
        <p:spPr>
          <a:xfrm>
            <a:off x="2048179" y="43733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28D92008-0852-0311-31B6-650B1A3C3067}"/>
              </a:ext>
            </a:extLst>
          </p:cNvPr>
          <p:cNvSpPr/>
          <p:nvPr/>
        </p:nvSpPr>
        <p:spPr>
          <a:xfrm>
            <a:off x="9879168" y="439089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C4839CC-FE5F-8CF3-D575-C59EC222D4D7}"/>
              </a:ext>
            </a:extLst>
          </p:cNvPr>
          <p:cNvSpPr/>
          <p:nvPr/>
        </p:nvSpPr>
        <p:spPr>
          <a:xfrm>
            <a:off x="2914322" y="4381374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2C238355-2C41-4A6B-A9B1-BEDC515855FB}"/>
              </a:ext>
            </a:extLst>
          </p:cNvPr>
          <p:cNvSpPr/>
          <p:nvPr/>
        </p:nvSpPr>
        <p:spPr>
          <a:xfrm>
            <a:off x="3780463" y="4374049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919596-9249-4612-4FB4-452028816AD3}"/>
              </a:ext>
            </a:extLst>
          </p:cNvPr>
          <p:cNvSpPr/>
          <p:nvPr/>
        </p:nvSpPr>
        <p:spPr>
          <a:xfrm>
            <a:off x="4646602" y="43846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5B6E610-BD99-4E54-A764-14669422C62D}"/>
              </a:ext>
            </a:extLst>
          </p:cNvPr>
          <p:cNvSpPr/>
          <p:nvPr/>
        </p:nvSpPr>
        <p:spPr>
          <a:xfrm>
            <a:off x="5512743" y="4377291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2BC9115-C1B1-56F6-521A-1BE034DDE897}"/>
              </a:ext>
            </a:extLst>
          </p:cNvPr>
          <p:cNvSpPr/>
          <p:nvPr/>
        </p:nvSpPr>
        <p:spPr>
          <a:xfrm>
            <a:off x="6378886" y="4387234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FB5F6EDC-3563-537F-492B-7079D168C349}"/>
              </a:ext>
            </a:extLst>
          </p:cNvPr>
          <p:cNvSpPr/>
          <p:nvPr/>
        </p:nvSpPr>
        <p:spPr>
          <a:xfrm>
            <a:off x="7245027" y="4379909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796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D999813-775B-D54D-570A-DBB6328E6657}"/>
              </a:ext>
            </a:extLst>
          </p:cNvPr>
          <p:cNvSpPr/>
          <p:nvPr/>
        </p:nvSpPr>
        <p:spPr>
          <a:xfrm>
            <a:off x="332098" y="439089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8A1DA9F-214E-B36C-4A27-9BC7EB596F4C}"/>
              </a:ext>
            </a:extLst>
          </p:cNvPr>
          <p:cNvSpPr/>
          <p:nvPr/>
        </p:nvSpPr>
        <p:spPr>
          <a:xfrm>
            <a:off x="1182038" y="4380641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89F5AFD3-C25E-2E1A-6BFF-587D74DB1D63}"/>
              </a:ext>
            </a:extLst>
          </p:cNvPr>
          <p:cNvSpPr/>
          <p:nvPr/>
        </p:nvSpPr>
        <p:spPr>
          <a:xfrm>
            <a:off x="2048179" y="43733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28D92008-0852-0311-31B6-650B1A3C3067}"/>
              </a:ext>
            </a:extLst>
          </p:cNvPr>
          <p:cNvSpPr/>
          <p:nvPr/>
        </p:nvSpPr>
        <p:spPr>
          <a:xfrm>
            <a:off x="9879168" y="439089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C4839CC-FE5F-8CF3-D575-C59EC222D4D7}"/>
              </a:ext>
            </a:extLst>
          </p:cNvPr>
          <p:cNvSpPr/>
          <p:nvPr/>
        </p:nvSpPr>
        <p:spPr>
          <a:xfrm>
            <a:off x="2914322" y="4381374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2C238355-2C41-4A6B-A9B1-BEDC515855FB}"/>
              </a:ext>
            </a:extLst>
          </p:cNvPr>
          <p:cNvSpPr/>
          <p:nvPr/>
        </p:nvSpPr>
        <p:spPr>
          <a:xfrm>
            <a:off x="3780463" y="4374049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6E919596-9249-4612-4FB4-452028816AD3}"/>
              </a:ext>
            </a:extLst>
          </p:cNvPr>
          <p:cNvSpPr/>
          <p:nvPr/>
        </p:nvSpPr>
        <p:spPr>
          <a:xfrm>
            <a:off x="4646602" y="4384616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5B6E610-BD99-4E54-A764-14669422C62D}"/>
              </a:ext>
            </a:extLst>
          </p:cNvPr>
          <p:cNvSpPr/>
          <p:nvPr/>
        </p:nvSpPr>
        <p:spPr>
          <a:xfrm>
            <a:off x="5512743" y="4377291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B2BC9115-C1B1-56F6-521A-1BE034DDE897}"/>
              </a:ext>
            </a:extLst>
          </p:cNvPr>
          <p:cNvSpPr/>
          <p:nvPr/>
        </p:nvSpPr>
        <p:spPr>
          <a:xfrm>
            <a:off x="6378886" y="4387234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FB5F6EDC-3563-537F-492B-7079D168C349}"/>
              </a:ext>
            </a:extLst>
          </p:cNvPr>
          <p:cNvSpPr/>
          <p:nvPr/>
        </p:nvSpPr>
        <p:spPr>
          <a:xfrm>
            <a:off x="7245027" y="4379909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357832BA-F974-92D6-D539-794AA463F210}"/>
              </a:ext>
            </a:extLst>
          </p:cNvPr>
          <p:cNvSpPr/>
          <p:nvPr/>
        </p:nvSpPr>
        <p:spPr>
          <a:xfrm>
            <a:off x="8111168" y="4401638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E6807692-5ED9-3371-A353-D512DF24B251}"/>
              </a:ext>
            </a:extLst>
          </p:cNvPr>
          <p:cNvSpPr/>
          <p:nvPr/>
        </p:nvSpPr>
        <p:spPr>
          <a:xfrm>
            <a:off x="8977309" y="4394313"/>
            <a:ext cx="833741" cy="615062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845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92687" y="1578261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522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cxnSpLocks/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308235" y="4292133"/>
            <a:ext cx="852620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7A5C5CB-1C5B-E512-C316-16A3B7157B10}"/>
              </a:ext>
            </a:extLst>
          </p:cNvPr>
          <p:cNvSpPr/>
          <p:nvPr/>
        </p:nvSpPr>
        <p:spPr>
          <a:xfrm>
            <a:off x="2038741" y="4976326"/>
            <a:ext cx="852620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79CD9AC5-528F-EEB7-F1D7-34A5096DC5CC}"/>
              </a:ext>
            </a:extLst>
          </p:cNvPr>
          <p:cNvSpPr/>
          <p:nvPr/>
        </p:nvSpPr>
        <p:spPr>
          <a:xfrm>
            <a:off x="2918403" y="4216578"/>
            <a:ext cx="852620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15C71F3D-B9DC-FDBE-332B-1F5CAE071231}"/>
              </a:ext>
            </a:extLst>
          </p:cNvPr>
          <p:cNvSpPr/>
          <p:nvPr/>
        </p:nvSpPr>
        <p:spPr>
          <a:xfrm>
            <a:off x="3777784" y="2991092"/>
            <a:ext cx="852620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961D1B6F-E53F-8321-CB27-DCF8E5C1BF35}"/>
              </a:ext>
            </a:extLst>
          </p:cNvPr>
          <p:cNvSpPr/>
          <p:nvPr/>
        </p:nvSpPr>
        <p:spPr>
          <a:xfrm>
            <a:off x="1179362" y="2329337"/>
            <a:ext cx="852620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2A5064CD-D6BB-02C8-D2A7-B83B14ED8D94}"/>
              </a:ext>
            </a:extLst>
          </p:cNvPr>
          <p:cNvSpPr/>
          <p:nvPr/>
        </p:nvSpPr>
        <p:spPr>
          <a:xfrm>
            <a:off x="2034064" y="1565600"/>
            <a:ext cx="852620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E294B971-14D6-3A87-8AE1-1629B7DFEB72}"/>
              </a:ext>
            </a:extLst>
          </p:cNvPr>
          <p:cNvSpPr/>
          <p:nvPr/>
        </p:nvSpPr>
        <p:spPr>
          <a:xfrm>
            <a:off x="5503305" y="1526509"/>
            <a:ext cx="852620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380AFE7B-181B-D6E8-FDF1-E3528278CF1A}"/>
              </a:ext>
            </a:extLst>
          </p:cNvPr>
          <p:cNvSpPr/>
          <p:nvPr/>
        </p:nvSpPr>
        <p:spPr>
          <a:xfrm>
            <a:off x="4637164" y="2333597"/>
            <a:ext cx="852620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A3855335-89FD-715D-ED10-137B8AD6CADB}"/>
              </a:ext>
            </a:extLst>
          </p:cNvPr>
          <p:cNvSpPr/>
          <p:nvPr/>
        </p:nvSpPr>
        <p:spPr>
          <a:xfrm>
            <a:off x="270119" y="3024967"/>
            <a:ext cx="852620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452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92687" y="1578261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2C4697D-7881-D87B-2193-929F8DC89198}"/>
              </a:ext>
            </a:extLst>
          </p:cNvPr>
          <p:cNvSpPr/>
          <p:nvPr/>
        </p:nvSpPr>
        <p:spPr>
          <a:xfrm>
            <a:off x="292835" y="2324936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45008647-FCD4-E8AC-C21D-CCD74AECFE5D}"/>
              </a:ext>
            </a:extLst>
          </p:cNvPr>
          <p:cNvSpPr/>
          <p:nvPr/>
        </p:nvSpPr>
        <p:spPr>
          <a:xfrm>
            <a:off x="2047339" y="1567129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8183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92687" y="1578261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2C4697D-7881-D87B-2193-929F8DC89198}"/>
              </a:ext>
            </a:extLst>
          </p:cNvPr>
          <p:cNvSpPr/>
          <p:nvPr/>
        </p:nvSpPr>
        <p:spPr>
          <a:xfrm>
            <a:off x="277478" y="3034548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45008647-FCD4-E8AC-C21D-CCD74AECFE5D}"/>
              </a:ext>
            </a:extLst>
          </p:cNvPr>
          <p:cNvSpPr/>
          <p:nvPr/>
        </p:nvSpPr>
        <p:spPr>
          <a:xfrm>
            <a:off x="2009763" y="2315662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E282156B-F4E9-CA5B-C90D-80A54007656C}"/>
              </a:ext>
            </a:extLst>
          </p:cNvPr>
          <p:cNvSpPr/>
          <p:nvPr/>
        </p:nvSpPr>
        <p:spPr>
          <a:xfrm>
            <a:off x="3757400" y="1570965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E9B0FAC3-2200-0048-F3C5-992F69524B83}"/>
              </a:ext>
            </a:extLst>
          </p:cNvPr>
          <p:cNvSpPr/>
          <p:nvPr/>
        </p:nvSpPr>
        <p:spPr>
          <a:xfrm>
            <a:off x="330408" y="2303817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BD1B82D8-4EB3-C63B-9BBE-79F721B0F3C6}"/>
              </a:ext>
            </a:extLst>
          </p:cNvPr>
          <p:cNvSpPr/>
          <p:nvPr/>
        </p:nvSpPr>
        <p:spPr>
          <a:xfrm>
            <a:off x="2047339" y="1612547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602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047339" y="1517440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2C4697D-7881-D87B-2193-929F8DC89198}"/>
              </a:ext>
            </a:extLst>
          </p:cNvPr>
          <p:cNvSpPr/>
          <p:nvPr/>
        </p:nvSpPr>
        <p:spPr>
          <a:xfrm>
            <a:off x="292831" y="4292133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45008647-FCD4-E8AC-C21D-CCD74AECFE5D}"/>
              </a:ext>
            </a:extLst>
          </p:cNvPr>
          <p:cNvSpPr/>
          <p:nvPr/>
        </p:nvSpPr>
        <p:spPr>
          <a:xfrm>
            <a:off x="2025114" y="3009278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E282156B-F4E9-CA5B-C90D-80A54007656C}"/>
              </a:ext>
            </a:extLst>
          </p:cNvPr>
          <p:cNvSpPr/>
          <p:nvPr/>
        </p:nvSpPr>
        <p:spPr>
          <a:xfrm>
            <a:off x="3810326" y="2328101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E9B0FAC3-2200-0048-F3C5-992F69524B83}"/>
              </a:ext>
            </a:extLst>
          </p:cNvPr>
          <p:cNvSpPr/>
          <p:nvPr/>
        </p:nvSpPr>
        <p:spPr>
          <a:xfrm>
            <a:off x="309970" y="298496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BD1B82D8-4EB3-C63B-9BBE-79F721B0F3C6}"/>
              </a:ext>
            </a:extLst>
          </p:cNvPr>
          <p:cNvSpPr/>
          <p:nvPr/>
        </p:nvSpPr>
        <p:spPr>
          <a:xfrm>
            <a:off x="3794975" y="1559334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2B2454C8-5E1F-A603-1150-9B3CCE3BE364}"/>
              </a:ext>
            </a:extLst>
          </p:cNvPr>
          <p:cNvSpPr/>
          <p:nvPr/>
        </p:nvSpPr>
        <p:spPr>
          <a:xfrm>
            <a:off x="5489682" y="1567129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12944CE8-4B53-1B0F-8BA2-E056C098B455}"/>
              </a:ext>
            </a:extLst>
          </p:cNvPr>
          <p:cNvSpPr/>
          <p:nvPr/>
        </p:nvSpPr>
        <p:spPr>
          <a:xfrm>
            <a:off x="2009763" y="2313712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359D72E8-E14B-D779-A606-CE7251FEF467}"/>
              </a:ext>
            </a:extLst>
          </p:cNvPr>
          <p:cNvSpPr/>
          <p:nvPr/>
        </p:nvSpPr>
        <p:spPr>
          <a:xfrm>
            <a:off x="292835" y="2237655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499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062690" y="2260052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2C4697D-7881-D87B-2193-929F8DC89198}"/>
              </a:ext>
            </a:extLst>
          </p:cNvPr>
          <p:cNvSpPr/>
          <p:nvPr/>
        </p:nvSpPr>
        <p:spPr>
          <a:xfrm>
            <a:off x="1176473" y="5010108"/>
            <a:ext cx="844873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45008647-FCD4-E8AC-C21D-CCD74AECFE5D}"/>
              </a:ext>
            </a:extLst>
          </p:cNvPr>
          <p:cNvSpPr/>
          <p:nvPr/>
        </p:nvSpPr>
        <p:spPr>
          <a:xfrm>
            <a:off x="2062689" y="4216407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E282156B-F4E9-CA5B-C90D-80A54007656C}"/>
              </a:ext>
            </a:extLst>
          </p:cNvPr>
          <p:cNvSpPr/>
          <p:nvPr/>
        </p:nvSpPr>
        <p:spPr>
          <a:xfrm>
            <a:off x="3794971" y="3021460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E9B0FAC3-2200-0048-F3C5-992F69524B83}"/>
              </a:ext>
            </a:extLst>
          </p:cNvPr>
          <p:cNvSpPr/>
          <p:nvPr/>
        </p:nvSpPr>
        <p:spPr>
          <a:xfrm>
            <a:off x="277477" y="4299458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BD1B82D8-4EB3-C63B-9BBE-79F721B0F3C6}"/>
              </a:ext>
            </a:extLst>
          </p:cNvPr>
          <p:cNvSpPr/>
          <p:nvPr/>
        </p:nvSpPr>
        <p:spPr>
          <a:xfrm>
            <a:off x="3794972" y="2316909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2B2454C8-5E1F-A603-1150-9B3CCE3BE364}"/>
              </a:ext>
            </a:extLst>
          </p:cNvPr>
          <p:cNvSpPr/>
          <p:nvPr/>
        </p:nvSpPr>
        <p:spPr>
          <a:xfrm>
            <a:off x="5527254" y="2320106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12944CE8-4B53-1B0F-8BA2-E056C098B455}"/>
              </a:ext>
            </a:extLst>
          </p:cNvPr>
          <p:cNvSpPr/>
          <p:nvPr/>
        </p:nvSpPr>
        <p:spPr>
          <a:xfrm>
            <a:off x="2025114" y="3034548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359D72E8-E14B-D779-A606-CE7251FEF467}"/>
              </a:ext>
            </a:extLst>
          </p:cNvPr>
          <p:cNvSpPr/>
          <p:nvPr/>
        </p:nvSpPr>
        <p:spPr>
          <a:xfrm>
            <a:off x="300828" y="3013808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2D437266-550A-75DF-7261-4B5AE27612C7}"/>
              </a:ext>
            </a:extLst>
          </p:cNvPr>
          <p:cNvSpPr/>
          <p:nvPr/>
        </p:nvSpPr>
        <p:spPr>
          <a:xfrm>
            <a:off x="7259539" y="1608054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A6F810D6-5391-FE3C-CDD8-BB9E1E44B3A7}"/>
              </a:ext>
            </a:extLst>
          </p:cNvPr>
          <p:cNvSpPr/>
          <p:nvPr/>
        </p:nvSpPr>
        <p:spPr>
          <a:xfrm>
            <a:off x="5542611" y="1543253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25020956-AE08-3D80-354B-D6707B9F17EA}"/>
              </a:ext>
            </a:extLst>
          </p:cNvPr>
          <p:cNvSpPr/>
          <p:nvPr/>
        </p:nvSpPr>
        <p:spPr>
          <a:xfrm>
            <a:off x="3794975" y="1593677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415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025114" y="2987895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2C4697D-7881-D87B-2193-929F8DC89198}"/>
              </a:ext>
            </a:extLst>
          </p:cNvPr>
          <p:cNvSpPr/>
          <p:nvPr/>
        </p:nvSpPr>
        <p:spPr>
          <a:xfrm>
            <a:off x="258873" y="4309713"/>
            <a:ext cx="844873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45008647-FCD4-E8AC-C21D-CCD74AECFE5D}"/>
              </a:ext>
            </a:extLst>
          </p:cNvPr>
          <p:cNvSpPr/>
          <p:nvPr/>
        </p:nvSpPr>
        <p:spPr>
          <a:xfrm>
            <a:off x="3818025" y="4291335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E282156B-F4E9-CA5B-C90D-80A54007656C}"/>
              </a:ext>
            </a:extLst>
          </p:cNvPr>
          <p:cNvSpPr/>
          <p:nvPr/>
        </p:nvSpPr>
        <p:spPr>
          <a:xfrm>
            <a:off x="5512968" y="2993755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E9B0FAC3-2200-0048-F3C5-992F69524B83}"/>
              </a:ext>
            </a:extLst>
          </p:cNvPr>
          <p:cNvSpPr/>
          <p:nvPr/>
        </p:nvSpPr>
        <p:spPr>
          <a:xfrm>
            <a:off x="277477" y="4299458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BD1B82D8-4EB3-C63B-9BBE-79F721B0F3C6}"/>
              </a:ext>
            </a:extLst>
          </p:cNvPr>
          <p:cNvSpPr/>
          <p:nvPr/>
        </p:nvSpPr>
        <p:spPr>
          <a:xfrm>
            <a:off x="3771298" y="3040286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2B2454C8-5E1F-A603-1150-9B3CCE3BE364}"/>
              </a:ext>
            </a:extLst>
          </p:cNvPr>
          <p:cNvSpPr/>
          <p:nvPr/>
        </p:nvSpPr>
        <p:spPr>
          <a:xfrm>
            <a:off x="7259536" y="2296868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12944CE8-4B53-1B0F-8BA2-E056C098B455}"/>
              </a:ext>
            </a:extLst>
          </p:cNvPr>
          <p:cNvSpPr/>
          <p:nvPr/>
        </p:nvSpPr>
        <p:spPr>
          <a:xfrm>
            <a:off x="2051488" y="4292133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359D72E8-E14B-D779-A606-CE7251FEF467}"/>
              </a:ext>
            </a:extLst>
          </p:cNvPr>
          <p:cNvSpPr/>
          <p:nvPr/>
        </p:nvSpPr>
        <p:spPr>
          <a:xfrm>
            <a:off x="292831" y="4265971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2D437266-550A-75DF-7261-4B5AE27612C7}"/>
              </a:ext>
            </a:extLst>
          </p:cNvPr>
          <p:cNvSpPr/>
          <p:nvPr/>
        </p:nvSpPr>
        <p:spPr>
          <a:xfrm>
            <a:off x="8957710" y="1600604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A6F810D6-5391-FE3C-CDD8-BB9E1E44B3A7}"/>
              </a:ext>
            </a:extLst>
          </p:cNvPr>
          <p:cNvSpPr/>
          <p:nvPr/>
        </p:nvSpPr>
        <p:spPr>
          <a:xfrm>
            <a:off x="5527254" y="2284401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25020956-AE08-3D80-354B-D6707B9F17EA}"/>
              </a:ext>
            </a:extLst>
          </p:cNvPr>
          <p:cNvSpPr/>
          <p:nvPr/>
        </p:nvSpPr>
        <p:spPr>
          <a:xfrm>
            <a:off x="3757399" y="2324936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7410A1A6-D8DB-A25C-8B90-09212D4D8EC0}"/>
              </a:ext>
            </a:extLst>
          </p:cNvPr>
          <p:cNvSpPr/>
          <p:nvPr/>
        </p:nvSpPr>
        <p:spPr>
          <a:xfrm>
            <a:off x="2036548" y="4983935"/>
            <a:ext cx="1701574" cy="77742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8C681385-07E4-7CEC-F704-5F8358F633E4}"/>
              </a:ext>
            </a:extLst>
          </p:cNvPr>
          <p:cNvSpPr/>
          <p:nvPr/>
        </p:nvSpPr>
        <p:spPr>
          <a:xfrm>
            <a:off x="5511903" y="1597141"/>
            <a:ext cx="1701574" cy="77742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F0B84908-C4C3-6839-4376-519E260E4EAC}"/>
              </a:ext>
            </a:extLst>
          </p:cNvPr>
          <p:cNvSpPr/>
          <p:nvPr/>
        </p:nvSpPr>
        <p:spPr>
          <a:xfrm>
            <a:off x="7259539" y="1600605"/>
            <a:ext cx="1701574" cy="77742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95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B457DA-7B97-EF7C-600A-E0C93913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順次コピープログラム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46A86D-EC43-53FA-D1B0-FE5FBAD20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dirty="0"/>
              <a:t>片方のプログラムが</a:t>
            </a:r>
            <a:r>
              <a:rPr lang="en-US" altLang="ja-JP" dirty="0"/>
              <a:t>COPY</a:t>
            </a:r>
            <a:r>
              <a:rPr lang="ja-JP" altLang="en-US" dirty="0"/>
              <a:t>を行っている間に、もう片方は</a:t>
            </a:r>
            <a:r>
              <a:rPr lang="en-US" altLang="ja-JP" dirty="0" err="1"/>
              <a:t>mul</a:t>
            </a:r>
            <a:r>
              <a:rPr lang="ja-JP" altLang="en-US" dirty="0"/>
              <a:t>等の他のプログラムを動作させる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巡回パケット</a:t>
            </a:r>
            <a:endParaRPr kumimoji="1" lang="en-US" altLang="ja-JP" dirty="0"/>
          </a:p>
          <a:p>
            <a:pPr lvl="1"/>
            <a:r>
              <a:rPr lang="en-US" altLang="ja-JP" dirty="0"/>
              <a:t>COPY </a:t>
            </a:r>
            <a:r>
              <a:rPr lang="ja-JP" altLang="en-US" dirty="0"/>
              <a:t>→ </a:t>
            </a:r>
            <a:r>
              <a:rPr lang="en-US" altLang="ja-JP" dirty="0"/>
              <a:t>MUL/COPY </a:t>
            </a:r>
            <a:r>
              <a:rPr lang="ja-JP" altLang="en-US" dirty="0"/>
              <a:t>→ </a:t>
            </a:r>
            <a:r>
              <a:rPr lang="en-US" altLang="ja-JP" dirty="0" err="1"/>
              <a:t>Lshift</a:t>
            </a:r>
            <a:r>
              <a:rPr lang="en-US" altLang="ja-JP" dirty="0"/>
              <a:t>/MUL </a:t>
            </a:r>
            <a:r>
              <a:rPr lang="ja-JP" altLang="en-US" dirty="0"/>
              <a:t>→ </a:t>
            </a:r>
            <a:r>
              <a:rPr lang="en-US" altLang="ja-JP" dirty="0"/>
              <a:t>ADD/</a:t>
            </a:r>
            <a:r>
              <a:rPr lang="en-US" altLang="ja-JP" dirty="0" err="1"/>
              <a:t>Lshift</a:t>
            </a:r>
            <a:r>
              <a:rPr lang="en-US" altLang="ja-JP" dirty="0"/>
              <a:t> </a:t>
            </a:r>
            <a:r>
              <a:rPr lang="ja-JP" altLang="en-US" dirty="0"/>
              <a:t>→ </a:t>
            </a:r>
            <a:r>
              <a:rPr lang="en-US" altLang="ja-JP" dirty="0"/>
              <a:t>…</a:t>
            </a:r>
          </a:p>
          <a:p>
            <a:pPr lvl="1"/>
            <a:endParaRPr kumimoji="1" lang="en-US" altLang="ja-JP" dirty="0"/>
          </a:p>
          <a:p>
            <a:r>
              <a:rPr kumimoji="1" lang="ja-JP" altLang="en-US" dirty="0"/>
              <a:t>メリット</a:t>
            </a:r>
            <a:endParaRPr kumimoji="1" lang="en-US" altLang="ja-JP" dirty="0"/>
          </a:p>
          <a:p>
            <a:pPr lvl="1"/>
            <a:r>
              <a:rPr lang="ja-JP" altLang="en-US" dirty="0"/>
              <a:t>入力パケットのデータは</a:t>
            </a:r>
            <a:r>
              <a:rPr lang="en-US" altLang="ja-JP" dirty="0"/>
              <a:t>16bit</a:t>
            </a:r>
            <a:r>
              <a:rPr lang="ja-JP" altLang="en-US" dirty="0"/>
              <a:t>なので、</a:t>
            </a:r>
            <a:br>
              <a:rPr lang="en-US" altLang="ja-JP" dirty="0"/>
            </a:br>
            <a:r>
              <a:rPr lang="ja-JP" altLang="en-US" dirty="0"/>
              <a:t>他のプログラムに適用しやすい？</a:t>
            </a:r>
            <a:endParaRPr lang="en-US" altLang="ja-JP" dirty="0"/>
          </a:p>
          <a:p>
            <a:r>
              <a:rPr kumimoji="1" lang="ja-JP" altLang="en-US" dirty="0"/>
              <a:t>デメリット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一部の</a:t>
            </a:r>
            <a:r>
              <a:rPr kumimoji="1" lang="en-US" altLang="ja-JP" dirty="0"/>
              <a:t>COPY</a:t>
            </a:r>
            <a:r>
              <a:rPr kumimoji="1" lang="ja-JP" altLang="en-US" dirty="0"/>
              <a:t>パケットは１パケットで回す必要がある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入力パケットが多くなると</a:t>
            </a:r>
            <a:r>
              <a:rPr kumimoji="1" lang="en-US" altLang="ja-JP" dirty="0"/>
              <a:t>QB</a:t>
            </a:r>
            <a:r>
              <a:rPr kumimoji="1" lang="ja-JP" altLang="en-US" dirty="0"/>
              <a:t>を挟む必要がある？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72647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>
            <a:off x="292688" y="1578261"/>
            <a:ext cx="978818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791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 rot="19577266">
            <a:off x="219718" y="1949397"/>
            <a:ext cx="1848361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D21A5858-D7DB-97BB-9501-9D3B56832693}"/>
              </a:ext>
            </a:extLst>
          </p:cNvPr>
          <p:cNvSpPr/>
          <p:nvPr/>
        </p:nvSpPr>
        <p:spPr>
          <a:xfrm>
            <a:off x="292688" y="1578262"/>
            <a:ext cx="905173" cy="767416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77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 rot="19577266">
            <a:off x="219719" y="2663360"/>
            <a:ext cx="1848361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D21A5858-D7DB-97BB-9501-9D3B56832693}"/>
              </a:ext>
            </a:extLst>
          </p:cNvPr>
          <p:cNvSpPr/>
          <p:nvPr/>
        </p:nvSpPr>
        <p:spPr>
          <a:xfrm>
            <a:off x="292688" y="1578262"/>
            <a:ext cx="905173" cy="767416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7935A1D8-86F2-276F-9292-A89A6E114C51}"/>
              </a:ext>
            </a:extLst>
          </p:cNvPr>
          <p:cNvSpPr/>
          <p:nvPr/>
        </p:nvSpPr>
        <p:spPr>
          <a:xfrm rot="19577266">
            <a:off x="245459" y="1887749"/>
            <a:ext cx="1848361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AC2A8755-361A-BEC2-BBE1-61AD7C46EE95}"/>
              </a:ext>
            </a:extLst>
          </p:cNvPr>
          <p:cNvSpPr/>
          <p:nvPr/>
        </p:nvSpPr>
        <p:spPr>
          <a:xfrm>
            <a:off x="2012464" y="1598910"/>
            <a:ext cx="905173" cy="76741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700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671352F7-65A9-A361-097D-48EC3942E58B}"/>
              </a:ext>
            </a:extLst>
          </p:cNvPr>
          <p:cNvSpPr/>
          <p:nvPr/>
        </p:nvSpPr>
        <p:spPr>
          <a:xfrm rot="18777168">
            <a:off x="27643" y="3651257"/>
            <a:ext cx="2218588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7935A1D8-86F2-276F-9292-A89A6E114C51}"/>
              </a:ext>
            </a:extLst>
          </p:cNvPr>
          <p:cNvSpPr/>
          <p:nvPr/>
        </p:nvSpPr>
        <p:spPr>
          <a:xfrm rot="19577266">
            <a:off x="213096" y="2669755"/>
            <a:ext cx="1848361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F9659D9A-B3CB-450C-ED15-562E1B68AE18}"/>
              </a:ext>
            </a:extLst>
          </p:cNvPr>
          <p:cNvSpPr/>
          <p:nvPr/>
        </p:nvSpPr>
        <p:spPr>
          <a:xfrm rot="19577266">
            <a:off x="263604" y="1949396"/>
            <a:ext cx="1848361" cy="822979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3CCF6E8E-255D-8FE0-5DAC-B45AE3F7DFAC}"/>
              </a:ext>
            </a:extLst>
          </p:cNvPr>
          <p:cNvSpPr/>
          <p:nvPr/>
        </p:nvSpPr>
        <p:spPr>
          <a:xfrm rot="19577266">
            <a:off x="1973944" y="1933066"/>
            <a:ext cx="1848361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87B05400-F572-B00A-D931-F101D0A581CD}"/>
              </a:ext>
            </a:extLst>
          </p:cNvPr>
          <p:cNvSpPr/>
          <p:nvPr/>
        </p:nvSpPr>
        <p:spPr>
          <a:xfrm>
            <a:off x="2021229" y="1586855"/>
            <a:ext cx="905173" cy="767416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632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51028" y="5948647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7935A1D8-86F2-276F-9292-A89A6E114C51}"/>
              </a:ext>
            </a:extLst>
          </p:cNvPr>
          <p:cNvSpPr/>
          <p:nvPr/>
        </p:nvSpPr>
        <p:spPr>
          <a:xfrm rot="19577266">
            <a:off x="213096" y="2669755"/>
            <a:ext cx="1848361" cy="822979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3CCF6E8E-255D-8FE0-5DAC-B45AE3F7DFAC}"/>
              </a:ext>
            </a:extLst>
          </p:cNvPr>
          <p:cNvSpPr/>
          <p:nvPr/>
        </p:nvSpPr>
        <p:spPr>
          <a:xfrm rot="19577266">
            <a:off x="1995880" y="2663359"/>
            <a:ext cx="1848361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87B05400-F572-B00A-D931-F101D0A581CD}"/>
              </a:ext>
            </a:extLst>
          </p:cNvPr>
          <p:cNvSpPr/>
          <p:nvPr/>
        </p:nvSpPr>
        <p:spPr>
          <a:xfrm>
            <a:off x="2021229" y="1586855"/>
            <a:ext cx="905173" cy="767416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1F2679F4-F4CB-5CDC-E925-671EC3662196}"/>
              </a:ext>
            </a:extLst>
          </p:cNvPr>
          <p:cNvSpPr/>
          <p:nvPr/>
        </p:nvSpPr>
        <p:spPr>
          <a:xfrm>
            <a:off x="1105895" y="4276682"/>
            <a:ext cx="978818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5B1BDA71-B3D9-C88B-80DA-3A6E303BD742}"/>
              </a:ext>
            </a:extLst>
          </p:cNvPr>
          <p:cNvSpPr/>
          <p:nvPr/>
        </p:nvSpPr>
        <p:spPr>
          <a:xfrm rot="18777168">
            <a:off x="27643" y="3651257"/>
            <a:ext cx="2218588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AA4E667F-E502-7A73-0CEC-EA0D7E6E5807}"/>
              </a:ext>
            </a:extLst>
          </p:cNvPr>
          <p:cNvSpPr/>
          <p:nvPr/>
        </p:nvSpPr>
        <p:spPr>
          <a:xfrm rot="19577266">
            <a:off x="1973944" y="1933066"/>
            <a:ext cx="1848361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2D604532-B95A-57C3-8CCE-67BA32746EE4}"/>
              </a:ext>
            </a:extLst>
          </p:cNvPr>
          <p:cNvSpPr/>
          <p:nvPr/>
        </p:nvSpPr>
        <p:spPr>
          <a:xfrm>
            <a:off x="3744751" y="1583877"/>
            <a:ext cx="905173" cy="76741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03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楕円 67">
            <a:extLst>
              <a:ext uri="{FF2B5EF4-FFF2-40B4-BE49-F238E27FC236}">
                <a16:creationId xmlns:a16="http://schemas.microsoft.com/office/drawing/2014/main" id="{EFF3E9ED-CC7B-A092-1543-88E4B87F890A}"/>
              </a:ext>
            </a:extLst>
          </p:cNvPr>
          <p:cNvSpPr/>
          <p:nvPr/>
        </p:nvSpPr>
        <p:spPr>
          <a:xfrm>
            <a:off x="339330" y="4331062"/>
            <a:ext cx="786878" cy="661598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51028" y="5948647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3CCF6E8E-255D-8FE0-5DAC-B45AE3F7DFAC}"/>
              </a:ext>
            </a:extLst>
          </p:cNvPr>
          <p:cNvSpPr/>
          <p:nvPr/>
        </p:nvSpPr>
        <p:spPr>
          <a:xfrm rot="19577266">
            <a:off x="3684281" y="1939803"/>
            <a:ext cx="1848361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1F2679F4-F4CB-5CDC-E925-671EC3662196}"/>
              </a:ext>
            </a:extLst>
          </p:cNvPr>
          <p:cNvSpPr/>
          <p:nvPr/>
        </p:nvSpPr>
        <p:spPr>
          <a:xfrm>
            <a:off x="1109501" y="4965259"/>
            <a:ext cx="978818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5B1BDA71-B3D9-C88B-80DA-3A6E303BD742}"/>
              </a:ext>
            </a:extLst>
          </p:cNvPr>
          <p:cNvSpPr/>
          <p:nvPr/>
        </p:nvSpPr>
        <p:spPr>
          <a:xfrm>
            <a:off x="1179881" y="3030744"/>
            <a:ext cx="843623" cy="723301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AA4E667F-E502-7A73-0CEC-EA0D7E6E5807}"/>
              </a:ext>
            </a:extLst>
          </p:cNvPr>
          <p:cNvSpPr/>
          <p:nvPr/>
        </p:nvSpPr>
        <p:spPr>
          <a:xfrm rot="19577266">
            <a:off x="1973319" y="2663360"/>
            <a:ext cx="1848361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BF21BD87-A185-4EDC-2FE2-F5835B1E1AE9}"/>
              </a:ext>
            </a:extLst>
          </p:cNvPr>
          <p:cNvSpPr/>
          <p:nvPr/>
        </p:nvSpPr>
        <p:spPr>
          <a:xfrm rot="19577266">
            <a:off x="1952001" y="1890678"/>
            <a:ext cx="1848361" cy="822979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5592968A-042D-C017-DD5C-B4572F18E503}"/>
              </a:ext>
            </a:extLst>
          </p:cNvPr>
          <p:cNvSpPr/>
          <p:nvPr/>
        </p:nvSpPr>
        <p:spPr>
          <a:xfrm>
            <a:off x="1105895" y="4269357"/>
            <a:ext cx="978818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6BB1D7D2-517A-CEE2-1DA5-84C2F5F9519C}"/>
              </a:ext>
            </a:extLst>
          </p:cNvPr>
          <p:cNvSpPr/>
          <p:nvPr/>
        </p:nvSpPr>
        <p:spPr>
          <a:xfrm>
            <a:off x="3744751" y="1583877"/>
            <a:ext cx="905173" cy="767416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F971027E-4858-1747-A026-39DE4225DE71}"/>
              </a:ext>
            </a:extLst>
          </p:cNvPr>
          <p:cNvSpPr/>
          <p:nvPr/>
        </p:nvSpPr>
        <p:spPr>
          <a:xfrm rot="18777168">
            <a:off x="1764801" y="3629848"/>
            <a:ext cx="2218588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楕円 73">
            <a:extLst>
              <a:ext uri="{FF2B5EF4-FFF2-40B4-BE49-F238E27FC236}">
                <a16:creationId xmlns:a16="http://schemas.microsoft.com/office/drawing/2014/main" id="{2610A6A9-6C2C-5420-7887-9B6FC297CF6A}"/>
              </a:ext>
            </a:extLst>
          </p:cNvPr>
          <p:cNvSpPr/>
          <p:nvPr/>
        </p:nvSpPr>
        <p:spPr>
          <a:xfrm>
            <a:off x="298149" y="4319196"/>
            <a:ext cx="843623" cy="723301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082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51028" y="5948647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3CCF6E8E-255D-8FE0-5DAC-B45AE3F7DFAC}"/>
              </a:ext>
            </a:extLst>
          </p:cNvPr>
          <p:cNvSpPr/>
          <p:nvPr/>
        </p:nvSpPr>
        <p:spPr>
          <a:xfrm rot="19577266">
            <a:off x="3715271" y="2646754"/>
            <a:ext cx="1848361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1F2679F4-F4CB-5CDC-E925-671EC3662196}"/>
              </a:ext>
            </a:extLst>
          </p:cNvPr>
          <p:cNvSpPr/>
          <p:nvPr/>
        </p:nvSpPr>
        <p:spPr>
          <a:xfrm>
            <a:off x="326065" y="4331062"/>
            <a:ext cx="813408" cy="68390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5B1BDA71-B3D9-C88B-80DA-3A6E303BD742}"/>
              </a:ext>
            </a:extLst>
          </p:cNvPr>
          <p:cNvSpPr/>
          <p:nvPr/>
        </p:nvSpPr>
        <p:spPr>
          <a:xfrm>
            <a:off x="1177097" y="4336776"/>
            <a:ext cx="843623" cy="723301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AA4E667F-E502-7A73-0CEC-EA0D7E6E5807}"/>
              </a:ext>
            </a:extLst>
          </p:cNvPr>
          <p:cNvSpPr/>
          <p:nvPr/>
        </p:nvSpPr>
        <p:spPr>
          <a:xfrm rot="19577266">
            <a:off x="1973319" y="2663360"/>
            <a:ext cx="1848361" cy="822979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BF21BD87-A185-4EDC-2FE2-F5835B1E1AE9}"/>
              </a:ext>
            </a:extLst>
          </p:cNvPr>
          <p:cNvSpPr/>
          <p:nvPr/>
        </p:nvSpPr>
        <p:spPr>
          <a:xfrm rot="19577266">
            <a:off x="3684281" y="1993592"/>
            <a:ext cx="1848361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楕円 61">
            <a:extLst>
              <a:ext uri="{FF2B5EF4-FFF2-40B4-BE49-F238E27FC236}">
                <a16:creationId xmlns:a16="http://schemas.microsoft.com/office/drawing/2014/main" id="{5592968A-042D-C017-DD5C-B4572F18E503}"/>
              </a:ext>
            </a:extLst>
          </p:cNvPr>
          <p:cNvSpPr/>
          <p:nvPr/>
        </p:nvSpPr>
        <p:spPr>
          <a:xfrm>
            <a:off x="1189899" y="4378685"/>
            <a:ext cx="760576" cy="63948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53FA833E-42FB-EC90-EA28-FF2199C302F2}"/>
              </a:ext>
            </a:extLst>
          </p:cNvPr>
          <p:cNvSpPr/>
          <p:nvPr/>
        </p:nvSpPr>
        <p:spPr>
          <a:xfrm>
            <a:off x="310957" y="4319196"/>
            <a:ext cx="843623" cy="723301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6BB1D7D2-517A-CEE2-1DA5-84C2F5F9519C}"/>
              </a:ext>
            </a:extLst>
          </p:cNvPr>
          <p:cNvSpPr/>
          <p:nvPr/>
        </p:nvSpPr>
        <p:spPr>
          <a:xfrm>
            <a:off x="3809047" y="1617684"/>
            <a:ext cx="776582" cy="658395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F971027E-4858-1747-A026-39DE4225DE71}"/>
              </a:ext>
            </a:extLst>
          </p:cNvPr>
          <p:cNvSpPr/>
          <p:nvPr/>
        </p:nvSpPr>
        <p:spPr>
          <a:xfrm rot="18777168">
            <a:off x="1764801" y="3629848"/>
            <a:ext cx="2218588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31189108-86C1-5C04-EBFD-BE1C9CF1FCA1}"/>
              </a:ext>
            </a:extLst>
          </p:cNvPr>
          <p:cNvSpPr/>
          <p:nvPr/>
        </p:nvSpPr>
        <p:spPr>
          <a:xfrm rot="19577266">
            <a:off x="2021521" y="4646703"/>
            <a:ext cx="1848361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2AACFDBE-D0FB-3293-CABD-5F7CD0736897}"/>
              </a:ext>
            </a:extLst>
          </p:cNvPr>
          <p:cNvSpPr/>
          <p:nvPr/>
        </p:nvSpPr>
        <p:spPr>
          <a:xfrm>
            <a:off x="5541329" y="1653192"/>
            <a:ext cx="776582" cy="6583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07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51028" y="5948647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1F2679F4-F4CB-5CDC-E925-671EC3662196}"/>
              </a:ext>
            </a:extLst>
          </p:cNvPr>
          <p:cNvSpPr/>
          <p:nvPr/>
        </p:nvSpPr>
        <p:spPr>
          <a:xfrm>
            <a:off x="326065" y="4331062"/>
            <a:ext cx="813408" cy="68390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5B1BDA71-B3D9-C88B-80DA-3A6E303BD742}"/>
              </a:ext>
            </a:extLst>
          </p:cNvPr>
          <p:cNvSpPr/>
          <p:nvPr/>
        </p:nvSpPr>
        <p:spPr>
          <a:xfrm>
            <a:off x="1177097" y="4319196"/>
            <a:ext cx="843623" cy="723301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AA4E667F-E502-7A73-0CEC-EA0D7E6E5807}"/>
              </a:ext>
            </a:extLst>
          </p:cNvPr>
          <p:cNvSpPr/>
          <p:nvPr/>
        </p:nvSpPr>
        <p:spPr>
          <a:xfrm rot="19577266">
            <a:off x="3677510" y="1933066"/>
            <a:ext cx="1848361" cy="822979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BF21BD87-A185-4EDC-2FE2-F5835B1E1AE9}"/>
              </a:ext>
            </a:extLst>
          </p:cNvPr>
          <p:cNvSpPr/>
          <p:nvPr/>
        </p:nvSpPr>
        <p:spPr>
          <a:xfrm rot="19577266">
            <a:off x="3684283" y="2685486"/>
            <a:ext cx="1848361" cy="82297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F971027E-4858-1747-A026-39DE4225DE71}"/>
              </a:ext>
            </a:extLst>
          </p:cNvPr>
          <p:cNvSpPr/>
          <p:nvPr/>
        </p:nvSpPr>
        <p:spPr>
          <a:xfrm rot="18777168">
            <a:off x="3553907" y="3647890"/>
            <a:ext cx="2218588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E416F6E-4466-7C1C-BED6-683AE88B0082}"/>
              </a:ext>
            </a:extLst>
          </p:cNvPr>
          <p:cNvSpPr/>
          <p:nvPr/>
        </p:nvSpPr>
        <p:spPr>
          <a:xfrm>
            <a:off x="1205471" y="4367628"/>
            <a:ext cx="786878" cy="66159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FCDD47AD-1C80-7B5B-6303-4E0FCE4B6C74}"/>
              </a:ext>
            </a:extLst>
          </p:cNvPr>
          <p:cNvSpPr/>
          <p:nvPr/>
        </p:nvSpPr>
        <p:spPr>
          <a:xfrm>
            <a:off x="2081258" y="4361105"/>
            <a:ext cx="760576" cy="63948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226625B9-C40D-DB01-D219-8928D247BBEB}"/>
              </a:ext>
            </a:extLst>
          </p:cNvPr>
          <p:cNvSpPr/>
          <p:nvPr/>
        </p:nvSpPr>
        <p:spPr>
          <a:xfrm>
            <a:off x="5541329" y="1653192"/>
            <a:ext cx="776582" cy="65839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0CEBFF6B-89A0-CFE4-B020-ACE0CFB41C33}"/>
              </a:ext>
            </a:extLst>
          </p:cNvPr>
          <p:cNvSpPr/>
          <p:nvPr/>
        </p:nvSpPr>
        <p:spPr>
          <a:xfrm rot="19577266">
            <a:off x="5438507" y="1976539"/>
            <a:ext cx="1848361" cy="82297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B71732EE-5161-158E-6E13-6876413FB3EB}"/>
              </a:ext>
            </a:extLst>
          </p:cNvPr>
          <p:cNvSpPr/>
          <p:nvPr/>
        </p:nvSpPr>
        <p:spPr>
          <a:xfrm>
            <a:off x="2924488" y="5060874"/>
            <a:ext cx="813408" cy="68390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0E8A32DB-4B6D-B5DC-3D24-31EC29651C45}"/>
              </a:ext>
            </a:extLst>
          </p:cNvPr>
          <p:cNvSpPr/>
          <p:nvPr/>
        </p:nvSpPr>
        <p:spPr>
          <a:xfrm rot="18466990">
            <a:off x="1813486" y="3689343"/>
            <a:ext cx="2173595" cy="728774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154A60E8-E479-83E6-D67C-BDCC8F659521}"/>
              </a:ext>
            </a:extLst>
          </p:cNvPr>
          <p:cNvSpPr/>
          <p:nvPr/>
        </p:nvSpPr>
        <p:spPr>
          <a:xfrm>
            <a:off x="2970490" y="4334656"/>
            <a:ext cx="760576" cy="63948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970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51028" y="5948647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E416F6E-4466-7C1C-BED6-683AE88B0082}"/>
              </a:ext>
            </a:extLst>
          </p:cNvPr>
          <p:cNvSpPr/>
          <p:nvPr/>
        </p:nvSpPr>
        <p:spPr>
          <a:xfrm>
            <a:off x="339330" y="1636065"/>
            <a:ext cx="1646224" cy="66159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214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12420</TotalTime>
  <Words>7268</Words>
  <Application>Microsoft Office PowerPoint</Application>
  <PresentationFormat>ワイド画面</PresentationFormat>
  <Paragraphs>6194</Paragraphs>
  <Slides>41</Slides>
  <Notes>13</Notes>
  <HiddenSlides>6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7" baseType="lpstr">
      <vt:lpstr>メイリオ</vt:lpstr>
      <vt:lpstr>游ゴシック</vt:lpstr>
      <vt:lpstr>游ゴシック Light</vt:lpstr>
      <vt:lpstr>Arial</vt:lpstr>
      <vt:lpstr>Wingdings</vt:lpstr>
      <vt:lpstr>Office テーマ</vt:lpstr>
      <vt:lpstr>FIR・SSC-DDP</vt:lpstr>
      <vt:lpstr>松坂プログラム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順次コピープログラム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  <vt:lpstr>FIR・DDPプログラム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mattya</dc:creator>
  <cp:lastModifiedBy>mattya</cp:lastModifiedBy>
  <cp:revision>54</cp:revision>
  <dcterms:created xsi:type="dcterms:W3CDTF">2026-08-06T07:28:33Z</dcterms:created>
  <dcterms:modified xsi:type="dcterms:W3CDTF">2026-08-22T06:58:02Z</dcterms:modified>
</cp:coreProperties>
</file>