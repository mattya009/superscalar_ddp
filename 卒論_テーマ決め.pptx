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9" r:id="rId3"/>
    <p:sldId id="260" r:id="rId4"/>
    <p:sldId id="261" r:id="rId5"/>
    <p:sldId id="262" r:id="rId6"/>
    <p:sldId id="263" r:id="rId7"/>
    <p:sldId id="264" r:id="rId8"/>
    <p:sldId id="257" r:id="rId9"/>
    <p:sldId id="258"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1" autoAdjust="0"/>
    <p:restoredTop sz="94660"/>
  </p:normalViewPr>
  <p:slideViewPr>
    <p:cSldViewPr snapToGrid="0">
      <p:cViewPr varScale="1">
        <p:scale>
          <a:sx n="110" d="100"/>
          <a:sy n="110" d="100"/>
        </p:scale>
        <p:origin x="630"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929647-B3AB-524A-C5C8-D4B4B9FB374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04A3411F-7ECB-EC26-1525-ED8C3FE5FE6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BE82297-9D2E-45E0-46E7-F215BE4AF3B0}"/>
              </a:ext>
            </a:extLst>
          </p:cNvPr>
          <p:cNvSpPr>
            <a:spLocks noGrp="1"/>
          </p:cNvSpPr>
          <p:nvPr>
            <p:ph type="dt" sz="half" idx="10"/>
          </p:nvPr>
        </p:nvSpPr>
        <p:spPr/>
        <p:txBody>
          <a:bodyPr/>
          <a:lstStyle/>
          <a:p>
            <a:fld id="{599E7A37-3F10-40F2-A421-B636817A7D20}"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9F1833BF-1025-3377-3728-506CAB0478C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BF192BDE-FA3E-4FFC-33F9-E52ED09A4A8A}"/>
              </a:ext>
            </a:extLst>
          </p:cNvPr>
          <p:cNvSpPr>
            <a:spLocks noGrp="1"/>
          </p:cNvSpPr>
          <p:nvPr>
            <p:ph type="sldNum" sz="quarter" idx="12"/>
          </p:nvPr>
        </p:nvSpPr>
        <p:spPr/>
        <p:txBody>
          <a:bodyPr/>
          <a:lstStyle/>
          <a:p>
            <a:fld id="{3C36FFCD-BE82-474A-9BEA-AAAF7141E295}" type="slidenum">
              <a:rPr kumimoji="1" lang="ja-JP" altLang="en-US" smtClean="0"/>
              <a:t>‹#›</a:t>
            </a:fld>
            <a:endParaRPr kumimoji="1" lang="ja-JP" altLang="en-US"/>
          </a:p>
        </p:txBody>
      </p:sp>
    </p:spTree>
    <p:extLst>
      <p:ext uri="{BB962C8B-B14F-4D97-AF65-F5344CB8AC3E}">
        <p14:creationId xmlns:p14="http://schemas.microsoft.com/office/powerpoint/2010/main" val="94990859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56F759D-5359-0018-2043-B972E8B412BE}"/>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0949BF2F-FC73-32E0-3D81-7B753708E23C}"/>
              </a:ext>
            </a:extLst>
          </p:cNvPr>
          <p:cNvSpPr>
            <a:spLocks noGrp="1"/>
          </p:cNvSpPr>
          <p:nvPr>
            <p:ph idx="1"/>
          </p:nvPr>
        </p:nvSpPr>
        <p:spPr/>
        <p:txBody>
          <a:bodyPr/>
          <a:lstStyle>
            <a:lvl2pPr marL="685800" indent="-228600">
              <a:buFont typeface="Wingdings" panose="05000000000000000000" pitchFamily="2" charset="2"/>
              <a:buChar char="Ø"/>
              <a:defRPr/>
            </a:lvl2pPr>
            <a:lvl3pPr marL="1143000" indent="-228600">
              <a:buFont typeface="Wingdings" panose="05000000000000000000" pitchFamily="2" charset="2"/>
              <a:buChar char="ü"/>
              <a:defRPr/>
            </a:lvl3pPr>
          </a:lstStyle>
          <a:p>
            <a:pPr lvl="0"/>
            <a:r>
              <a:rPr kumimoji="1" lang="ja-JP" altLang="en-US" dirty="0"/>
              <a:t>マスター テキストの書式設定</a:t>
            </a:r>
          </a:p>
          <a:p>
            <a:pPr lvl="1"/>
            <a:r>
              <a:rPr kumimoji="1" lang="ja-JP" altLang="en-US" dirty="0"/>
              <a:t>第 </a:t>
            </a:r>
            <a:r>
              <a:rPr kumimoji="1" lang="en-US" altLang="ja-JP" dirty="0"/>
              <a:t>2 </a:t>
            </a:r>
            <a:r>
              <a:rPr kumimoji="1" lang="ja-JP" altLang="en-US" dirty="0"/>
              <a:t>レベル</a:t>
            </a:r>
          </a:p>
          <a:p>
            <a:pPr lvl="2"/>
            <a:r>
              <a:rPr kumimoji="1" lang="ja-JP" altLang="en-US" dirty="0"/>
              <a:t>第 </a:t>
            </a:r>
            <a:r>
              <a:rPr kumimoji="1" lang="en-US" altLang="ja-JP" dirty="0"/>
              <a:t>3 </a:t>
            </a:r>
            <a:r>
              <a:rPr kumimoji="1" lang="ja-JP" altLang="en-US" dirty="0"/>
              <a:t>レベル</a:t>
            </a:r>
          </a:p>
          <a:p>
            <a:pPr lvl="3"/>
            <a:r>
              <a:rPr kumimoji="1" lang="ja-JP" altLang="en-US" dirty="0"/>
              <a:t>第 </a:t>
            </a:r>
            <a:r>
              <a:rPr kumimoji="1" lang="en-US" altLang="ja-JP" dirty="0"/>
              <a:t>4 </a:t>
            </a:r>
            <a:r>
              <a:rPr kumimoji="1" lang="ja-JP" altLang="en-US" dirty="0"/>
              <a:t>レベル</a:t>
            </a:r>
          </a:p>
          <a:p>
            <a:pPr lvl="4"/>
            <a:r>
              <a:rPr kumimoji="1" lang="ja-JP" altLang="en-US" dirty="0"/>
              <a:t>第 </a:t>
            </a:r>
            <a:r>
              <a:rPr kumimoji="1" lang="en-US" altLang="ja-JP" dirty="0"/>
              <a:t>5 </a:t>
            </a:r>
            <a:r>
              <a:rPr kumimoji="1" lang="ja-JP" altLang="en-US" dirty="0"/>
              <a:t>レベル</a:t>
            </a:r>
          </a:p>
        </p:txBody>
      </p:sp>
      <p:sp>
        <p:nvSpPr>
          <p:cNvPr id="4" name="日付プレースホルダー 3">
            <a:extLst>
              <a:ext uri="{FF2B5EF4-FFF2-40B4-BE49-F238E27FC236}">
                <a16:creationId xmlns:a16="http://schemas.microsoft.com/office/drawing/2014/main" id="{B66B2CF4-414A-B40F-4753-CF947C0107C2}"/>
              </a:ext>
            </a:extLst>
          </p:cNvPr>
          <p:cNvSpPr>
            <a:spLocks noGrp="1"/>
          </p:cNvSpPr>
          <p:nvPr>
            <p:ph type="dt" sz="half" idx="10"/>
          </p:nvPr>
        </p:nvSpPr>
        <p:spPr/>
        <p:txBody>
          <a:bodyPr/>
          <a:lstStyle/>
          <a:p>
            <a:fld id="{599E7A37-3F10-40F2-A421-B636817A7D20}"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0C751592-B8E5-6CA3-7E73-9BCEF04E885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C5029F0-0481-E18C-103E-D27921C53D2E}"/>
              </a:ext>
            </a:extLst>
          </p:cNvPr>
          <p:cNvSpPr>
            <a:spLocks noGrp="1"/>
          </p:cNvSpPr>
          <p:nvPr>
            <p:ph type="sldNum" sz="quarter" idx="12"/>
          </p:nvPr>
        </p:nvSpPr>
        <p:spPr/>
        <p:txBody>
          <a:bodyPr/>
          <a:lstStyle/>
          <a:p>
            <a:fld id="{3C36FFCD-BE82-474A-9BEA-AAAF7141E295}" type="slidenum">
              <a:rPr kumimoji="1" lang="ja-JP" altLang="en-US" smtClean="0"/>
              <a:t>‹#›</a:t>
            </a:fld>
            <a:endParaRPr kumimoji="1" lang="ja-JP" altLang="en-US"/>
          </a:p>
        </p:txBody>
      </p:sp>
    </p:spTree>
    <p:extLst>
      <p:ext uri="{BB962C8B-B14F-4D97-AF65-F5344CB8AC3E}">
        <p14:creationId xmlns:p14="http://schemas.microsoft.com/office/powerpoint/2010/main" val="75563957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8C872E-A1A4-1BDD-EB47-73689466E3B0}"/>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75F8C8AB-60B5-E3D5-B2AA-8258F95AE40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7FC4A30F-C6BD-0626-F956-2D64DA35823A}"/>
              </a:ext>
            </a:extLst>
          </p:cNvPr>
          <p:cNvSpPr>
            <a:spLocks noGrp="1"/>
          </p:cNvSpPr>
          <p:nvPr>
            <p:ph type="dt" sz="half" idx="10"/>
          </p:nvPr>
        </p:nvSpPr>
        <p:spPr/>
        <p:txBody>
          <a:bodyPr/>
          <a:lstStyle/>
          <a:p>
            <a:fld id="{599E7A37-3F10-40F2-A421-B636817A7D20}"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AF71B005-5A82-9883-2D2A-D6ECE730734B}"/>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2E4ECAA-A511-AAEE-8C45-372476FE0DD4}"/>
              </a:ext>
            </a:extLst>
          </p:cNvPr>
          <p:cNvSpPr>
            <a:spLocks noGrp="1"/>
          </p:cNvSpPr>
          <p:nvPr>
            <p:ph type="sldNum" sz="quarter" idx="12"/>
          </p:nvPr>
        </p:nvSpPr>
        <p:spPr/>
        <p:txBody>
          <a:bodyPr/>
          <a:lstStyle/>
          <a:p>
            <a:fld id="{3C36FFCD-BE82-474A-9BEA-AAAF7141E295}" type="slidenum">
              <a:rPr kumimoji="1" lang="ja-JP" altLang="en-US" smtClean="0"/>
              <a:t>‹#›</a:t>
            </a:fld>
            <a:endParaRPr kumimoji="1" lang="ja-JP" altLang="en-US"/>
          </a:p>
        </p:txBody>
      </p:sp>
    </p:spTree>
    <p:extLst>
      <p:ext uri="{BB962C8B-B14F-4D97-AF65-F5344CB8AC3E}">
        <p14:creationId xmlns:p14="http://schemas.microsoft.com/office/powerpoint/2010/main" val="1883716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E8A851B-F4AE-DEF0-5B14-3AB619BEDDC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C0C43353-8DAF-559A-983A-B5FA2DD05A3A}"/>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B2F29B8E-FBC2-DDE3-B8A4-E013EB2116C1}"/>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CC0BEE4-A1FC-C7CA-E1EB-DB820D0EEE26}"/>
              </a:ext>
            </a:extLst>
          </p:cNvPr>
          <p:cNvSpPr>
            <a:spLocks noGrp="1"/>
          </p:cNvSpPr>
          <p:nvPr>
            <p:ph type="dt" sz="half" idx="10"/>
          </p:nvPr>
        </p:nvSpPr>
        <p:spPr/>
        <p:txBody>
          <a:bodyPr/>
          <a:lstStyle/>
          <a:p>
            <a:fld id="{599E7A37-3F10-40F2-A421-B636817A7D20}" type="datetimeFigureOut">
              <a:rPr kumimoji="1" lang="ja-JP" altLang="en-US" smtClean="0"/>
              <a:t>2026/7/6</a:t>
            </a:fld>
            <a:endParaRPr kumimoji="1" lang="ja-JP" altLang="en-US"/>
          </a:p>
        </p:txBody>
      </p:sp>
      <p:sp>
        <p:nvSpPr>
          <p:cNvPr id="6" name="フッター プレースホルダー 5">
            <a:extLst>
              <a:ext uri="{FF2B5EF4-FFF2-40B4-BE49-F238E27FC236}">
                <a16:creationId xmlns:a16="http://schemas.microsoft.com/office/drawing/2014/main" id="{3733B5D1-8A93-E45D-4914-04A12BC1AA9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0FC75F4-B1B6-23F6-9169-B7F385A48DF0}"/>
              </a:ext>
            </a:extLst>
          </p:cNvPr>
          <p:cNvSpPr>
            <a:spLocks noGrp="1"/>
          </p:cNvSpPr>
          <p:nvPr>
            <p:ph type="sldNum" sz="quarter" idx="12"/>
          </p:nvPr>
        </p:nvSpPr>
        <p:spPr/>
        <p:txBody>
          <a:bodyPr/>
          <a:lstStyle/>
          <a:p>
            <a:fld id="{3C36FFCD-BE82-474A-9BEA-AAAF7141E295}" type="slidenum">
              <a:rPr kumimoji="1" lang="ja-JP" altLang="en-US" smtClean="0"/>
              <a:t>‹#›</a:t>
            </a:fld>
            <a:endParaRPr kumimoji="1" lang="ja-JP" altLang="en-US"/>
          </a:p>
        </p:txBody>
      </p:sp>
    </p:spTree>
    <p:extLst>
      <p:ext uri="{BB962C8B-B14F-4D97-AF65-F5344CB8AC3E}">
        <p14:creationId xmlns:p14="http://schemas.microsoft.com/office/powerpoint/2010/main" val="1596862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F8F0345-62F3-9ABF-C4A6-6C9FD088306F}"/>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BAA9DD09-9446-D5C1-B4DC-22E4D27F913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D883A289-6880-F8C2-9431-7D6FB7F833A3}"/>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D4BACCA-1DAB-2B57-839A-AC8538989B7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6BBE5AC2-8A10-32C5-B831-A11EEC417D8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850C2846-4007-207A-B980-4F8DF8AD8C33}"/>
              </a:ext>
            </a:extLst>
          </p:cNvPr>
          <p:cNvSpPr>
            <a:spLocks noGrp="1"/>
          </p:cNvSpPr>
          <p:nvPr>
            <p:ph type="dt" sz="half" idx="10"/>
          </p:nvPr>
        </p:nvSpPr>
        <p:spPr/>
        <p:txBody>
          <a:bodyPr/>
          <a:lstStyle/>
          <a:p>
            <a:fld id="{599E7A37-3F10-40F2-A421-B636817A7D20}" type="datetimeFigureOut">
              <a:rPr kumimoji="1" lang="ja-JP" altLang="en-US" smtClean="0"/>
              <a:t>2026/7/6</a:t>
            </a:fld>
            <a:endParaRPr kumimoji="1" lang="ja-JP" altLang="en-US"/>
          </a:p>
        </p:txBody>
      </p:sp>
      <p:sp>
        <p:nvSpPr>
          <p:cNvPr id="8" name="フッター プレースホルダー 7">
            <a:extLst>
              <a:ext uri="{FF2B5EF4-FFF2-40B4-BE49-F238E27FC236}">
                <a16:creationId xmlns:a16="http://schemas.microsoft.com/office/drawing/2014/main" id="{059320D4-D492-15A5-542A-782C9C2B2F1B}"/>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23A69638-C208-9702-FA8E-F72E6BDAAD70}"/>
              </a:ext>
            </a:extLst>
          </p:cNvPr>
          <p:cNvSpPr>
            <a:spLocks noGrp="1"/>
          </p:cNvSpPr>
          <p:nvPr>
            <p:ph type="sldNum" sz="quarter" idx="12"/>
          </p:nvPr>
        </p:nvSpPr>
        <p:spPr/>
        <p:txBody>
          <a:bodyPr/>
          <a:lstStyle/>
          <a:p>
            <a:fld id="{3C36FFCD-BE82-474A-9BEA-AAAF7141E295}" type="slidenum">
              <a:rPr kumimoji="1" lang="ja-JP" altLang="en-US" smtClean="0"/>
              <a:t>‹#›</a:t>
            </a:fld>
            <a:endParaRPr kumimoji="1" lang="ja-JP" altLang="en-US"/>
          </a:p>
        </p:txBody>
      </p:sp>
    </p:spTree>
    <p:extLst>
      <p:ext uri="{BB962C8B-B14F-4D97-AF65-F5344CB8AC3E}">
        <p14:creationId xmlns:p14="http://schemas.microsoft.com/office/powerpoint/2010/main" val="29910646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5414035-A119-61BA-32C3-2F5190C5A950}"/>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A3A86FC-85F6-7BA1-C4D6-D229C8CEA0FA}"/>
              </a:ext>
            </a:extLst>
          </p:cNvPr>
          <p:cNvSpPr>
            <a:spLocks noGrp="1"/>
          </p:cNvSpPr>
          <p:nvPr>
            <p:ph type="dt" sz="half" idx="10"/>
          </p:nvPr>
        </p:nvSpPr>
        <p:spPr/>
        <p:txBody>
          <a:bodyPr/>
          <a:lstStyle/>
          <a:p>
            <a:fld id="{599E7A37-3F10-40F2-A421-B636817A7D20}" type="datetimeFigureOut">
              <a:rPr kumimoji="1" lang="ja-JP" altLang="en-US" smtClean="0"/>
              <a:t>2026/7/6</a:t>
            </a:fld>
            <a:endParaRPr kumimoji="1" lang="ja-JP" altLang="en-US"/>
          </a:p>
        </p:txBody>
      </p:sp>
      <p:sp>
        <p:nvSpPr>
          <p:cNvPr id="4" name="フッター プレースホルダー 3">
            <a:extLst>
              <a:ext uri="{FF2B5EF4-FFF2-40B4-BE49-F238E27FC236}">
                <a16:creationId xmlns:a16="http://schemas.microsoft.com/office/drawing/2014/main" id="{44E5500B-6CAB-A1F1-22ED-E4E0E995F9AD}"/>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5A84C646-464F-8658-5894-1AF33F57B00B}"/>
              </a:ext>
            </a:extLst>
          </p:cNvPr>
          <p:cNvSpPr>
            <a:spLocks noGrp="1"/>
          </p:cNvSpPr>
          <p:nvPr>
            <p:ph type="sldNum" sz="quarter" idx="12"/>
          </p:nvPr>
        </p:nvSpPr>
        <p:spPr/>
        <p:txBody>
          <a:bodyPr/>
          <a:lstStyle/>
          <a:p>
            <a:fld id="{3C36FFCD-BE82-474A-9BEA-AAAF7141E295}" type="slidenum">
              <a:rPr kumimoji="1" lang="ja-JP" altLang="en-US" smtClean="0"/>
              <a:t>‹#›</a:t>
            </a:fld>
            <a:endParaRPr kumimoji="1" lang="ja-JP" altLang="en-US"/>
          </a:p>
        </p:txBody>
      </p:sp>
    </p:spTree>
    <p:extLst>
      <p:ext uri="{BB962C8B-B14F-4D97-AF65-F5344CB8AC3E}">
        <p14:creationId xmlns:p14="http://schemas.microsoft.com/office/powerpoint/2010/main" val="3109250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F1CDB2D6-4EDC-E00C-EF66-825108BE5BF6}"/>
              </a:ext>
            </a:extLst>
          </p:cNvPr>
          <p:cNvSpPr>
            <a:spLocks noGrp="1"/>
          </p:cNvSpPr>
          <p:nvPr>
            <p:ph type="dt" sz="half" idx="10"/>
          </p:nvPr>
        </p:nvSpPr>
        <p:spPr/>
        <p:txBody>
          <a:bodyPr/>
          <a:lstStyle/>
          <a:p>
            <a:fld id="{599E7A37-3F10-40F2-A421-B636817A7D20}" type="datetimeFigureOut">
              <a:rPr kumimoji="1" lang="ja-JP" altLang="en-US" smtClean="0"/>
              <a:t>2026/7/6</a:t>
            </a:fld>
            <a:endParaRPr kumimoji="1" lang="ja-JP" altLang="en-US"/>
          </a:p>
        </p:txBody>
      </p:sp>
      <p:sp>
        <p:nvSpPr>
          <p:cNvPr id="3" name="フッター プレースホルダー 2">
            <a:extLst>
              <a:ext uri="{FF2B5EF4-FFF2-40B4-BE49-F238E27FC236}">
                <a16:creationId xmlns:a16="http://schemas.microsoft.com/office/drawing/2014/main" id="{8EF7EB52-CBA9-9AF1-1595-4E5D8B7E50C8}"/>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9D30454B-D92C-3BCA-0F4C-F5F68EBAB87A}"/>
              </a:ext>
            </a:extLst>
          </p:cNvPr>
          <p:cNvSpPr>
            <a:spLocks noGrp="1"/>
          </p:cNvSpPr>
          <p:nvPr>
            <p:ph type="sldNum" sz="quarter" idx="12"/>
          </p:nvPr>
        </p:nvSpPr>
        <p:spPr/>
        <p:txBody>
          <a:bodyPr/>
          <a:lstStyle/>
          <a:p>
            <a:fld id="{3C36FFCD-BE82-474A-9BEA-AAAF7141E295}" type="slidenum">
              <a:rPr kumimoji="1" lang="ja-JP" altLang="en-US" smtClean="0"/>
              <a:t>‹#›</a:t>
            </a:fld>
            <a:endParaRPr kumimoji="1" lang="ja-JP" altLang="en-US"/>
          </a:p>
        </p:txBody>
      </p:sp>
    </p:spTree>
    <p:extLst>
      <p:ext uri="{BB962C8B-B14F-4D97-AF65-F5344CB8AC3E}">
        <p14:creationId xmlns:p14="http://schemas.microsoft.com/office/powerpoint/2010/main" val="402020838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2DA10E6-E6A8-B9CB-476B-05AE321BA7B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D7E6B133-FECF-324E-70F1-624218BF80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B3765C0-F199-5C09-1ED2-7032E80B4E4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F508161-A032-0C88-06D7-E2315B002371}"/>
              </a:ext>
            </a:extLst>
          </p:cNvPr>
          <p:cNvSpPr>
            <a:spLocks noGrp="1"/>
          </p:cNvSpPr>
          <p:nvPr>
            <p:ph type="dt" sz="half" idx="10"/>
          </p:nvPr>
        </p:nvSpPr>
        <p:spPr/>
        <p:txBody>
          <a:bodyPr/>
          <a:lstStyle/>
          <a:p>
            <a:fld id="{599E7A37-3F10-40F2-A421-B636817A7D20}" type="datetimeFigureOut">
              <a:rPr kumimoji="1" lang="ja-JP" altLang="en-US" smtClean="0"/>
              <a:t>2026/7/6</a:t>
            </a:fld>
            <a:endParaRPr kumimoji="1" lang="ja-JP" altLang="en-US"/>
          </a:p>
        </p:txBody>
      </p:sp>
      <p:sp>
        <p:nvSpPr>
          <p:cNvPr id="6" name="フッター プレースホルダー 5">
            <a:extLst>
              <a:ext uri="{FF2B5EF4-FFF2-40B4-BE49-F238E27FC236}">
                <a16:creationId xmlns:a16="http://schemas.microsoft.com/office/drawing/2014/main" id="{A22C7AB5-36B4-7DC3-CD8E-919B8A635A98}"/>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615B0EB-B277-57DB-A0F0-A54E9684ACAD}"/>
              </a:ext>
            </a:extLst>
          </p:cNvPr>
          <p:cNvSpPr>
            <a:spLocks noGrp="1"/>
          </p:cNvSpPr>
          <p:nvPr>
            <p:ph type="sldNum" sz="quarter" idx="12"/>
          </p:nvPr>
        </p:nvSpPr>
        <p:spPr/>
        <p:txBody>
          <a:bodyPr/>
          <a:lstStyle/>
          <a:p>
            <a:fld id="{3C36FFCD-BE82-474A-9BEA-AAAF7141E295}" type="slidenum">
              <a:rPr kumimoji="1" lang="ja-JP" altLang="en-US" smtClean="0"/>
              <a:t>‹#›</a:t>
            </a:fld>
            <a:endParaRPr kumimoji="1" lang="ja-JP" altLang="en-US"/>
          </a:p>
        </p:txBody>
      </p:sp>
    </p:spTree>
    <p:extLst>
      <p:ext uri="{BB962C8B-B14F-4D97-AF65-F5344CB8AC3E}">
        <p14:creationId xmlns:p14="http://schemas.microsoft.com/office/powerpoint/2010/main" val="291375007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531CF6D-46C3-3FAA-C0A3-438A87F8A45F}"/>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AEE4AACB-4C8A-C18B-D596-C3988269E0D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533086C6-DC8C-48CF-64CC-3648CAED19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76146E2F-0A6E-5F72-81ED-4F7BD04F6807}"/>
              </a:ext>
            </a:extLst>
          </p:cNvPr>
          <p:cNvSpPr>
            <a:spLocks noGrp="1"/>
          </p:cNvSpPr>
          <p:nvPr>
            <p:ph type="dt" sz="half" idx="10"/>
          </p:nvPr>
        </p:nvSpPr>
        <p:spPr/>
        <p:txBody>
          <a:bodyPr/>
          <a:lstStyle/>
          <a:p>
            <a:fld id="{599E7A37-3F10-40F2-A421-B636817A7D20}" type="datetimeFigureOut">
              <a:rPr kumimoji="1" lang="ja-JP" altLang="en-US" smtClean="0"/>
              <a:t>2026/7/6</a:t>
            </a:fld>
            <a:endParaRPr kumimoji="1" lang="ja-JP" altLang="en-US"/>
          </a:p>
        </p:txBody>
      </p:sp>
      <p:sp>
        <p:nvSpPr>
          <p:cNvPr id="6" name="フッター プレースホルダー 5">
            <a:extLst>
              <a:ext uri="{FF2B5EF4-FFF2-40B4-BE49-F238E27FC236}">
                <a16:creationId xmlns:a16="http://schemas.microsoft.com/office/drawing/2014/main" id="{FD619C2A-FC20-AF47-B6C7-E20A364DD3A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15A7E98-CD37-7D72-4180-48F1ED1F1A8C}"/>
              </a:ext>
            </a:extLst>
          </p:cNvPr>
          <p:cNvSpPr>
            <a:spLocks noGrp="1"/>
          </p:cNvSpPr>
          <p:nvPr>
            <p:ph type="sldNum" sz="quarter" idx="12"/>
          </p:nvPr>
        </p:nvSpPr>
        <p:spPr/>
        <p:txBody>
          <a:bodyPr/>
          <a:lstStyle/>
          <a:p>
            <a:fld id="{3C36FFCD-BE82-474A-9BEA-AAAF7141E295}" type="slidenum">
              <a:rPr kumimoji="1" lang="ja-JP" altLang="en-US" smtClean="0"/>
              <a:t>‹#›</a:t>
            </a:fld>
            <a:endParaRPr kumimoji="1" lang="ja-JP" altLang="en-US"/>
          </a:p>
        </p:txBody>
      </p:sp>
    </p:spTree>
    <p:extLst>
      <p:ext uri="{BB962C8B-B14F-4D97-AF65-F5344CB8AC3E}">
        <p14:creationId xmlns:p14="http://schemas.microsoft.com/office/powerpoint/2010/main" val="271886729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51162FF-E1C7-B592-AC8D-8E75DEF08882}"/>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87B6CA-78DA-9C0E-3224-51015ECC3A8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B020707-E019-A044-49DB-71F77DB8C76B}"/>
              </a:ext>
            </a:extLst>
          </p:cNvPr>
          <p:cNvSpPr>
            <a:spLocks noGrp="1"/>
          </p:cNvSpPr>
          <p:nvPr>
            <p:ph type="dt" sz="half" idx="10"/>
          </p:nvPr>
        </p:nvSpPr>
        <p:spPr/>
        <p:txBody>
          <a:bodyPr/>
          <a:lstStyle/>
          <a:p>
            <a:fld id="{599E7A37-3F10-40F2-A421-B636817A7D20}"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49B79525-B5DB-AA05-20B1-C35DABA510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9F52619-4080-FF61-93EE-3F115CD22896}"/>
              </a:ext>
            </a:extLst>
          </p:cNvPr>
          <p:cNvSpPr>
            <a:spLocks noGrp="1"/>
          </p:cNvSpPr>
          <p:nvPr>
            <p:ph type="sldNum" sz="quarter" idx="12"/>
          </p:nvPr>
        </p:nvSpPr>
        <p:spPr/>
        <p:txBody>
          <a:bodyPr/>
          <a:lstStyle/>
          <a:p>
            <a:fld id="{3C36FFCD-BE82-474A-9BEA-AAAF7141E295}" type="slidenum">
              <a:rPr kumimoji="1" lang="ja-JP" altLang="en-US" smtClean="0"/>
              <a:t>‹#›</a:t>
            </a:fld>
            <a:endParaRPr kumimoji="1" lang="ja-JP" altLang="en-US"/>
          </a:p>
        </p:txBody>
      </p:sp>
    </p:spTree>
    <p:extLst>
      <p:ext uri="{BB962C8B-B14F-4D97-AF65-F5344CB8AC3E}">
        <p14:creationId xmlns:p14="http://schemas.microsoft.com/office/powerpoint/2010/main" val="1910475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A19475EC-FC9B-D1C0-5A95-6CE9E6F1566F}"/>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11C91AFC-ACD2-9285-B605-24A425FFEF18}"/>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769655A-875E-29BE-FB7B-E5366E78DD21}"/>
              </a:ext>
            </a:extLst>
          </p:cNvPr>
          <p:cNvSpPr>
            <a:spLocks noGrp="1"/>
          </p:cNvSpPr>
          <p:nvPr>
            <p:ph type="dt" sz="half" idx="10"/>
          </p:nvPr>
        </p:nvSpPr>
        <p:spPr/>
        <p:txBody>
          <a:bodyPr/>
          <a:lstStyle/>
          <a:p>
            <a:fld id="{599E7A37-3F10-40F2-A421-B636817A7D20}"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F4DF9D69-9279-2B5C-53D4-405E7EBFF958}"/>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1FD83A2-2898-8399-10E9-0C147646A29C}"/>
              </a:ext>
            </a:extLst>
          </p:cNvPr>
          <p:cNvSpPr>
            <a:spLocks noGrp="1"/>
          </p:cNvSpPr>
          <p:nvPr>
            <p:ph type="sldNum" sz="quarter" idx="12"/>
          </p:nvPr>
        </p:nvSpPr>
        <p:spPr/>
        <p:txBody>
          <a:bodyPr/>
          <a:lstStyle/>
          <a:p>
            <a:fld id="{3C36FFCD-BE82-474A-9BEA-AAAF7141E295}" type="slidenum">
              <a:rPr kumimoji="1" lang="ja-JP" altLang="en-US" smtClean="0"/>
              <a:t>‹#›</a:t>
            </a:fld>
            <a:endParaRPr kumimoji="1" lang="ja-JP" altLang="en-US"/>
          </a:p>
        </p:txBody>
      </p:sp>
    </p:spTree>
    <p:extLst>
      <p:ext uri="{BB962C8B-B14F-4D97-AF65-F5344CB8AC3E}">
        <p14:creationId xmlns:p14="http://schemas.microsoft.com/office/powerpoint/2010/main" val="36815628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D7DA066D-92FA-6195-AC3D-BDC2EF0969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D05CA9C-1219-739B-6411-F2CD1CEFFC8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BDF31D5D-74AA-4CD3-FA67-6864A64E7D8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99E7A37-3F10-40F2-A421-B636817A7D20}" type="datetimeFigureOut">
              <a:rPr kumimoji="1" lang="ja-JP" altLang="en-US" smtClean="0"/>
              <a:t>2026/7/6</a:t>
            </a:fld>
            <a:endParaRPr kumimoji="1" lang="ja-JP" altLang="en-US"/>
          </a:p>
        </p:txBody>
      </p:sp>
      <p:sp>
        <p:nvSpPr>
          <p:cNvPr id="5" name="フッター プレースホルダー 4">
            <a:extLst>
              <a:ext uri="{FF2B5EF4-FFF2-40B4-BE49-F238E27FC236}">
                <a16:creationId xmlns:a16="http://schemas.microsoft.com/office/drawing/2014/main" id="{B4DE5C4E-3C6D-63CE-474E-4CB79AF31D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032CC29-5089-6F8A-DA14-4255CFB0012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C36FFCD-BE82-474A-9BEA-AAAF7141E295}" type="slidenum">
              <a:rPr kumimoji="1" lang="ja-JP" altLang="en-US" smtClean="0"/>
              <a:t>‹#›</a:t>
            </a:fld>
            <a:endParaRPr kumimoji="1" lang="ja-JP" altLang="en-US"/>
          </a:p>
        </p:txBody>
      </p:sp>
    </p:spTree>
    <p:extLst>
      <p:ext uri="{BB962C8B-B14F-4D97-AF65-F5344CB8AC3E}">
        <p14:creationId xmlns:p14="http://schemas.microsoft.com/office/powerpoint/2010/main" val="42434124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2C0A1ED-210C-D4E5-3AB1-91D4FFF77F90}"/>
              </a:ext>
            </a:extLst>
          </p:cNvPr>
          <p:cNvSpPr>
            <a:spLocks noGrp="1"/>
          </p:cNvSpPr>
          <p:nvPr>
            <p:ph type="ctrTitle"/>
          </p:nvPr>
        </p:nvSpPr>
        <p:spPr/>
        <p:txBody>
          <a:bodyPr/>
          <a:lstStyle/>
          <a:p>
            <a:r>
              <a:rPr kumimoji="1" lang="ja-JP" altLang="en-US" dirty="0"/>
              <a:t>卒論　テーマ</a:t>
            </a:r>
          </a:p>
        </p:txBody>
      </p:sp>
      <p:sp>
        <p:nvSpPr>
          <p:cNvPr id="3" name="字幕 2">
            <a:extLst>
              <a:ext uri="{FF2B5EF4-FFF2-40B4-BE49-F238E27FC236}">
                <a16:creationId xmlns:a16="http://schemas.microsoft.com/office/drawing/2014/main" id="{25A93ED1-C94B-B7B8-B9B9-C8CE9909D9F7}"/>
              </a:ext>
            </a:extLst>
          </p:cNvPr>
          <p:cNvSpPr>
            <a:spLocks noGrp="1"/>
          </p:cNvSpPr>
          <p:nvPr>
            <p:ph type="subTitle" idx="1"/>
          </p:nvPr>
        </p:nvSpPr>
        <p:spPr/>
        <p:txBody>
          <a:bodyPr/>
          <a:lstStyle/>
          <a:p>
            <a:r>
              <a:rPr kumimoji="1" lang="ja-JP" altLang="en-US" dirty="0"/>
              <a:t>コンピュータ構成学研究室 </a:t>
            </a:r>
            <a:endParaRPr lang="en-US" altLang="ja-JP" dirty="0"/>
          </a:p>
          <a:p>
            <a:r>
              <a:rPr kumimoji="1" lang="en-US" altLang="ja-JP" dirty="0"/>
              <a:t>B4 </a:t>
            </a:r>
            <a:r>
              <a:rPr kumimoji="1" lang="ja-JP" altLang="en-US" dirty="0"/>
              <a:t>長﨑雅季</a:t>
            </a:r>
            <a:endParaRPr kumimoji="1" lang="en-US" altLang="ja-JP" dirty="0"/>
          </a:p>
        </p:txBody>
      </p:sp>
    </p:spTree>
    <p:extLst>
      <p:ext uri="{BB962C8B-B14F-4D97-AF65-F5344CB8AC3E}">
        <p14:creationId xmlns:p14="http://schemas.microsoft.com/office/powerpoint/2010/main" val="1514992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DBFABA7-4A2E-7DFA-0E60-9AFD9B680B73}"/>
              </a:ext>
            </a:extLst>
          </p:cNvPr>
          <p:cNvSpPr>
            <a:spLocks noGrp="1"/>
          </p:cNvSpPr>
          <p:nvPr>
            <p:ph type="title"/>
          </p:nvPr>
        </p:nvSpPr>
        <p:spPr/>
        <p:txBody>
          <a:bodyPr/>
          <a:lstStyle/>
          <a:p>
            <a:r>
              <a:rPr kumimoji="1" lang="en-US" altLang="ja-JP" dirty="0"/>
              <a:t>DDSH</a:t>
            </a:r>
            <a:endParaRPr kumimoji="1" lang="ja-JP" altLang="en-US" dirty="0"/>
          </a:p>
        </p:txBody>
      </p:sp>
      <p:sp>
        <p:nvSpPr>
          <p:cNvPr id="3" name="テキスト プレースホルダー 2">
            <a:extLst>
              <a:ext uri="{FF2B5EF4-FFF2-40B4-BE49-F238E27FC236}">
                <a16:creationId xmlns:a16="http://schemas.microsoft.com/office/drawing/2014/main" id="{C05EB030-89F0-35C7-5F5E-33524F374A06}"/>
              </a:ext>
            </a:extLst>
          </p:cNvPr>
          <p:cNvSpPr>
            <a:spLocks noGrp="1"/>
          </p:cNvSpPr>
          <p:nvPr>
            <p:ph type="body" idx="1"/>
          </p:nvPr>
        </p:nvSpPr>
        <p:spPr/>
        <p:txBody>
          <a:bodyPr/>
          <a:lstStyle/>
          <a:p>
            <a:endParaRPr kumimoji="1" lang="ja-JP" altLang="en-US"/>
          </a:p>
        </p:txBody>
      </p:sp>
    </p:spTree>
    <p:extLst>
      <p:ext uri="{BB962C8B-B14F-4D97-AF65-F5344CB8AC3E}">
        <p14:creationId xmlns:p14="http://schemas.microsoft.com/office/powerpoint/2010/main" val="23887871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F76189-3CF3-DE69-A0F4-0AD292C14544}"/>
              </a:ext>
            </a:extLst>
          </p:cNvPr>
          <p:cNvSpPr>
            <a:spLocks noGrp="1"/>
          </p:cNvSpPr>
          <p:nvPr>
            <p:ph type="title"/>
          </p:nvPr>
        </p:nvSpPr>
        <p:spPr/>
        <p:txBody>
          <a:bodyPr/>
          <a:lstStyle/>
          <a:p>
            <a:r>
              <a:rPr kumimoji="1" lang="ja-JP" altLang="en-US" dirty="0"/>
              <a:t>岡野先輩</a:t>
            </a:r>
          </a:p>
        </p:txBody>
      </p:sp>
      <p:sp>
        <p:nvSpPr>
          <p:cNvPr id="3" name="コンテンツ プレースホルダー 2">
            <a:extLst>
              <a:ext uri="{FF2B5EF4-FFF2-40B4-BE49-F238E27FC236}">
                <a16:creationId xmlns:a16="http://schemas.microsoft.com/office/drawing/2014/main" id="{7680469D-F979-F7FE-6FCB-DC305029E471}"/>
              </a:ext>
            </a:extLst>
          </p:cNvPr>
          <p:cNvSpPr>
            <a:spLocks noGrp="1"/>
          </p:cNvSpPr>
          <p:nvPr>
            <p:ph idx="1"/>
          </p:nvPr>
        </p:nvSpPr>
        <p:spPr/>
        <p:txBody>
          <a:bodyPr/>
          <a:lstStyle/>
          <a:p>
            <a:r>
              <a:rPr kumimoji="1" lang="ja-JP" altLang="en-US" dirty="0"/>
              <a:t>目的</a:t>
            </a:r>
            <a:endParaRPr kumimoji="1" lang="en-US" altLang="ja-JP" dirty="0"/>
          </a:p>
          <a:p>
            <a:pPr lvl="1"/>
            <a:r>
              <a:rPr lang="en-US" altLang="ja-JP" dirty="0"/>
              <a:t>EDF</a:t>
            </a:r>
            <a:r>
              <a:rPr lang="ja-JP" altLang="en-US" dirty="0"/>
              <a:t>スケジューリング回路を搭載し、センサデータ処理が可能な</a:t>
            </a:r>
            <a:r>
              <a:rPr lang="en-US" altLang="ja-JP" dirty="0"/>
              <a:t>DDP</a:t>
            </a:r>
            <a:r>
              <a:rPr lang="ja-JP" altLang="en-US" dirty="0"/>
              <a:t>を</a:t>
            </a:r>
            <a:r>
              <a:rPr lang="en-US" altLang="ja-JP" dirty="0"/>
              <a:t>ZyboZ7-10</a:t>
            </a:r>
            <a:r>
              <a:rPr lang="ja-JP" altLang="en-US" dirty="0"/>
              <a:t>に組み込んだ、リアルタイムデータ駆動型センサノードの構築</a:t>
            </a:r>
            <a:endParaRPr lang="en-US" altLang="ja-JP" dirty="0"/>
          </a:p>
          <a:p>
            <a:pPr lvl="1"/>
            <a:r>
              <a:rPr lang="ja-JP" altLang="en-US" dirty="0"/>
              <a:t>訳</a:t>
            </a:r>
            <a:r>
              <a:rPr lang="en-US" altLang="ja-JP" dirty="0"/>
              <a:t>:</a:t>
            </a:r>
            <a:r>
              <a:rPr lang="ja-JP" altLang="en-US" dirty="0"/>
              <a:t>スケジューリング制御可能な</a:t>
            </a:r>
            <a:r>
              <a:rPr lang="en-US" altLang="ja-JP" dirty="0"/>
              <a:t>DDP</a:t>
            </a:r>
            <a:r>
              <a:rPr lang="ja-JP" altLang="en-US" dirty="0"/>
              <a:t>をセンサーデータ処理のための</a:t>
            </a:r>
            <a:r>
              <a:rPr lang="en-US" altLang="ja-JP" dirty="0"/>
              <a:t>DDSH</a:t>
            </a:r>
            <a:r>
              <a:rPr lang="ja-JP" altLang="en-US" dirty="0"/>
              <a:t>として活用する</a:t>
            </a:r>
            <a:endParaRPr lang="en-US" altLang="ja-JP" dirty="0"/>
          </a:p>
          <a:p>
            <a:pPr lvl="1"/>
            <a:endParaRPr lang="en-US" altLang="ja-JP" dirty="0"/>
          </a:p>
          <a:p>
            <a:r>
              <a:rPr lang="ja-JP" altLang="en-US" dirty="0"/>
              <a:t>理由</a:t>
            </a:r>
            <a:endParaRPr lang="en-US" altLang="ja-JP" dirty="0"/>
          </a:p>
          <a:p>
            <a:pPr lvl="1"/>
            <a:r>
              <a:rPr lang="en-US" altLang="ja-JP" dirty="0"/>
              <a:t>DDP</a:t>
            </a:r>
            <a:r>
              <a:rPr lang="ja-JP" altLang="en-US" dirty="0"/>
              <a:t>はリアルタイム性が要求される</a:t>
            </a:r>
            <a:r>
              <a:rPr lang="en-US" altLang="ja-JP" dirty="0"/>
              <a:t>IoT</a:t>
            </a:r>
            <a:r>
              <a:rPr lang="ja-JP" altLang="en-US" dirty="0"/>
              <a:t>システムに有効</a:t>
            </a:r>
            <a:endParaRPr lang="en-US" altLang="ja-JP" dirty="0"/>
          </a:p>
          <a:p>
            <a:pPr lvl="2"/>
            <a:r>
              <a:rPr lang="en-US" altLang="ja-JP" dirty="0"/>
              <a:t>DDP</a:t>
            </a:r>
            <a:r>
              <a:rPr lang="ja-JP" altLang="en-US" dirty="0"/>
              <a:t>の多重処理能力には限界がある</a:t>
            </a:r>
            <a:endParaRPr lang="en-US" altLang="ja-JP" dirty="0"/>
          </a:p>
          <a:p>
            <a:pPr lvl="2"/>
            <a:r>
              <a:rPr lang="ja-JP" altLang="en-US" dirty="0"/>
              <a:t>限界を超えても動作するように、スケジューリング制御が必要</a:t>
            </a:r>
            <a:endParaRPr lang="en-US" altLang="ja-JP" dirty="0"/>
          </a:p>
          <a:p>
            <a:endParaRPr kumimoji="1" lang="ja-JP" altLang="en-US" dirty="0"/>
          </a:p>
        </p:txBody>
      </p:sp>
    </p:spTree>
    <p:extLst>
      <p:ext uri="{BB962C8B-B14F-4D97-AF65-F5344CB8AC3E}">
        <p14:creationId xmlns:p14="http://schemas.microsoft.com/office/powerpoint/2010/main" val="14644596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C1EEA3C-F98A-0CD5-FC78-DA747E7164B6}"/>
              </a:ext>
            </a:extLst>
          </p:cNvPr>
          <p:cNvSpPr>
            <a:spLocks noGrp="1"/>
          </p:cNvSpPr>
          <p:nvPr>
            <p:ph type="title"/>
          </p:nvPr>
        </p:nvSpPr>
        <p:spPr/>
        <p:txBody>
          <a:bodyPr/>
          <a:lstStyle/>
          <a:p>
            <a:r>
              <a:rPr kumimoji="1" lang="ja-JP" altLang="en-US" dirty="0"/>
              <a:t>岡野先輩</a:t>
            </a:r>
          </a:p>
        </p:txBody>
      </p:sp>
      <p:sp>
        <p:nvSpPr>
          <p:cNvPr id="3" name="コンテンツ プレースホルダー 2">
            <a:extLst>
              <a:ext uri="{FF2B5EF4-FFF2-40B4-BE49-F238E27FC236}">
                <a16:creationId xmlns:a16="http://schemas.microsoft.com/office/drawing/2014/main" id="{2938EEFC-4ED3-142C-7A1A-45C91E21623B}"/>
              </a:ext>
            </a:extLst>
          </p:cNvPr>
          <p:cNvSpPr>
            <a:spLocks noGrp="1"/>
          </p:cNvSpPr>
          <p:nvPr>
            <p:ph idx="1"/>
          </p:nvPr>
        </p:nvSpPr>
        <p:spPr/>
        <p:txBody>
          <a:bodyPr/>
          <a:lstStyle/>
          <a:p>
            <a:r>
              <a:rPr kumimoji="1" lang="ja-JP" altLang="en-US" dirty="0"/>
              <a:t>前提技術</a:t>
            </a:r>
            <a:endParaRPr kumimoji="1" lang="en-US" altLang="ja-JP" dirty="0"/>
          </a:p>
          <a:p>
            <a:pPr lvl="1"/>
            <a:r>
              <a:rPr lang="en-US" altLang="ja-JP" dirty="0"/>
              <a:t>DEF(Earliest </a:t>
            </a:r>
            <a:r>
              <a:rPr lang="en-US" altLang="ja-JP" dirty="0" err="1"/>
              <a:t>Dedline</a:t>
            </a:r>
            <a:r>
              <a:rPr lang="en-US" altLang="ja-JP" dirty="0"/>
              <a:t> First)</a:t>
            </a:r>
            <a:r>
              <a:rPr lang="ja-JP" altLang="en-US" dirty="0"/>
              <a:t>スケジューリング</a:t>
            </a:r>
            <a:endParaRPr lang="en-US" altLang="ja-JP" dirty="0"/>
          </a:p>
          <a:p>
            <a:pPr lvl="2"/>
            <a:r>
              <a:rPr lang="ja-JP" altLang="en-US" dirty="0"/>
              <a:t>デッドライン時刻更新機構、デッドライン時刻保存機構、付加観測機構、キューイング機構を搭載</a:t>
            </a:r>
            <a:endParaRPr kumimoji="1" lang="ja-JP" altLang="en-US" dirty="0"/>
          </a:p>
        </p:txBody>
      </p:sp>
      <p:pic>
        <p:nvPicPr>
          <p:cNvPr id="7" name="図 6">
            <a:extLst>
              <a:ext uri="{FF2B5EF4-FFF2-40B4-BE49-F238E27FC236}">
                <a16:creationId xmlns:a16="http://schemas.microsoft.com/office/drawing/2014/main" id="{5B6090FC-0244-B66E-E39C-AB7D5BF513D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050070" y="3429000"/>
            <a:ext cx="5430008" cy="3153215"/>
          </a:xfrm>
          <a:prstGeom prst="rect">
            <a:avLst/>
          </a:prstGeom>
        </p:spPr>
      </p:pic>
      <p:sp>
        <p:nvSpPr>
          <p:cNvPr id="8" name="楕円 7">
            <a:extLst>
              <a:ext uri="{FF2B5EF4-FFF2-40B4-BE49-F238E27FC236}">
                <a16:creationId xmlns:a16="http://schemas.microsoft.com/office/drawing/2014/main" id="{6AAD3173-50FE-18B1-952D-AB67455809D8}"/>
              </a:ext>
            </a:extLst>
          </p:cNvPr>
          <p:cNvSpPr/>
          <p:nvPr/>
        </p:nvSpPr>
        <p:spPr>
          <a:xfrm>
            <a:off x="3605348" y="3492137"/>
            <a:ext cx="714103" cy="54864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楕円 8">
            <a:extLst>
              <a:ext uri="{FF2B5EF4-FFF2-40B4-BE49-F238E27FC236}">
                <a16:creationId xmlns:a16="http://schemas.microsoft.com/office/drawing/2014/main" id="{EAADD52A-98C2-C7F1-D5B8-071309FB987D}"/>
              </a:ext>
            </a:extLst>
          </p:cNvPr>
          <p:cNvSpPr/>
          <p:nvPr/>
        </p:nvSpPr>
        <p:spPr>
          <a:xfrm>
            <a:off x="5255622" y="3496491"/>
            <a:ext cx="714103" cy="54864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楕円 9">
            <a:extLst>
              <a:ext uri="{FF2B5EF4-FFF2-40B4-BE49-F238E27FC236}">
                <a16:creationId xmlns:a16="http://schemas.microsoft.com/office/drawing/2014/main" id="{89441251-6B58-FC56-07BB-F58F76BE550C}"/>
              </a:ext>
            </a:extLst>
          </p:cNvPr>
          <p:cNvSpPr/>
          <p:nvPr/>
        </p:nvSpPr>
        <p:spPr>
          <a:xfrm>
            <a:off x="6104708" y="3505154"/>
            <a:ext cx="714103" cy="54864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楕円 10">
            <a:extLst>
              <a:ext uri="{FF2B5EF4-FFF2-40B4-BE49-F238E27FC236}">
                <a16:creationId xmlns:a16="http://schemas.microsoft.com/office/drawing/2014/main" id="{12C6D24C-8465-8F6D-50D7-BA3AF16AC7AE}"/>
              </a:ext>
            </a:extLst>
          </p:cNvPr>
          <p:cNvSpPr/>
          <p:nvPr/>
        </p:nvSpPr>
        <p:spPr>
          <a:xfrm>
            <a:off x="4463142" y="4731287"/>
            <a:ext cx="714103" cy="548640"/>
          </a:xfrm>
          <a:prstGeom prst="ellipse">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1675531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6EDEFE-2D25-DA73-3B74-99925F29EB40}"/>
              </a:ext>
            </a:extLst>
          </p:cNvPr>
          <p:cNvSpPr>
            <a:spLocks noGrp="1"/>
          </p:cNvSpPr>
          <p:nvPr>
            <p:ph type="title"/>
          </p:nvPr>
        </p:nvSpPr>
        <p:spPr/>
        <p:txBody>
          <a:bodyPr/>
          <a:lstStyle/>
          <a:p>
            <a:r>
              <a:rPr kumimoji="1" lang="ja-JP" altLang="en-US" dirty="0"/>
              <a:t>岡野先輩</a:t>
            </a:r>
          </a:p>
        </p:txBody>
      </p:sp>
      <p:sp>
        <p:nvSpPr>
          <p:cNvPr id="3" name="コンテンツ プレースホルダー 2">
            <a:extLst>
              <a:ext uri="{FF2B5EF4-FFF2-40B4-BE49-F238E27FC236}">
                <a16:creationId xmlns:a16="http://schemas.microsoft.com/office/drawing/2014/main" id="{7E106055-BF21-5D60-37FB-946CC3E5F161}"/>
              </a:ext>
            </a:extLst>
          </p:cNvPr>
          <p:cNvSpPr>
            <a:spLocks noGrp="1"/>
          </p:cNvSpPr>
          <p:nvPr>
            <p:ph idx="1"/>
          </p:nvPr>
        </p:nvSpPr>
        <p:spPr/>
        <p:txBody>
          <a:bodyPr/>
          <a:lstStyle/>
          <a:p>
            <a:r>
              <a:rPr kumimoji="1" lang="ja-JP" altLang="en-US" dirty="0"/>
              <a:t>目標</a:t>
            </a:r>
            <a:endParaRPr kumimoji="1" lang="en-US" altLang="ja-JP" dirty="0"/>
          </a:p>
          <a:p>
            <a:pPr lvl="1"/>
            <a:r>
              <a:rPr lang="ja-JP" altLang="en-US" dirty="0"/>
              <a:t>消費電力量の削減</a:t>
            </a:r>
            <a:endParaRPr lang="en-US" altLang="ja-JP" dirty="0"/>
          </a:p>
          <a:p>
            <a:pPr lvl="2"/>
            <a:r>
              <a:rPr kumimoji="1" lang="ja-JP" altLang="en-US" dirty="0"/>
              <a:t>消費電力量</a:t>
            </a:r>
            <a:r>
              <a:rPr kumimoji="1" lang="en-US" altLang="ja-JP" dirty="0"/>
              <a:t>=</a:t>
            </a:r>
            <a:r>
              <a:rPr kumimoji="1" lang="ja-JP" altLang="en-US" dirty="0"/>
              <a:t>消費電力</a:t>
            </a:r>
            <a:r>
              <a:rPr kumimoji="1" lang="en-US" altLang="ja-JP" dirty="0"/>
              <a:t>*</a:t>
            </a:r>
            <a:r>
              <a:rPr kumimoji="1" lang="ja-JP" altLang="en-US" dirty="0"/>
              <a:t>稼働時間</a:t>
            </a:r>
            <a:endParaRPr kumimoji="1" lang="en-US" altLang="ja-JP" dirty="0"/>
          </a:p>
          <a:p>
            <a:pPr lvl="2"/>
            <a:r>
              <a:rPr kumimoji="1" lang="ja-JP" altLang="en-US" dirty="0"/>
              <a:t>このうち、稼働時間を短くすることで消費電力量の削減を図る</a:t>
            </a:r>
            <a:endParaRPr kumimoji="1" lang="en-US" altLang="ja-JP" dirty="0"/>
          </a:p>
          <a:p>
            <a:pPr lvl="1"/>
            <a:endParaRPr kumimoji="1" lang="ja-JP" altLang="en-US" dirty="0"/>
          </a:p>
        </p:txBody>
      </p:sp>
    </p:spTree>
    <p:extLst>
      <p:ext uri="{BB962C8B-B14F-4D97-AF65-F5344CB8AC3E}">
        <p14:creationId xmlns:p14="http://schemas.microsoft.com/office/powerpoint/2010/main" val="1798590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0471D2-5914-075A-61FC-A9F6D325E672}"/>
              </a:ext>
            </a:extLst>
          </p:cNvPr>
          <p:cNvSpPr>
            <a:spLocks noGrp="1"/>
          </p:cNvSpPr>
          <p:nvPr>
            <p:ph type="title"/>
          </p:nvPr>
        </p:nvSpPr>
        <p:spPr/>
        <p:txBody>
          <a:bodyPr/>
          <a:lstStyle/>
          <a:p>
            <a:r>
              <a:rPr kumimoji="1" lang="ja-JP" altLang="en-US" dirty="0"/>
              <a:t>岡野先輩</a:t>
            </a:r>
          </a:p>
        </p:txBody>
      </p:sp>
      <p:sp>
        <p:nvSpPr>
          <p:cNvPr id="3" name="コンテンツ プレースホルダー 2">
            <a:extLst>
              <a:ext uri="{FF2B5EF4-FFF2-40B4-BE49-F238E27FC236}">
                <a16:creationId xmlns:a16="http://schemas.microsoft.com/office/drawing/2014/main" id="{D769569E-4729-D678-14BE-36B3CD10890F}"/>
              </a:ext>
            </a:extLst>
          </p:cNvPr>
          <p:cNvSpPr>
            <a:spLocks noGrp="1"/>
          </p:cNvSpPr>
          <p:nvPr>
            <p:ph idx="1"/>
          </p:nvPr>
        </p:nvSpPr>
        <p:spPr/>
        <p:txBody>
          <a:bodyPr/>
          <a:lstStyle/>
          <a:p>
            <a:r>
              <a:rPr kumimoji="1" lang="ja-JP" altLang="en-US" dirty="0"/>
              <a:t>概要</a:t>
            </a:r>
            <a:endParaRPr kumimoji="1" lang="en-US" altLang="ja-JP" dirty="0"/>
          </a:p>
          <a:p>
            <a:pPr lvl="1"/>
            <a:r>
              <a:rPr kumimoji="1" lang="ja-JP" altLang="en-US" dirty="0"/>
              <a:t>プロセッサ領域</a:t>
            </a:r>
            <a:r>
              <a:rPr kumimoji="1" lang="en-US" altLang="ja-JP" dirty="0"/>
              <a:t>(PS)</a:t>
            </a:r>
          </a:p>
          <a:p>
            <a:pPr lvl="2"/>
            <a:r>
              <a:rPr lang="ja-JP" altLang="en-US" dirty="0"/>
              <a:t>取得したセンサデータを</a:t>
            </a:r>
            <a:r>
              <a:rPr lang="en-US" altLang="ja-JP" dirty="0"/>
              <a:t>SPI/I2C</a:t>
            </a:r>
            <a:r>
              <a:rPr lang="ja-JP" altLang="en-US" dirty="0"/>
              <a:t>と</a:t>
            </a:r>
            <a:r>
              <a:rPr lang="en-US" altLang="ja-JP" dirty="0"/>
              <a:t>AXI</a:t>
            </a:r>
            <a:r>
              <a:rPr lang="ja-JP" altLang="en-US" dirty="0"/>
              <a:t>を経由して</a:t>
            </a:r>
            <a:r>
              <a:rPr lang="en-US" altLang="ja-JP" dirty="0" err="1"/>
              <a:t>PetaLinix</a:t>
            </a:r>
            <a:r>
              <a:rPr lang="ja-JP" altLang="en-US" dirty="0"/>
              <a:t>に送信、</a:t>
            </a:r>
            <a:r>
              <a:rPr lang="en-US" altLang="ja-JP" dirty="0"/>
              <a:t>DDSH</a:t>
            </a:r>
            <a:r>
              <a:rPr lang="ja-JP" altLang="en-US" dirty="0"/>
              <a:t>用のパケットに成形</a:t>
            </a:r>
            <a:endParaRPr lang="en-US" altLang="ja-JP" dirty="0"/>
          </a:p>
          <a:p>
            <a:pPr lvl="2"/>
            <a:r>
              <a:rPr lang="ja-JP" altLang="en-US" dirty="0"/>
              <a:t>タスクを基に温度や流量データの統計量を求め、</a:t>
            </a:r>
            <a:r>
              <a:rPr lang="en-US" altLang="ja-JP" dirty="0"/>
              <a:t>UART</a:t>
            </a:r>
            <a:r>
              <a:rPr lang="ja-JP" altLang="en-US" dirty="0"/>
              <a:t>を介した</a:t>
            </a:r>
            <a:r>
              <a:rPr lang="en-US" altLang="ja-JP" dirty="0"/>
              <a:t>BLE</a:t>
            </a:r>
            <a:r>
              <a:rPr lang="ja-JP" altLang="en-US" dirty="0"/>
              <a:t>通信で制御用端末に統計量データの送信を行う</a:t>
            </a:r>
            <a:endParaRPr lang="en-US" altLang="ja-JP" dirty="0"/>
          </a:p>
          <a:p>
            <a:pPr lvl="1"/>
            <a:r>
              <a:rPr lang="en-US" altLang="ja-JP" dirty="0"/>
              <a:t>FPGA</a:t>
            </a:r>
            <a:r>
              <a:rPr lang="ja-JP" altLang="en-US" dirty="0"/>
              <a:t>領域</a:t>
            </a:r>
            <a:r>
              <a:rPr lang="en-US" altLang="ja-JP" dirty="0"/>
              <a:t>(PL)</a:t>
            </a:r>
          </a:p>
          <a:p>
            <a:pPr lvl="2"/>
            <a:r>
              <a:rPr lang="en-US" altLang="ja-JP" dirty="0"/>
              <a:t>PS</a:t>
            </a:r>
            <a:r>
              <a:rPr lang="ja-JP" altLang="en-US" dirty="0"/>
              <a:t>から送信されたタスクの温度や流量データの統計量を</a:t>
            </a:r>
            <a:r>
              <a:rPr lang="en-US" altLang="ja-JP" dirty="0"/>
              <a:t>DDSH</a:t>
            </a:r>
            <a:r>
              <a:rPr lang="ja-JP" altLang="en-US" dirty="0"/>
              <a:t>で処理</a:t>
            </a:r>
            <a:endParaRPr lang="en-US" altLang="ja-JP" dirty="0"/>
          </a:p>
          <a:p>
            <a:pPr lvl="2"/>
            <a:r>
              <a:rPr lang="en-US" altLang="ja-JP" dirty="0"/>
              <a:t>DDSH</a:t>
            </a:r>
            <a:r>
              <a:rPr lang="ja-JP" altLang="en-US" dirty="0"/>
              <a:t>では割り当てられたタスクの優先度に従ってリアルタイム処理を実現</a:t>
            </a:r>
            <a:endParaRPr lang="en-US" altLang="ja-JP" dirty="0"/>
          </a:p>
        </p:txBody>
      </p:sp>
    </p:spTree>
    <p:extLst>
      <p:ext uri="{BB962C8B-B14F-4D97-AF65-F5344CB8AC3E}">
        <p14:creationId xmlns:p14="http://schemas.microsoft.com/office/powerpoint/2010/main" val="2905782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F5FCDDC-C68D-4D4D-21FD-8862E58293C2}"/>
              </a:ext>
            </a:extLst>
          </p:cNvPr>
          <p:cNvSpPr>
            <a:spLocks noGrp="1"/>
          </p:cNvSpPr>
          <p:nvPr>
            <p:ph type="title"/>
          </p:nvPr>
        </p:nvSpPr>
        <p:spPr/>
        <p:txBody>
          <a:bodyPr/>
          <a:lstStyle/>
          <a:p>
            <a:r>
              <a:rPr kumimoji="1" lang="ja-JP" altLang="en-US" dirty="0"/>
              <a:t>岡野先輩</a:t>
            </a:r>
          </a:p>
        </p:txBody>
      </p:sp>
      <p:sp>
        <p:nvSpPr>
          <p:cNvPr id="3" name="コンテンツ プレースホルダー 2">
            <a:extLst>
              <a:ext uri="{FF2B5EF4-FFF2-40B4-BE49-F238E27FC236}">
                <a16:creationId xmlns:a16="http://schemas.microsoft.com/office/drawing/2014/main" id="{7D822E43-F541-3064-D726-1D018D8736F8}"/>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31506022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885D9E4-D9C6-F5FB-8189-B168DE124119}"/>
              </a:ext>
            </a:extLst>
          </p:cNvPr>
          <p:cNvSpPr>
            <a:spLocks noGrp="1"/>
          </p:cNvSpPr>
          <p:nvPr>
            <p:ph type="title"/>
          </p:nvPr>
        </p:nvSpPr>
        <p:spPr/>
        <p:txBody>
          <a:bodyPr/>
          <a:lstStyle/>
          <a:p>
            <a:r>
              <a:rPr kumimoji="1" lang="ja-JP" altLang="en-US" dirty="0"/>
              <a:t>岡野先輩</a:t>
            </a:r>
          </a:p>
        </p:txBody>
      </p:sp>
      <p:sp>
        <p:nvSpPr>
          <p:cNvPr id="3" name="コンテンツ プレースホルダー 2">
            <a:extLst>
              <a:ext uri="{FF2B5EF4-FFF2-40B4-BE49-F238E27FC236}">
                <a16:creationId xmlns:a16="http://schemas.microsoft.com/office/drawing/2014/main" id="{44B8A9DB-D30D-71B3-2635-2CDB9F379483}"/>
              </a:ext>
            </a:extLst>
          </p:cNvPr>
          <p:cNvSpPr>
            <a:spLocks noGrp="1"/>
          </p:cNvSpPr>
          <p:nvPr>
            <p:ph idx="1"/>
          </p:nvPr>
        </p:nvSpPr>
        <p:spPr/>
        <p:txBody>
          <a:bodyPr>
            <a:normAutofit fontScale="92500" lnSpcReduction="20000"/>
          </a:bodyPr>
          <a:lstStyle/>
          <a:p>
            <a:r>
              <a:rPr kumimoji="1" lang="ja-JP" altLang="en-US" dirty="0"/>
              <a:t>マクロモジュール化アルゴリズムにおける条件分岐とロード</a:t>
            </a:r>
            <a:r>
              <a:rPr lang="ja-JP" altLang="en-US" dirty="0"/>
              <a:t>・ストア命令</a:t>
            </a:r>
            <a:endParaRPr lang="en-US" altLang="ja-JP" dirty="0"/>
          </a:p>
          <a:p>
            <a:r>
              <a:rPr kumimoji="1" lang="ja-JP" altLang="en-US" dirty="0"/>
              <a:t>マクロモジュール化のサイズの決定方法</a:t>
            </a:r>
            <a:endParaRPr kumimoji="1" lang="en-US" altLang="ja-JP" dirty="0"/>
          </a:p>
          <a:p>
            <a:r>
              <a:rPr lang="ja-JP" altLang="en-US" dirty="0"/>
              <a:t>観測点と動機点の実現方法</a:t>
            </a:r>
            <a:endParaRPr lang="en-US" altLang="ja-JP" dirty="0"/>
          </a:p>
          <a:p>
            <a:r>
              <a:rPr kumimoji="1" lang="ja-JP" altLang="en-US" dirty="0"/>
              <a:t>スケジューラビリティの評価</a:t>
            </a:r>
            <a:endParaRPr kumimoji="1" lang="en-US" altLang="ja-JP" dirty="0"/>
          </a:p>
          <a:p>
            <a:r>
              <a:rPr lang="en-US" altLang="ja-JP" dirty="0"/>
              <a:t>DDSH</a:t>
            </a:r>
            <a:r>
              <a:rPr lang="ja-JP" altLang="en-US" dirty="0"/>
              <a:t>のパケット処理能力の評価</a:t>
            </a:r>
            <a:endParaRPr lang="en-US" altLang="ja-JP" dirty="0"/>
          </a:p>
          <a:p>
            <a:r>
              <a:rPr kumimoji="1" lang="ja-JP" altLang="en-US" dirty="0"/>
              <a:t>ソフトウェアスケジューラとの性能比較</a:t>
            </a:r>
            <a:endParaRPr kumimoji="1" lang="en-US" altLang="ja-JP" dirty="0"/>
          </a:p>
          <a:p>
            <a:r>
              <a:rPr lang="ja-JP" altLang="en-US" dirty="0"/>
              <a:t>リアルタイムデータ駆動型センサノードの性能評価</a:t>
            </a:r>
            <a:endParaRPr lang="en-US" altLang="ja-JP" dirty="0"/>
          </a:p>
          <a:p>
            <a:r>
              <a:rPr kumimoji="1" lang="ja-JP" altLang="en-US" dirty="0"/>
              <a:t>消費電力量の評価</a:t>
            </a:r>
            <a:endParaRPr kumimoji="1" lang="en-US" altLang="ja-JP" dirty="0"/>
          </a:p>
          <a:p>
            <a:r>
              <a:rPr lang="ja-JP" altLang="en-US" dirty="0"/>
              <a:t>ハードリアルタイム処理への応用</a:t>
            </a:r>
            <a:endParaRPr lang="en-US" altLang="ja-JP" dirty="0"/>
          </a:p>
          <a:p>
            <a:r>
              <a:rPr kumimoji="1" lang="ja-JP" altLang="en-US" dirty="0"/>
              <a:t>マルチコア化に向けたアルゴリズムへの拡張</a:t>
            </a:r>
          </a:p>
        </p:txBody>
      </p:sp>
    </p:spTree>
    <p:extLst>
      <p:ext uri="{BB962C8B-B14F-4D97-AF65-F5344CB8AC3E}">
        <p14:creationId xmlns:p14="http://schemas.microsoft.com/office/powerpoint/2010/main" val="22501465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617BF43-940D-82FD-C5EF-7618D015F2E7}"/>
              </a:ext>
            </a:extLst>
          </p:cNvPr>
          <p:cNvSpPr>
            <a:spLocks noGrp="1"/>
          </p:cNvSpPr>
          <p:nvPr>
            <p:ph type="title"/>
          </p:nvPr>
        </p:nvSpPr>
        <p:spPr/>
        <p:txBody>
          <a:bodyPr/>
          <a:lstStyle/>
          <a:p>
            <a:r>
              <a:rPr kumimoji="1" lang="ja-JP" altLang="en-US" dirty="0"/>
              <a:t>渋田先輩</a:t>
            </a:r>
          </a:p>
        </p:txBody>
      </p:sp>
      <p:sp>
        <p:nvSpPr>
          <p:cNvPr id="3" name="コンテンツ プレースホルダー 2">
            <a:extLst>
              <a:ext uri="{FF2B5EF4-FFF2-40B4-BE49-F238E27FC236}">
                <a16:creationId xmlns:a16="http://schemas.microsoft.com/office/drawing/2014/main" id="{90B78437-A01B-E5E4-AED0-41E00C35090A}"/>
              </a:ext>
            </a:extLst>
          </p:cNvPr>
          <p:cNvSpPr>
            <a:spLocks noGrp="1"/>
          </p:cNvSpPr>
          <p:nvPr>
            <p:ph idx="1"/>
          </p:nvPr>
        </p:nvSpPr>
        <p:spPr/>
        <p:txBody>
          <a:bodyPr/>
          <a:lstStyle/>
          <a:p>
            <a:r>
              <a:rPr kumimoji="1" lang="ja-JP" altLang="en-US" dirty="0"/>
              <a:t>入力機構と出力機構の最適化</a:t>
            </a:r>
            <a:endParaRPr kumimoji="1" lang="en-US" altLang="ja-JP" dirty="0"/>
          </a:p>
          <a:p>
            <a:r>
              <a:rPr lang="en-US" altLang="ja-JP" dirty="0"/>
              <a:t>DDSH</a:t>
            </a:r>
            <a:r>
              <a:rPr lang="ja-JP" altLang="en-US" dirty="0"/>
              <a:t>の配置配線</a:t>
            </a:r>
            <a:endParaRPr lang="en-US" altLang="ja-JP" dirty="0"/>
          </a:p>
          <a:p>
            <a:r>
              <a:rPr kumimoji="1" lang="ja-JP" altLang="en-US" dirty="0"/>
              <a:t>電力に関する評価</a:t>
            </a:r>
          </a:p>
        </p:txBody>
      </p:sp>
    </p:spTree>
    <p:extLst>
      <p:ext uri="{BB962C8B-B14F-4D97-AF65-F5344CB8AC3E}">
        <p14:creationId xmlns:p14="http://schemas.microsoft.com/office/powerpoint/2010/main" val="49029220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333</TotalTime>
  <Words>320</Words>
  <Application>Microsoft Office PowerPoint</Application>
  <PresentationFormat>ワイド画面</PresentationFormat>
  <Paragraphs>46</Paragraphs>
  <Slides>9</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9</vt:i4>
      </vt:variant>
    </vt:vector>
  </HeadingPairs>
  <TitlesOfParts>
    <vt:vector size="14" baseType="lpstr">
      <vt:lpstr>游ゴシック</vt:lpstr>
      <vt:lpstr>游ゴシック Light</vt:lpstr>
      <vt:lpstr>Arial</vt:lpstr>
      <vt:lpstr>Wingdings</vt:lpstr>
      <vt:lpstr>Office テーマ</vt:lpstr>
      <vt:lpstr>卒論　テーマ</vt:lpstr>
      <vt:lpstr>DDSH</vt:lpstr>
      <vt:lpstr>岡野先輩</vt:lpstr>
      <vt:lpstr>岡野先輩</vt:lpstr>
      <vt:lpstr>岡野先輩</vt:lpstr>
      <vt:lpstr>岡野先輩</vt:lpstr>
      <vt:lpstr>岡野先輩</vt:lpstr>
      <vt:lpstr>岡野先輩</vt:lpstr>
      <vt:lpstr>渋田先輩</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mattya</dc:creator>
  <cp:lastModifiedBy>mattya</cp:lastModifiedBy>
  <cp:revision>7</cp:revision>
  <dcterms:created xsi:type="dcterms:W3CDTF">2026-07-06T03:45:45Z</dcterms:created>
  <dcterms:modified xsi:type="dcterms:W3CDTF">2026-07-06T09:18:58Z</dcterms:modified>
</cp:coreProperties>
</file>